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45초</a:t>
            </a:r>
          </a:p>
          <a:p>
            <a:endParaRPr/>
          </a:p>
          <a:p>
            <a:r>
              <a:t>안녕하세요. 고급통계학습 중간대체 과제로 공공분야 AX를 소개할 김동현입니다. 발표 주제는 ‘공공AX, AI Native 정부는 어떻게 사회를 바꾸는가’입니다. 국가인공지능전략위원회는 2026년 2월 25일 대한민국 인공지능행동계획을 확정했습니다. 이 계획은 세 가지 정책축과 열두 개 전략분야로 구성됩니다. 오늘 살펴볼 공공AX는 두 번째 축인 범국가 AI 기반 대전환에 속합니다. 공공AX가 정부의 일하는 방식과 국민이 경험하는 서비스를 어떻게 바꾸려는지, 그리고 이를 실행하려면 무엇이 필요한지 순서대로 살펴보겠습니다. 이후 설명하는 내용은 제공된 공공AX 문서의 계획과 권고사항을 중심으로 하며, 이미 실현된 성과와는 구분하겠습니다.</a:t>
            </a:r>
          </a:p>
          <a:p>
            <a:endParaRPr/>
          </a:p>
          <a:p>
            <a:r>
              <a:t>출처: 외교부 대한민국 AI 행동계획 https://www.mofa.go.kr/www/wpge/m_29685/contents.do ; 국가인공지능전략위원회 https://www.aikorea.go.kr/upload/contents/contents_01.html ; 공공AX.pdf 본문 88~89쪽.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40초</a:t>
            </a:r>
          </a:p>
          <a:p>
            <a:endParaRPr/>
          </a:p>
          <a:p>
            <a:r>
              <a:t>공공AX가 지향하는 비전은 세계 최고의 AI Native 정부입니다. 문서는 이를 모든 행정과 공공서비스를 데이터와 인공지능 기반으로 재설계하는 정부로 설명합니다. 여기서 중요한 점은 서비스 화면이나 일부 기능의 변화와 함께, 업무자료와 협업 방식, 정부 운영체계를 함께 설계한다는 것입니다. 미션은 새로운 변화에 능동적으로 대응하면서 국민 삶의 질, 행정의 효율과 신뢰를 높이는 데 있습니다. 따라서 공공AX의 의미는 공무원이 업무를 더 잘 수행하고, 국민이 필요한 서비스를 쉽게 이용하며, 그 과정에서 정부를 신뢰할 수 있게 만드는 방향으로 이해할 수 있습니다.</a:t>
            </a:r>
          </a:p>
          <a:p>
            <a:endParaRPr/>
          </a:p>
          <a:p>
            <a:r>
              <a:t>출처: 공공AX.pdf 본문 88쪽 비전 및 미션.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40초</a:t>
            </a:r>
          </a:p>
          <a:p>
            <a:endParaRPr/>
          </a:p>
          <a:p>
            <a:r>
              <a:t>이러한 비전을 실행하기 위해 공공AX 부분에는 열다섯 개 과제가 제시되어 있습니다. 원문에서는 50번부터 64번이며, 발표에서는 편의를 위해 1번부터 15번으로 표시했습니다. 과제에는 공무원 협업과 업무 플랫폼, 클라우드와 인재양성, 영향평가와 윤리, 적극행정과 성과평가가 포함됩니다. 또한 대국민 서비스, 공공데이터, 교육행정, 공공시장 실증, 해외 확산, 거버넌스와 디지털 포용까지 다룹니다. 이 목록은 공공AX가 업무와 서비스뿐 아니라 기반과 운영 조건까지 포괄한다는 점을 보여줍니다. 각 과제를 하나씩 나열하기보다 다음 장에서 성격에 따라 묶어 설명하겠습니다.</a:t>
            </a:r>
          </a:p>
          <a:p>
            <a:endParaRPr/>
          </a:p>
          <a:p>
            <a:r>
              <a:t>출처: 공공AX.pdf 본문 89쪽 총 15개 과제 구성. 원문 50~64번을 발표용 01~15로 표시.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55초</a:t>
            </a:r>
          </a:p>
          <a:p>
            <a:endParaRPr/>
          </a:p>
          <a:p>
            <a:r>
              <a:t>화면은 열다섯 개 과제를 제가 발표 목적에 맞게 재구성한 것입니다. 원문의 공식 분류와 구분해 보시면 됩니다. 전략목표는 네 가지로 정리했습니다. 첫째는 공무원과 AI의 협업을 포함한 행정업무 혁신입니다. 둘째는 국민이 직접 경험하는 AI 서비스 혁신입니다. 셋째는 클라우드와 데이터, 실증과 해외 확산을 연결하는 AI·데이터 생태계입니다. 넷째는 영향평가와 윤리, 디지털 포용을 포함한 신뢰 기반 공공 AI입니다. 이 네 영역이 실제로 움직이려면 추진·지원체계와 성과관리체계가 필요합니다. 그래서 거버넌스와 적극행정은 실행을 지원하는 공통체계로, 성과평가는 결과를 점검하는 공통체계로 배치했습니다. 이제 이 구성을 따라 핵심 내용을 살펴보겠습니다.</a:t>
            </a:r>
          </a:p>
          <a:p>
            <a:endParaRPr/>
          </a:p>
          <a:p>
            <a:r>
              <a:t>출처: 공공AX.pdf 본문 89쪽 및 88~106쪽. 4대 전략목표·2대 공통 관리체계는 발표자 재구성.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55초</a:t>
            </a:r>
          </a:p>
          <a:p>
            <a:endParaRPr/>
          </a:p>
          <a:p>
            <a:r>
              <a:t>첫 번째 목표는 AI 기반 행정업무 혁신입니다. 문서는 공무원이 AI와 함께 일할 수 있는 협업체계, 부처 간 데이터와 맥락을 연결하는 업무관리 플랫폼, 그리고 이를 실행할 공공 AI 인재를 함께 제시합니다. 협업체계를 위해서는 업무자료를 AI가 활용할 수 있는 형태로 정리하고, 기관마다 따로 축적된 지식을 연결할 필요가 있습니다. 업무관리 플랫폼은 문서와 업무의 흐름을 연결해 정책 맥락을 파악하도록 하는 방향입니다. 이를 활용하는 공무원에게는 직무에 맞는 교육과 실습, 실제 문제를 해결하는 경험이 필요합니다. 화면의 연결선은 세 과제가 함께 작동한다는 뜻입니다. 업무 방식과 기반, 사람의 역량을 함께 바꾸는 계획으로 정리할 수 있습니다.</a:t>
            </a:r>
          </a:p>
          <a:p>
            <a:endParaRPr/>
          </a:p>
          <a:p>
            <a:r>
              <a:t>출처: 공공AX.pdf 본문 89~91쪽(과제 50·51), 93쪽(과제 53).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55초</a:t>
            </a:r>
          </a:p>
          <a:p>
            <a:endParaRPr/>
          </a:p>
          <a:p>
            <a:r>
              <a:t>두 번째 목표는 국민 중심의 AI 서비스 혁신입니다. 문서는 정부의 서비스를 하나의 아이디로 이용하고, 정부가 이미 보유한 자료를 국민에게 다시 제출하도록 요구하지 않는 등 국민의 부담을 줄이는 방향을 제시합니다. 국민이 자주 사용하는 민간 채널과 연결하고, 복잡한 민원을 한 번의 요청으로 처리할 수 있도록 하는 것도 포함됩니다. 교육에서는 교사를 지원하는 AI 보조교사와 교육행정 혁신을 다룹니다. 반복되는 행정업무를 지원해 교사가 수업과 학생 지도에 집중하도록 돕는 방향입니다. 이때 사용성과 접근성을 함께 고려해야 합니다. 서비스의 변화는 기관 내부의 편의보다 국민과 교사가 실제로 어떤 부담을 덜게 되는지를 중심으로 이해하면 좋겠습니다.</a:t>
            </a:r>
          </a:p>
          <a:p>
            <a:endParaRPr/>
          </a:p>
          <a:p>
            <a:r>
              <a:t>출처: 공공AX.pdf 본문 98~99쪽(과제 58), 101~102쪽(과제 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55초</a:t>
            </a:r>
          </a:p>
          <a:p>
            <a:endParaRPr/>
          </a:p>
          <a:p>
            <a:r>
              <a:t>세 번째 목표는 AI·데이터 생태계 구축입니다. 먼저 공공 정보화의 민간 클라우드 전환과 공공데이터 공개는 공공 AI가 작동할 기반을 마련하는 과제입니다. 문서는 기존 정보화 기반의 한계를 검토하고, 활용할 수 있는 행정·사법 데이터를 기계가 읽을 수 있는 형태로 공개하는 방향을 제시합니다. 다음으로 공공시장을 AI 실증과 고도화의 장으로 활용해 국내 기술이 현장에서 검증될 기회를 만들고자 합니다. 해외 확산에서는 정부와 기업, 학계가 협력하는 K-AI 얼라이언스와 K-Gov AX 모델을 제시합니다. 공공의 수요와 데이터를 국내 생태계의 성장 기회로 연결하고, 이를 해외로 확산하는 구상입니다. 각 과제는 아직 추진 방향과 권고사항이라는 점을 함께 기억해야 합니다.</a:t>
            </a:r>
          </a:p>
          <a:p>
            <a:endParaRPr/>
          </a:p>
          <a:p>
            <a:r>
              <a:t>출처: 공공AX.pdf 본문 92쪽(과제 52), 100쪽(과제 59), 103~104쪽(과제 61·62).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55초</a:t>
            </a:r>
          </a:p>
          <a:p>
            <a:endParaRPr/>
          </a:p>
          <a:p>
            <a:r>
              <a:t>네 번째 목표는 신뢰 기반 공공 AI입니다. 정부의 결정은 국민의 권리와 생활에 직접 영향을 주기 때문에 도입 과정에서 권리 침해 가능성을 검토해야 합니다. 공공 AI 영향평가는 어떤 영향을 평가하고, 어떤 방법과 절차로 점검할지 마련하는 과제입니다. 공공 AI 윤리기준은 투명성, 설명 가능성, 개인정보 보호 등 실제 운영에서 지켜야 할 기준을 구체화하는 방향입니다. 디지털 포용도 신뢰의 중요한 조건입니다. 장애인이나 고령자 등 디지털 취약계층이 새로운 서비스에서 배제되지 않도록 접근성과 영향을 고려해야 합니다. 공공AX에서는 도입 속도와 함께 국민이 안전하고 공정하게 서비스를 이용할 수 있는 조건을 설계해야 한다는 뜻입니다.</a:t>
            </a:r>
          </a:p>
          <a:p>
            <a:endParaRPr/>
          </a:p>
          <a:p>
            <a:r>
              <a:t>출처: 공공AX.pdf 본문 94~95쪽(과제 54·55), 106쪽(과제 64).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45초</a:t>
            </a:r>
          </a:p>
          <a:p>
            <a:endParaRPr/>
          </a:p>
          <a:p>
            <a:r>
              <a:t>이제 네 목표를 뒷받침하는 추진·지원체계를 살펴보겠습니다. 거버넌스 과제는 분산된 공공 정보시스템의 운영과 관리를 전문적으로 통합하고, 장애에 대응하는 체계를 개선하는 방향입니다. 부처 간 역할을 연결하고 전문성을 확보해야 서비스가 안정적으로 작동할 수 있습니다. 적극행정 과제는 새로운 시도를 지원하는 인센티브와 감사 면책 기준을 제시합니다. 이는 무조건 책임을 면제한다는 의미로 이해해서는 안 됩니다. 문서는 공무원이 정해진 기준 안에서 혁신을 시도할 수 있도록 지원체계를 명확히 하자는 취지입니다. 공공AX를 실행할 조직과 제도를 함께 마련하는 과제로 정리했습니다.</a:t>
            </a:r>
          </a:p>
          <a:p>
            <a:endParaRPr/>
          </a:p>
          <a:p>
            <a:r>
              <a:t>출처: 공공AX.pdf 본문 96쪽(과제 56), 105쪽(과제 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45초</a:t>
            </a:r>
          </a:p>
          <a:p>
            <a:endParaRPr/>
          </a:p>
          <a:p>
            <a:r>
              <a:t>성과관리체계는 공공AX 정책의 효과를 점검하고 그 결과를 다시 정책에 반영하는 장치입니다. 문서는 부처별 AI 정책을 정량·정성 지표로 평가할 수 있는 종합평가체계를 마련하도록 권고합니다. 또한 평가 결과를 정부업무평가, 관련 예산편성, 연구개발 투자 조정 등 주요 정책과 제도에 연결하는 방향을 제시합니다. 성과를 국민에게 공개하는 것도 포함됩니다. 매년 정책 성과를 점검하고 AI 정부혁신 백서 형태로 결과와 우수사례를 공개하도록 권고합니다. 평가, 환류, 공개가 연결되어야 사업이 실제로 어떤 효과를 냈는지 확인하고 다음 정책을 개선할 수 있습니다.</a:t>
            </a:r>
          </a:p>
          <a:p>
            <a:endParaRPr/>
          </a:p>
          <a:p>
            <a:r>
              <a:t>출처: 공공AX.pdf 본문 97쪽(과제 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45초</a:t>
            </a:r>
          </a:p>
          <a:p>
            <a:endParaRPr/>
          </a:p>
          <a:p>
            <a:r>
              <a:t>공공AX가 바꾸려는 것은 행정의 일하는 방식과 국민이 경험하는 서비스입니다. 공무원은 AI와 협업하고, 업무와 데이터는 부처의 경계를 넘어 연결되며, 국민은 필요한 서비스를 더 쉽게 이용하는 방향을 지향합니다. 이를 위해서는 기술 도입과 함께 데이터 기반, 신뢰와 포용, 실행할 조직과 제도, 성과를 평가하는 체계가 필요합니다. 오늘 살펴본 열다섯 개 과제를 네 전략목표와 두 공통 관리체계로 묶은 이유도 여기에 있습니다. 공공AX의 목표는 국민 삶의 질을 높이고 행정의 효율과 신뢰를 강화하는 것입니다. 앞으로 계획이 실제 현장에서 어떤 변화를 만드는지 살펴보는 것이 중요하겠습니다. 감사합니다.</a:t>
            </a:r>
          </a:p>
          <a:p>
            <a:endParaRPr/>
          </a:p>
          <a:p>
            <a:r>
              <a:t>출처: 공공AX.pdf 본문 88~106쪽을 종합한 발표자 요약.</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679CB5-24E5-4E38-AE15-371A0171B5B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72A4F98-AFF9-4449-8CB1-8A4ECADCBC8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0885A30-9EC5-427A-A3BA-F03010FB08C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CEBF4C5-13DB-4EF2-A51D-FE492B909C5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9EB136C-B4D2-435B-87C6-CF29878792F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CB25ABE-13CC-4219-B5E7-D3842487DC3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5DA7638-8C30-4A61-8D5F-817D9A85278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06326463-8510-43C6-9DCB-780E78ADC9B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D1255C5-B299-4CB0-970D-EAFD0F1D8FF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B81C502-847E-4348-97D5-C2DEA78BC9A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19" name="01">
            <a:extLst>
              <a:ext uri="{FF2B5EF4-FFF2-40B4-BE49-F238E27FC236}">
                <a16:creationId xmlns:a16="http://schemas.microsoft.com/office/drawing/2014/main" id="{F8C19824-3A4D-499C-84FC-CB569F8614B7}"/>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2" name="고급통계학습   중간대체 과제">
            <a:extLst>
              <a:ext uri="{FF2B5EF4-FFF2-40B4-BE49-F238E27FC236}">
                <a16:creationId xmlns:a16="http://schemas.microsoft.com/office/drawing/2014/main" id="{10C4382F-517A-45CF-8AEB-323E89567974}"/>
              </a:ext>
            </a:extLst>
          </p:cNvPr>
          <p:cNvSpPr>
            <a:spLocks noGrp="1"/>
          </p:cNvSpPr>
          <p:nvPr/>
        </p:nvSpPr>
        <p:spPr>
          <a:xfrm>
            <a:off x="609600" y="504825"/>
            <a:ext cx="6667500" cy="3238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고급통계학습   중간대체 과제</a:t>
            </a:r>
          </a:p>
        </p:txBody>
      </p:sp>
      <p:sp>
        <p:nvSpPr>
          <p:cNvPr id="3" name="공공AX">
            <a:extLst>
              <a:ext uri="{FF2B5EF4-FFF2-40B4-BE49-F238E27FC236}">
                <a16:creationId xmlns:a16="http://schemas.microsoft.com/office/drawing/2014/main" id="{369F4FA0-075F-49ED-9FEA-8BEBEEDC38C7}"/>
              </a:ext>
            </a:extLst>
          </p:cNvPr>
          <p:cNvSpPr>
            <a:spLocks noGrp="1"/>
          </p:cNvSpPr>
          <p:nvPr/>
        </p:nvSpPr>
        <p:spPr>
          <a:xfrm>
            <a:off x="542925" y="1581150"/>
            <a:ext cx="7096125" cy="1495425"/>
          </a:xfrm>
          <a:prstGeom prst="rect">
            <a:avLst/>
          </a:prstGeom>
          <a:noFill/>
          <a:ln w="0">
            <a:noFill/>
          </a:ln>
        </p:spPr>
        <p:txBody>
          <a:bodyPr lIns="0" tIns="0" rIns="0" bIns="0" anchor="ctr">
            <a:noAutofit/>
          </a:bodyPr>
          <a:lstStyle>
            <a:defPPr algn="l">
              <a:defRPr sz="9150" b="1">
                <a:solidFill>
                  <a:srgbClr val="17262C"/>
                </a:solidFill>
                <a:latin typeface="Noto Sans KR"/>
                <a:ea typeface="Noto Sans KR"/>
                <a:cs typeface="Noto Sans KR"/>
              </a:defRPr>
            </a:defPPr>
            <a:lvl1pPr algn="l">
              <a:defRPr sz="9150" b="1">
                <a:solidFill>
                  <a:srgbClr val="17262C"/>
                </a:solidFill>
                <a:latin typeface="Noto Sans KR"/>
                <a:ea typeface="Noto Sans KR"/>
                <a:cs typeface="Noto Sans KR"/>
              </a:defRPr>
            </a:lvl1pPr>
            <a:lvl2pPr algn="l">
              <a:defRPr sz="9150" b="1">
                <a:solidFill>
                  <a:srgbClr val="17262C"/>
                </a:solidFill>
                <a:latin typeface="Noto Sans KR"/>
                <a:ea typeface="Noto Sans KR"/>
                <a:cs typeface="Noto Sans KR"/>
              </a:defRPr>
            </a:lvl2pPr>
            <a:lvl3pPr algn="l">
              <a:defRPr sz="9150" b="1">
                <a:solidFill>
                  <a:srgbClr val="17262C"/>
                </a:solidFill>
                <a:latin typeface="Noto Sans KR"/>
                <a:ea typeface="Noto Sans KR"/>
                <a:cs typeface="Noto Sans KR"/>
              </a:defRPr>
            </a:lvl3pPr>
            <a:lvl4pPr algn="l">
              <a:defRPr sz="9150" b="1">
                <a:solidFill>
                  <a:srgbClr val="17262C"/>
                </a:solidFill>
                <a:latin typeface="Noto Sans KR"/>
                <a:ea typeface="Noto Sans KR"/>
                <a:cs typeface="Noto Sans KR"/>
              </a:defRPr>
            </a:lvl4pPr>
            <a:lvl5pPr algn="l">
              <a:defRPr sz="9150" b="1">
                <a:solidFill>
                  <a:srgbClr val="17262C"/>
                </a:solidFill>
                <a:latin typeface="Noto Sans KR"/>
                <a:ea typeface="Noto Sans KR"/>
                <a:cs typeface="Noto Sans KR"/>
              </a:defRPr>
            </a:lvl5pPr>
            <a:lvl6pPr algn="l">
              <a:defRPr sz="9150" b="1">
                <a:solidFill>
                  <a:srgbClr val="17262C"/>
                </a:solidFill>
                <a:latin typeface="Noto Sans KR"/>
                <a:ea typeface="Noto Sans KR"/>
                <a:cs typeface="Noto Sans KR"/>
              </a:defRPr>
            </a:lvl6pPr>
            <a:lvl7pPr algn="l">
              <a:defRPr sz="9150" b="1">
                <a:solidFill>
                  <a:srgbClr val="17262C"/>
                </a:solidFill>
                <a:latin typeface="Noto Sans KR"/>
                <a:ea typeface="Noto Sans KR"/>
                <a:cs typeface="Noto Sans KR"/>
              </a:defRPr>
            </a:lvl7pPr>
            <a:lvl8pPr algn="l">
              <a:defRPr sz="9150" b="1">
                <a:solidFill>
                  <a:srgbClr val="17262C"/>
                </a:solidFill>
                <a:latin typeface="Noto Sans KR"/>
                <a:ea typeface="Noto Sans KR"/>
                <a:cs typeface="Noto Sans KR"/>
              </a:defRPr>
            </a:lvl8pPr>
            <a:lvl9pPr algn="l">
              <a:defRPr sz="9150" b="1">
                <a:solidFill>
                  <a:srgbClr val="17262C"/>
                </a:solidFill>
                <a:latin typeface="Noto Sans KR"/>
                <a:ea typeface="Noto Sans KR"/>
                <a:cs typeface="Noto Sans KR"/>
              </a:defRPr>
            </a:lvl9pPr>
          </a:lstStyle>
          <a:p>
            <a:pPr algn="l">
              <a:defRPr sz="9150" b="1">
                <a:solidFill>
                  <a:srgbClr val="17262C"/>
                </a:solidFill>
                <a:latin typeface="Noto Sans KR"/>
                <a:ea typeface="Noto Sans KR"/>
                <a:cs typeface="Noto Sans KR"/>
              </a:defRPr>
            </a:pPr>
            <a:r>
              <a:rPr sz="9150" b="1" dirty="0" err="1">
                <a:solidFill>
                  <a:srgbClr val="17262C"/>
                </a:solidFill>
                <a:latin typeface="Noto Sans KR"/>
                <a:ea typeface="Noto Sans KR"/>
                <a:cs typeface="Noto Sans KR"/>
              </a:rPr>
              <a:t>공공</a:t>
            </a:r>
            <a:r>
              <a:rPr lang="ko-KR" altLang="en-US" sz="9150" b="1" dirty="0">
                <a:solidFill>
                  <a:srgbClr val="17262C"/>
                </a:solidFill>
                <a:latin typeface="Noto Sans KR"/>
                <a:ea typeface="Noto Sans KR"/>
                <a:cs typeface="Noto Sans KR"/>
              </a:rPr>
              <a:t>부문 </a:t>
            </a:r>
            <a:r>
              <a:rPr lang="en-US" altLang="ko-KR" sz="9150" b="1" dirty="0">
                <a:solidFill>
                  <a:srgbClr val="17262C"/>
                </a:solidFill>
                <a:latin typeface="Noto Sans KR"/>
                <a:ea typeface="Noto Sans KR"/>
                <a:cs typeface="Noto Sans KR"/>
              </a:rPr>
              <a:t>AX</a:t>
            </a:r>
            <a:endParaRPr sz="9150" b="1" dirty="0">
              <a:solidFill>
                <a:srgbClr val="17262C"/>
              </a:solidFill>
              <a:latin typeface="Noto Sans KR"/>
              <a:ea typeface="Noto Sans KR"/>
              <a:cs typeface="Noto Sans KR"/>
            </a:endParaRPr>
          </a:p>
        </p:txBody>
      </p:sp>
      <p:sp>
        <p:nvSpPr>
          <p:cNvPr id="4" name="AI Native 정부는 어떻게 사회를 바꾸는가">
            <a:extLst>
              <a:ext uri="{FF2B5EF4-FFF2-40B4-BE49-F238E27FC236}">
                <a16:creationId xmlns:a16="http://schemas.microsoft.com/office/drawing/2014/main" id="{CC445501-D1E5-456B-9002-EDBAA1074807}"/>
              </a:ext>
            </a:extLst>
          </p:cNvPr>
          <p:cNvSpPr>
            <a:spLocks noGrp="1"/>
          </p:cNvSpPr>
          <p:nvPr/>
        </p:nvSpPr>
        <p:spPr>
          <a:xfrm>
            <a:off x="609600" y="3390900"/>
            <a:ext cx="6858000" cy="1162050"/>
          </a:xfrm>
          <a:prstGeom prst="rect">
            <a:avLst/>
          </a:prstGeom>
          <a:noFill/>
          <a:ln w="0">
            <a:noFill/>
          </a:ln>
        </p:spPr>
        <p:txBody>
          <a:bodyPr lIns="0" tIns="0" rIns="0" bIns="0" anchor="ctr">
            <a:noAutofit/>
          </a:bodyPr>
          <a:lstStyle>
            <a:defPPr algn="l">
              <a:defRPr sz="3225" b="0">
                <a:solidFill>
                  <a:srgbClr val="17262C"/>
                </a:solidFill>
                <a:latin typeface="Noto Sans KR"/>
                <a:ea typeface="Noto Sans KR"/>
                <a:cs typeface="Noto Sans KR"/>
              </a:defRPr>
            </a:defPPr>
            <a:lvl1pPr algn="l">
              <a:defRPr sz="3225" b="0">
                <a:solidFill>
                  <a:srgbClr val="17262C"/>
                </a:solidFill>
                <a:latin typeface="Noto Sans KR"/>
                <a:ea typeface="Noto Sans KR"/>
                <a:cs typeface="Noto Sans KR"/>
              </a:defRPr>
            </a:lvl1pPr>
            <a:lvl2pPr algn="l">
              <a:defRPr sz="3225" b="0">
                <a:solidFill>
                  <a:srgbClr val="17262C"/>
                </a:solidFill>
                <a:latin typeface="Noto Sans KR"/>
                <a:ea typeface="Noto Sans KR"/>
                <a:cs typeface="Noto Sans KR"/>
              </a:defRPr>
            </a:lvl2pPr>
            <a:lvl3pPr algn="l">
              <a:defRPr sz="3225" b="0">
                <a:solidFill>
                  <a:srgbClr val="17262C"/>
                </a:solidFill>
                <a:latin typeface="Noto Sans KR"/>
                <a:ea typeface="Noto Sans KR"/>
                <a:cs typeface="Noto Sans KR"/>
              </a:defRPr>
            </a:lvl3pPr>
            <a:lvl4pPr algn="l">
              <a:defRPr sz="3225" b="0">
                <a:solidFill>
                  <a:srgbClr val="17262C"/>
                </a:solidFill>
                <a:latin typeface="Noto Sans KR"/>
                <a:ea typeface="Noto Sans KR"/>
                <a:cs typeface="Noto Sans KR"/>
              </a:defRPr>
            </a:lvl4pPr>
            <a:lvl5pPr algn="l">
              <a:defRPr sz="3225" b="0">
                <a:solidFill>
                  <a:srgbClr val="17262C"/>
                </a:solidFill>
                <a:latin typeface="Noto Sans KR"/>
                <a:ea typeface="Noto Sans KR"/>
                <a:cs typeface="Noto Sans KR"/>
              </a:defRPr>
            </a:lvl5pPr>
            <a:lvl6pPr algn="l">
              <a:defRPr sz="3225" b="0">
                <a:solidFill>
                  <a:srgbClr val="17262C"/>
                </a:solidFill>
                <a:latin typeface="Noto Sans KR"/>
                <a:ea typeface="Noto Sans KR"/>
                <a:cs typeface="Noto Sans KR"/>
              </a:defRPr>
            </a:lvl6pPr>
            <a:lvl7pPr algn="l">
              <a:defRPr sz="3225" b="0">
                <a:solidFill>
                  <a:srgbClr val="17262C"/>
                </a:solidFill>
                <a:latin typeface="Noto Sans KR"/>
                <a:ea typeface="Noto Sans KR"/>
                <a:cs typeface="Noto Sans KR"/>
              </a:defRPr>
            </a:lvl7pPr>
            <a:lvl8pPr algn="l">
              <a:defRPr sz="3225" b="0">
                <a:solidFill>
                  <a:srgbClr val="17262C"/>
                </a:solidFill>
                <a:latin typeface="Noto Sans KR"/>
                <a:ea typeface="Noto Sans KR"/>
                <a:cs typeface="Noto Sans KR"/>
              </a:defRPr>
            </a:lvl8pPr>
            <a:lvl9pPr algn="l">
              <a:defRPr sz="3225" b="0">
                <a:solidFill>
                  <a:srgbClr val="17262C"/>
                </a:solidFill>
                <a:latin typeface="Noto Sans KR"/>
                <a:ea typeface="Noto Sans KR"/>
                <a:cs typeface="Noto Sans KR"/>
              </a:defRPr>
            </a:lvl9pPr>
          </a:lstStyle>
          <a:p>
            <a:pPr algn="l">
              <a:defRPr sz="3225" b="0">
                <a:solidFill>
                  <a:srgbClr val="17262C"/>
                </a:solidFill>
                <a:latin typeface="Noto Sans KR"/>
                <a:ea typeface="Noto Sans KR"/>
                <a:cs typeface="Noto Sans KR"/>
              </a:defRPr>
            </a:pPr>
            <a:r>
              <a:rPr sz="3225" b="0">
                <a:solidFill>
                  <a:srgbClr val="17262C"/>
                </a:solidFill>
                <a:latin typeface="Noto Sans KR"/>
                <a:ea typeface="Noto Sans KR"/>
                <a:cs typeface="Noto Sans KR"/>
              </a:rPr>
              <a:t>AI Native 정부는</a:t>
            </a:r>
          </a:p>
          <a:p>
            <a:pPr algn="l">
              <a:defRPr sz="3225" b="0">
                <a:solidFill>
                  <a:srgbClr val="17262C"/>
                </a:solidFill>
                <a:latin typeface="Noto Sans KR"/>
                <a:ea typeface="Noto Sans KR"/>
                <a:cs typeface="Noto Sans KR"/>
              </a:defRPr>
            </a:pPr>
            <a:r>
              <a:rPr sz="3225" b="0">
                <a:solidFill>
                  <a:srgbClr val="17262C"/>
                </a:solidFill>
                <a:latin typeface="Noto Sans KR"/>
                <a:ea typeface="Noto Sans KR"/>
                <a:cs typeface="Noto Sans KR"/>
              </a:rPr>
              <a:t>어떻게 사회를 바꾸는가</a:t>
            </a:r>
          </a:p>
        </p:txBody>
      </p:sp>
      <p:sp>
        <p:nvSpPr>
          <p:cNvPr id="5" name="202485-010007 김동현">
            <a:extLst>
              <a:ext uri="{FF2B5EF4-FFF2-40B4-BE49-F238E27FC236}">
                <a16:creationId xmlns:a16="http://schemas.microsoft.com/office/drawing/2014/main" id="{C27CEEAD-14C4-4CE8-B0C4-326C07720EA2}"/>
              </a:ext>
            </a:extLst>
          </p:cNvPr>
          <p:cNvSpPr>
            <a:spLocks noGrp="1"/>
          </p:cNvSpPr>
          <p:nvPr/>
        </p:nvSpPr>
        <p:spPr>
          <a:xfrm>
            <a:off x="609600" y="6048375"/>
            <a:ext cx="6858000" cy="323850"/>
          </a:xfrm>
          <a:prstGeom prst="rect">
            <a:avLst/>
          </a:prstGeom>
          <a:noFill/>
          <a:ln w="0">
            <a:noFill/>
          </a:ln>
        </p:spPr>
        <p:txBody>
          <a:bodyPr lIns="0" tIns="0" rIns="0" bIns="0" anchor="ctr">
            <a:noAutofit/>
          </a:bodyPr>
          <a:lstStyle>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202485-010007 김동현</a:t>
            </a:r>
          </a:p>
        </p:txBody>
      </p:sp>
      <p:sp>
        <p:nvSpPr>
          <p:cNvPr id="6" name="직선 연결선 5">
            <a:extLst>
              <a:ext uri="{FF2B5EF4-FFF2-40B4-BE49-F238E27FC236}">
                <a16:creationId xmlns:a16="http://schemas.microsoft.com/office/drawing/2014/main" id="{2FA96A86-8CB5-437A-829A-107FFB4AEE8E}"/>
              </a:ext>
            </a:extLst>
          </p:cNvPr>
          <p:cNvSpPr>
            <a:spLocks noGrp="1"/>
          </p:cNvSpPr>
          <p:nvPr/>
        </p:nvSpPr>
        <p:spPr>
          <a:xfrm>
            <a:off x="7924800" y="1666875"/>
            <a:ext cx="0" cy="3733800"/>
          </a:xfrm>
          <a:prstGeom prst="line">
            <a:avLst/>
          </a:prstGeom>
          <a:noFill/>
          <a:ln w="9525">
            <a:solidFill>
              <a:srgbClr val="B3C3C1"/>
            </a:solidFill>
          </a:ln>
        </p:spPr>
      </p:sp>
      <p:sp>
        <p:nvSpPr>
          <p:cNvPr id="7" name="대한민국 인공지능 행동계획">
            <a:extLst>
              <a:ext uri="{FF2B5EF4-FFF2-40B4-BE49-F238E27FC236}">
                <a16:creationId xmlns:a16="http://schemas.microsoft.com/office/drawing/2014/main" id="{B42DF884-20C5-408F-8B6B-12936B5D83C4}"/>
              </a:ext>
            </a:extLst>
          </p:cNvPr>
          <p:cNvSpPr>
            <a:spLocks noGrp="1"/>
          </p:cNvSpPr>
          <p:nvPr/>
        </p:nvSpPr>
        <p:spPr>
          <a:xfrm>
            <a:off x="8420100" y="1638300"/>
            <a:ext cx="3162300" cy="781050"/>
          </a:xfrm>
          <a:prstGeom prst="rect">
            <a:avLst/>
          </a:prstGeom>
          <a:noFill/>
          <a:ln w="0">
            <a:noFill/>
          </a:ln>
        </p:spPr>
        <p:txBody>
          <a:bodyPr lIns="0" tIns="0" rIns="0" bIns="0" anchor="ctr">
            <a:noAutofit/>
          </a:bodyPr>
          <a:lstStyle>
            <a:defPPr algn="l">
              <a:defRPr sz="2175" b="1">
                <a:solidFill>
                  <a:srgbClr val="17262C"/>
                </a:solidFill>
                <a:latin typeface="Noto Sans KR"/>
                <a:ea typeface="Noto Sans KR"/>
                <a:cs typeface="Noto Sans KR"/>
              </a:defRPr>
            </a:defPPr>
            <a:lvl1pPr algn="l">
              <a:defRPr sz="2175" b="1">
                <a:solidFill>
                  <a:srgbClr val="17262C"/>
                </a:solidFill>
                <a:latin typeface="Noto Sans KR"/>
                <a:ea typeface="Noto Sans KR"/>
                <a:cs typeface="Noto Sans KR"/>
              </a:defRPr>
            </a:lvl1pPr>
            <a:lvl2pPr algn="l">
              <a:defRPr sz="2175" b="1">
                <a:solidFill>
                  <a:srgbClr val="17262C"/>
                </a:solidFill>
                <a:latin typeface="Noto Sans KR"/>
                <a:ea typeface="Noto Sans KR"/>
                <a:cs typeface="Noto Sans KR"/>
              </a:defRPr>
            </a:lvl2pPr>
            <a:lvl3pPr algn="l">
              <a:defRPr sz="2175" b="1">
                <a:solidFill>
                  <a:srgbClr val="17262C"/>
                </a:solidFill>
                <a:latin typeface="Noto Sans KR"/>
                <a:ea typeface="Noto Sans KR"/>
                <a:cs typeface="Noto Sans KR"/>
              </a:defRPr>
            </a:lvl3pPr>
            <a:lvl4pPr algn="l">
              <a:defRPr sz="2175" b="1">
                <a:solidFill>
                  <a:srgbClr val="17262C"/>
                </a:solidFill>
                <a:latin typeface="Noto Sans KR"/>
                <a:ea typeface="Noto Sans KR"/>
                <a:cs typeface="Noto Sans KR"/>
              </a:defRPr>
            </a:lvl4pPr>
            <a:lvl5pPr algn="l">
              <a:defRPr sz="2175" b="1">
                <a:solidFill>
                  <a:srgbClr val="17262C"/>
                </a:solidFill>
                <a:latin typeface="Noto Sans KR"/>
                <a:ea typeface="Noto Sans KR"/>
                <a:cs typeface="Noto Sans KR"/>
              </a:defRPr>
            </a:lvl5pPr>
            <a:lvl6pPr algn="l">
              <a:defRPr sz="2175" b="1">
                <a:solidFill>
                  <a:srgbClr val="17262C"/>
                </a:solidFill>
                <a:latin typeface="Noto Sans KR"/>
                <a:ea typeface="Noto Sans KR"/>
                <a:cs typeface="Noto Sans KR"/>
              </a:defRPr>
            </a:lvl6pPr>
            <a:lvl7pPr algn="l">
              <a:defRPr sz="2175" b="1">
                <a:solidFill>
                  <a:srgbClr val="17262C"/>
                </a:solidFill>
                <a:latin typeface="Noto Sans KR"/>
                <a:ea typeface="Noto Sans KR"/>
                <a:cs typeface="Noto Sans KR"/>
              </a:defRPr>
            </a:lvl7pPr>
            <a:lvl8pPr algn="l">
              <a:defRPr sz="2175" b="1">
                <a:solidFill>
                  <a:srgbClr val="17262C"/>
                </a:solidFill>
                <a:latin typeface="Noto Sans KR"/>
                <a:ea typeface="Noto Sans KR"/>
                <a:cs typeface="Noto Sans KR"/>
              </a:defRPr>
            </a:lvl8pPr>
            <a:lvl9pPr algn="l">
              <a:defRPr sz="2175" b="1">
                <a:solidFill>
                  <a:srgbClr val="17262C"/>
                </a:solidFill>
                <a:latin typeface="Noto Sans KR"/>
                <a:ea typeface="Noto Sans KR"/>
                <a:cs typeface="Noto Sans KR"/>
              </a:defRPr>
            </a:lvl9pPr>
          </a:lstStyle>
          <a:p>
            <a:pPr algn="l">
              <a:defRPr sz="2175" b="1">
                <a:solidFill>
                  <a:srgbClr val="17262C"/>
                </a:solidFill>
                <a:latin typeface="Noto Sans KR"/>
                <a:ea typeface="Noto Sans KR"/>
                <a:cs typeface="Noto Sans KR"/>
              </a:defRPr>
            </a:pPr>
            <a:r>
              <a:rPr sz="2175" b="1">
                <a:solidFill>
                  <a:srgbClr val="17262C"/>
                </a:solidFill>
                <a:latin typeface="Noto Sans KR"/>
                <a:ea typeface="Noto Sans KR"/>
                <a:cs typeface="Noto Sans KR"/>
              </a:rPr>
              <a:t>대한민국</a:t>
            </a:r>
          </a:p>
          <a:p>
            <a:pPr algn="l">
              <a:defRPr sz="2175" b="1">
                <a:solidFill>
                  <a:srgbClr val="17262C"/>
                </a:solidFill>
                <a:latin typeface="Noto Sans KR"/>
                <a:ea typeface="Noto Sans KR"/>
                <a:cs typeface="Noto Sans KR"/>
              </a:defRPr>
            </a:pPr>
            <a:r>
              <a:rPr sz="2175" b="1">
                <a:solidFill>
                  <a:srgbClr val="17262C"/>
                </a:solidFill>
                <a:latin typeface="Noto Sans KR"/>
                <a:ea typeface="Noto Sans KR"/>
                <a:cs typeface="Noto Sans KR"/>
              </a:rPr>
              <a:t>인공지능 행동계획</a:t>
            </a:r>
          </a:p>
        </p:txBody>
      </p:sp>
      <p:sp>
        <p:nvSpPr>
          <p:cNvPr id="8" name="2026. 2. 25. 확정">
            <a:extLst>
              <a:ext uri="{FF2B5EF4-FFF2-40B4-BE49-F238E27FC236}">
                <a16:creationId xmlns:a16="http://schemas.microsoft.com/office/drawing/2014/main" id="{1B85456A-B486-491D-84D9-5F21CD2CFC9C}"/>
              </a:ext>
            </a:extLst>
          </p:cNvPr>
          <p:cNvSpPr>
            <a:spLocks noGrp="1"/>
          </p:cNvSpPr>
          <p:nvPr/>
        </p:nvSpPr>
        <p:spPr>
          <a:xfrm>
            <a:off x="8420100" y="2647950"/>
            <a:ext cx="3162300" cy="2857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dirty="0">
                <a:solidFill>
                  <a:srgbClr val="657578"/>
                </a:solidFill>
                <a:latin typeface="Noto Sans KR"/>
                <a:ea typeface="Noto Sans KR"/>
                <a:cs typeface="Noto Sans KR"/>
              </a:rPr>
              <a:t>2026. 2. 25. </a:t>
            </a:r>
          </a:p>
        </p:txBody>
      </p:sp>
      <p:sp>
        <p:nvSpPr>
          <p:cNvPr id="9" name="3대 정책축 · 12대 전략분야">
            <a:extLst>
              <a:ext uri="{FF2B5EF4-FFF2-40B4-BE49-F238E27FC236}">
                <a16:creationId xmlns:a16="http://schemas.microsoft.com/office/drawing/2014/main" id="{6CC77683-F979-4DFA-92F2-2372608A618C}"/>
              </a:ext>
            </a:extLst>
          </p:cNvPr>
          <p:cNvSpPr>
            <a:spLocks noGrp="1"/>
          </p:cNvSpPr>
          <p:nvPr/>
        </p:nvSpPr>
        <p:spPr>
          <a:xfrm>
            <a:off x="8420100" y="3200400"/>
            <a:ext cx="3162300" cy="285750"/>
          </a:xfrm>
          <a:prstGeom prst="rect">
            <a:avLst/>
          </a:prstGeom>
          <a:noFill/>
          <a:ln w="0">
            <a:noFill/>
          </a:ln>
        </p:spPr>
        <p:txBody>
          <a:bodyPr lIns="0" tIns="0" rIns="0" bIns="0" anchor="ctr">
            <a:noAutofit/>
          </a:bodyPr>
          <a:lstStyle>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3대 정책축 · 12대 전략분야</a:t>
            </a:r>
          </a:p>
        </p:txBody>
      </p:sp>
      <p:sp>
        <p:nvSpPr>
          <p:cNvPr id="10" name="01">
            <a:extLst>
              <a:ext uri="{FF2B5EF4-FFF2-40B4-BE49-F238E27FC236}">
                <a16:creationId xmlns:a16="http://schemas.microsoft.com/office/drawing/2014/main" id="{B68516E9-4BAB-4129-AFAC-8D6DFB2A3AF1}"/>
              </a:ext>
            </a:extLst>
          </p:cNvPr>
          <p:cNvSpPr>
            <a:spLocks noGrp="1"/>
          </p:cNvSpPr>
          <p:nvPr/>
        </p:nvSpPr>
        <p:spPr>
          <a:xfrm>
            <a:off x="8420100" y="3752850"/>
            <a:ext cx="419100" cy="26670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11" name="AI 혁신 생태계 조성">
            <a:extLst>
              <a:ext uri="{FF2B5EF4-FFF2-40B4-BE49-F238E27FC236}">
                <a16:creationId xmlns:a16="http://schemas.microsoft.com/office/drawing/2014/main" id="{84656821-90CC-4D53-810D-89EA0DFC36AA}"/>
              </a:ext>
            </a:extLst>
          </p:cNvPr>
          <p:cNvSpPr>
            <a:spLocks noGrp="1"/>
          </p:cNvSpPr>
          <p:nvPr/>
        </p:nvSpPr>
        <p:spPr>
          <a:xfrm>
            <a:off x="8915400" y="3733800"/>
            <a:ext cx="2667000" cy="3048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AI 혁신 생태계 조성</a:t>
            </a:r>
          </a:p>
        </p:txBody>
      </p:sp>
      <p:sp>
        <p:nvSpPr>
          <p:cNvPr id="12" name="직선 연결선 11">
            <a:extLst>
              <a:ext uri="{FF2B5EF4-FFF2-40B4-BE49-F238E27FC236}">
                <a16:creationId xmlns:a16="http://schemas.microsoft.com/office/drawing/2014/main" id="{A39370C0-D5BC-4CEA-8520-97C533973F87}"/>
              </a:ext>
            </a:extLst>
          </p:cNvPr>
          <p:cNvSpPr>
            <a:spLocks noGrp="1"/>
          </p:cNvSpPr>
          <p:nvPr/>
        </p:nvSpPr>
        <p:spPr>
          <a:xfrm>
            <a:off x="8420100" y="4238625"/>
            <a:ext cx="3162300" cy="0"/>
          </a:xfrm>
          <a:prstGeom prst="line">
            <a:avLst/>
          </a:prstGeom>
          <a:noFill/>
          <a:ln w="9525">
            <a:solidFill>
              <a:srgbClr val="B3C3C1"/>
            </a:solidFill>
          </a:ln>
        </p:spPr>
      </p:sp>
      <p:sp>
        <p:nvSpPr>
          <p:cNvPr id="13" name="직사각형 12">
            <a:extLst>
              <a:ext uri="{FF2B5EF4-FFF2-40B4-BE49-F238E27FC236}">
                <a16:creationId xmlns:a16="http://schemas.microsoft.com/office/drawing/2014/main" id="{131596BB-382B-4E54-9AB4-8F52D58EA244}"/>
              </a:ext>
            </a:extLst>
          </p:cNvPr>
          <p:cNvSpPr>
            <a:spLocks noGrp="1"/>
          </p:cNvSpPr>
          <p:nvPr/>
        </p:nvSpPr>
        <p:spPr>
          <a:xfrm>
            <a:off x="8324850" y="4295775"/>
            <a:ext cx="3352800" cy="733425"/>
          </a:xfrm>
          <a:prstGeom prst="rect">
            <a:avLst/>
          </a:prstGeom>
          <a:solidFill>
            <a:srgbClr val="EFF7F4"/>
          </a:solidFill>
          <a:ln w="0">
            <a:noFill/>
          </a:ln>
        </p:spPr>
      </p:sp>
      <p:sp>
        <p:nvSpPr>
          <p:cNvPr id="14" name="02">
            <a:extLst>
              <a:ext uri="{FF2B5EF4-FFF2-40B4-BE49-F238E27FC236}">
                <a16:creationId xmlns:a16="http://schemas.microsoft.com/office/drawing/2014/main" id="{507E1030-7B9C-41F7-A41E-2A8578722F18}"/>
              </a:ext>
            </a:extLst>
          </p:cNvPr>
          <p:cNvSpPr>
            <a:spLocks noGrp="1"/>
          </p:cNvSpPr>
          <p:nvPr/>
        </p:nvSpPr>
        <p:spPr>
          <a:xfrm>
            <a:off x="8420100" y="4381500"/>
            <a:ext cx="419100" cy="266700"/>
          </a:xfrm>
          <a:prstGeom prst="rect">
            <a:avLst/>
          </a:prstGeom>
          <a:noFill/>
          <a:ln w="0">
            <a:noFill/>
          </a:ln>
        </p:spPr>
        <p:txBody>
          <a:bodyPr lIns="0" tIns="0" rIns="0" bIns="0" anchor="ctr">
            <a:noAutofit/>
          </a:bodyPr>
          <a:lstStyle>
            <a:defPPr algn="l">
              <a:defRPr sz="1350" b="1">
                <a:solidFill>
                  <a:srgbClr val="17262C"/>
                </a:solidFill>
                <a:latin typeface="Noto Sans KR"/>
                <a:ea typeface="Noto Sans KR"/>
                <a:cs typeface="Noto Sans KR"/>
              </a:defRPr>
            </a:defPPr>
            <a:lvl1pPr algn="l">
              <a:defRPr sz="1350" b="1">
                <a:solidFill>
                  <a:srgbClr val="17262C"/>
                </a:solidFill>
                <a:latin typeface="Noto Sans KR"/>
                <a:ea typeface="Noto Sans KR"/>
                <a:cs typeface="Noto Sans KR"/>
              </a:defRPr>
            </a:lvl1pPr>
            <a:lvl2pPr algn="l">
              <a:defRPr sz="1350" b="1">
                <a:solidFill>
                  <a:srgbClr val="17262C"/>
                </a:solidFill>
                <a:latin typeface="Noto Sans KR"/>
                <a:ea typeface="Noto Sans KR"/>
                <a:cs typeface="Noto Sans KR"/>
              </a:defRPr>
            </a:lvl2pPr>
            <a:lvl3pPr algn="l">
              <a:defRPr sz="1350" b="1">
                <a:solidFill>
                  <a:srgbClr val="17262C"/>
                </a:solidFill>
                <a:latin typeface="Noto Sans KR"/>
                <a:ea typeface="Noto Sans KR"/>
                <a:cs typeface="Noto Sans KR"/>
              </a:defRPr>
            </a:lvl3pPr>
            <a:lvl4pPr algn="l">
              <a:defRPr sz="1350" b="1">
                <a:solidFill>
                  <a:srgbClr val="17262C"/>
                </a:solidFill>
                <a:latin typeface="Noto Sans KR"/>
                <a:ea typeface="Noto Sans KR"/>
                <a:cs typeface="Noto Sans KR"/>
              </a:defRPr>
            </a:lvl4pPr>
            <a:lvl5pPr algn="l">
              <a:defRPr sz="1350" b="1">
                <a:solidFill>
                  <a:srgbClr val="17262C"/>
                </a:solidFill>
                <a:latin typeface="Noto Sans KR"/>
                <a:ea typeface="Noto Sans KR"/>
                <a:cs typeface="Noto Sans KR"/>
              </a:defRPr>
            </a:lvl5pPr>
            <a:lvl6pPr algn="l">
              <a:defRPr sz="1350" b="1">
                <a:solidFill>
                  <a:srgbClr val="17262C"/>
                </a:solidFill>
                <a:latin typeface="Noto Sans KR"/>
                <a:ea typeface="Noto Sans KR"/>
                <a:cs typeface="Noto Sans KR"/>
              </a:defRPr>
            </a:lvl6pPr>
            <a:lvl7pPr algn="l">
              <a:defRPr sz="1350" b="1">
                <a:solidFill>
                  <a:srgbClr val="17262C"/>
                </a:solidFill>
                <a:latin typeface="Noto Sans KR"/>
                <a:ea typeface="Noto Sans KR"/>
                <a:cs typeface="Noto Sans KR"/>
              </a:defRPr>
            </a:lvl7pPr>
            <a:lvl8pPr algn="l">
              <a:defRPr sz="1350" b="1">
                <a:solidFill>
                  <a:srgbClr val="17262C"/>
                </a:solidFill>
                <a:latin typeface="Noto Sans KR"/>
                <a:ea typeface="Noto Sans KR"/>
                <a:cs typeface="Noto Sans KR"/>
              </a:defRPr>
            </a:lvl8pPr>
            <a:lvl9pPr algn="l">
              <a:defRPr sz="1350" b="1">
                <a:solidFill>
                  <a:srgbClr val="17262C"/>
                </a:solidFill>
                <a:latin typeface="Noto Sans KR"/>
                <a:ea typeface="Noto Sans KR"/>
                <a:cs typeface="Noto Sans KR"/>
              </a:defRPr>
            </a:lvl9pPr>
          </a:lstStyle>
          <a:p>
            <a:pPr algn="l">
              <a:defRPr sz="1350" b="1">
                <a:solidFill>
                  <a:srgbClr val="17262C"/>
                </a:solidFill>
                <a:latin typeface="Noto Sans KR"/>
                <a:ea typeface="Noto Sans KR"/>
                <a:cs typeface="Noto Sans KR"/>
              </a:defRPr>
            </a:pPr>
            <a:r>
              <a:rPr sz="1350" b="1">
                <a:solidFill>
                  <a:srgbClr val="17262C"/>
                </a:solidFill>
                <a:latin typeface="Noto Sans KR"/>
                <a:ea typeface="Noto Sans KR"/>
                <a:cs typeface="Noto Sans KR"/>
              </a:rPr>
              <a:t>02</a:t>
            </a:r>
          </a:p>
        </p:txBody>
      </p:sp>
      <p:sp>
        <p:nvSpPr>
          <p:cNvPr id="15" name="범국가 AI 기반 대전환">
            <a:extLst>
              <a:ext uri="{FF2B5EF4-FFF2-40B4-BE49-F238E27FC236}">
                <a16:creationId xmlns:a16="http://schemas.microsoft.com/office/drawing/2014/main" id="{3E4528D6-C9C0-44F5-A4FE-4094A5A7262B}"/>
              </a:ext>
            </a:extLst>
          </p:cNvPr>
          <p:cNvSpPr>
            <a:spLocks noGrp="1"/>
          </p:cNvSpPr>
          <p:nvPr/>
        </p:nvSpPr>
        <p:spPr>
          <a:xfrm>
            <a:off x="8915400" y="4362450"/>
            <a:ext cx="2667000" cy="304800"/>
          </a:xfrm>
          <a:prstGeom prst="rect">
            <a:avLst/>
          </a:prstGeom>
          <a:noFill/>
          <a:ln w="0">
            <a:noFill/>
          </a:ln>
        </p:spPr>
        <p:txBody>
          <a:bodyPr lIns="0" tIns="0" rIns="0" bIns="0" anchor="ctr">
            <a:noAutofit/>
          </a:bodyPr>
          <a:lstStyle>
            <a:defPPr algn="l">
              <a:defRPr sz="1725" b="1">
                <a:solidFill>
                  <a:srgbClr val="17262C"/>
                </a:solidFill>
                <a:latin typeface="Noto Sans KR"/>
                <a:ea typeface="Noto Sans KR"/>
                <a:cs typeface="Noto Sans KR"/>
              </a:defRPr>
            </a:defPPr>
            <a:lvl1pPr algn="l">
              <a:defRPr sz="1725" b="1">
                <a:solidFill>
                  <a:srgbClr val="17262C"/>
                </a:solidFill>
                <a:latin typeface="Noto Sans KR"/>
                <a:ea typeface="Noto Sans KR"/>
                <a:cs typeface="Noto Sans KR"/>
              </a:defRPr>
            </a:lvl1pPr>
            <a:lvl2pPr algn="l">
              <a:defRPr sz="1725" b="1">
                <a:solidFill>
                  <a:srgbClr val="17262C"/>
                </a:solidFill>
                <a:latin typeface="Noto Sans KR"/>
                <a:ea typeface="Noto Sans KR"/>
                <a:cs typeface="Noto Sans KR"/>
              </a:defRPr>
            </a:lvl2pPr>
            <a:lvl3pPr algn="l">
              <a:defRPr sz="1725" b="1">
                <a:solidFill>
                  <a:srgbClr val="17262C"/>
                </a:solidFill>
                <a:latin typeface="Noto Sans KR"/>
                <a:ea typeface="Noto Sans KR"/>
                <a:cs typeface="Noto Sans KR"/>
              </a:defRPr>
            </a:lvl3pPr>
            <a:lvl4pPr algn="l">
              <a:defRPr sz="1725" b="1">
                <a:solidFill>
                  <a:srgbClr val="17262C"/>
                </a:solidFill>
                <a:latin typeface="Noto Sans KR"/>
                <a:ea typeface="Noto Sans KR"/>
                <a:cs typeface="Noto Sans KR"/>
              </a:defRPr>
            </a:lvl4pPr>
            <a:lvl5pPr algn="l">
              <a:defRPr sz="1725" b="1">
                <a:solidFill>
                  <a:srgbClr val="17262C"/>
                </a:solidFill>
                <a:latin typeface="Noto Sans KR"/>
                <a:ea typeface="Noto Sans KR"/>
                <a:cs typeface="Noto Sans KR"/>
              </a:defRPr>
            </a:lvl5pPr>
            <a:lvl6pPr algn="l">
              <a:defRPr sz="1725" b="1">
                <a:solidFill>
                  <a:srgbClr val="17262C"/>
                </a:solidFill>
                <a:latin typeface="Noto Sans KR"/>
                <a:ea typeface="Noto Sans KR"/>
                <a:cs typeface="Noto Sans KR"/>
              </a:defRPr>
            </a:lvl6pPr>
            <a:lvl7pPr algn="l">
              <a:defRPr sz="1725" b="1">
                <a:solidFill>
                  <a:srgbClr val="17262C"/>
                </a:solidFill>
                <a:latin typeface="Noto Sans KR"/>
                <a:ea typeface="Noto Sans KR"/>
                <a:cs typeface="Noto Sans KR"/>
              </a:defRPr>
            </a:lvl7pPr>
            <a:lvl8pPr algn="l">
              <a:defRPr sz="1725" b="1">
                <a:solidFill>
                  <a:srgbClr val="17262C"/>
                </a:solidFill>
                <a:latin typeface="Noto Sans KR"/>
                <a:ea typeface="Noto Sans KR"/>
                <a:cs typeface="Noto Sans KR"/>
              </a:defRPr>
            </a:lvl8pPr>
            <a:lvl9pPr algn="l">
              <a:defRPr sz="1725" b="1">
                <a:solidFill>
                  <a:srgbClr val="17262C"/>
                </a:solidFill>
                <a:latin typeface="Noto Sans KR"/>
                <a:ea typeface="Noto Sans KR"/>
                <a:cs typeface="Noto Sans KR"/>
              </a:defRPr>
            </a:lvl9pPr>
          </a:lstStyle>
          <a:p>
            <a:pPr algn="l">
              <a:defRPr sz="1725" b="1">
                <a:solidFill>
                  <a:srgbClr val="17262C"/>
                </a:solidFill>
                <a:latin typeface="Noto Sans KR"/>
                <a:ea typeface="Noto Sans KR"/>
                <a:cs typeface="Noto Sans KR"/>
              </a:defRPr>
            </a:pPr>
            <a:r>
              <a:rPr sz="1725" b="1">
                <a:solidFill>
                  <a:srgbClr val="17262C"/>
                </a:solidFill>
                <a:latin typeface="Noto Sans KR"/>
                <a:ea typeface="Noto Sans KR"/>
                <a:cs typeface="Noto Sans KR"/>
              </a:rPr>
              <a:t>범국가 AI 기반 대전환</a:t>
            </a:r>
          </a:p>
        </p:txBody>
      </p:sp>
      <p:sp>
        <p:nvSpPr>
          <p:cNvPr id="16" name="공공 인공지능 대전환">
            <a:extLst>
              <a:ext uri="{FF2B5EF4-FFF2-40B4-BE49-F238E27FC236}">
                <a16:creationId xmlns:a16="http://schemas.microsoft.com/office/drawing/2014/main" id="{D92DC25C-D5BD-4A07-896B-6713E39F450F}"/>
              </a:ext>
            </a:extLst>
          </p:cNvPr>
          <p:cNvSpPr>
            <a:spLocks noGrp="1"/>
          </p:cNvSpPr>
          <p:nvPr/>
        </p:nvSpPr>
        <p:spPr>
          <a:xfrm>
            <a:off x="8915400" y="4695825"/>
            <a:ext cx="2667000" cy="26670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공공 인공지능 대전환</a:t>
            </a:r>
          </a:p>
        </p:txBody>
      </p:sp>
      <p:sp>
        <p:nvSpPr>
          <p:cNvPr id="17" name="03">
            <a:extLst>
              <a:ext uri="{FF2B5EF4-FFF2-40B4-BE49-F238E27FC236}">
                <a16:creationId xmlns:a16="http://schemas.microsoft.com/office/drawing/2014/main" id="{4958CEA5-3809-46E6-A115-2F70C60BA38F}"/>
              </a:ext>
            </a:extLst>
          </p:cNvPr>
          <p:cNvSpPr>
            <a:spLocks noGrp="1"/>
          </p:cNvSpPr>
          <p:nvPr/>
        </p:nvSpPr>
        <p:spPr>
          <a:xfrm>
            <a:off x="8420100" y="5219700"/>
            <a:ext cx="419100" cy="26670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18" name="글로벌 AI 기본사회 기여">
            <a:extLst>
              <a:ext uri="{FF2B5EF4-FFF2-40B4-BE49-F238E27FC236}">
                <a16:creationId xmlns:a16="http://schemas.microsoft.com/office/drawing/2014/main" id="{D69856F2-56E1-4859-88EA-B5338983C75D}"/>
              </a:ext>
            </a:extLst>
          </p:cNvPr>
          <p:cNvSpPr>
            <a:spLocks noGrp="1"/>
          </p:cNvSpPr>
          <p:nvPr/>
        </p:nvSpPr>
        <p:spPr>
          <a:xfrm>
            <a:off x="8915400" y="5200650"/>
            <a:ext cx="2667000" cy="304800"/>
          </a:xfrm>
          <a:prstGeom prst="rect">
            <a:avLst/>
          </a:prstGeom>
          <a:noFill/>
          <a:ln w="0">
            <a:noFill/>
          </a:ln>
        </p:spPr>
        <p:txBody>
          <a:bodyPr lIns="0" tIns="0" rIns="0" bIns="0" anchor="ctr">
            <a:noAutofit/>
          </a:bodyPr>
          <a:lstStyle>
            <a:defPPr algn="l">
              <a:defRPr sz="1650" b="0">
                <a:solidFill>
                  <a:srgbClr val="17262C"/>
                </a:solidFill>
                <a:latin typeface="Noto Sans KR"/>
                <a:ea typeface="Noto Sans KR"/>
                <a:cs typeface="Noto Sans KR"/>
              </a:defRPr>
            </a:defPPr>
            <a:lvl1pPr algn="l">
              <a:defRPr sz="1650" b="0">
                <a:solidFill>
                  <a:srgbClr val="17262C"/>
                </a:solidFill>
                <a:latin typeface="Noto Sans KR"/>
                <a:ea typeface="Noto Sans KR"/>
                <a:cs typeface="Noto Sans KR"/>
              </a:defRPr>
            </a:lvl1pPr>
            <a:lvl2pPr algn="l">
              <a:defRPr sz="1650" b="0">
                <a:solidFill>
                  <a:srgbClr val="17262C"/>
                </a:solidFill>
                <a:latin typeface="Noto Sans KR"/>
                <a:ea typeface="Noto Sans KR"/>
                <a:cs typeface="Noto Sans KR"/>
              </a:defRPr>
            </a:lvl2pPr>
            <a:lvl3pPr algn="l">
              <a:defRPr sz="1650" b="0">
                <a:solidFill>
                  <a:srgbClr val="17262C"/>
                </a:solidFill>
                <a:latin typeface="Noto Sans KR"/>
                <a:ea typeface="Noto Sans KR"/>
                <a:cs typeface="Noto Sans KR"/>
              </a:defRPr>
            </a:lvl3pPr>
            <a:lvl4pPr algn="l">
              <a:defRPr sz="1650" b="0">
                <a:solidFill>
                  <a:srgbClr val="17262C"/>
                </a:solidFill>
                <a:latin typeface="Noto Sans KR"/>
                <a:ea typeface="Noto Sans KR"/>
                <a:cs typeface="Noto Sans KR"/>
              </a:defRPr>
            </a:lvl4pPr>
            <a:lvl5pPr algn="l">
              <a:defRPr sz="1650" b="0">
                <a:solidFill>
                  <a:srgbClr val="17262C"/>
                </a:solidFill>
                <a:latin typeface="Noto Sans KR"/>
                <a:ea typeface="Noto Sans KR"/>
                <a:cs typeface="Noto Sans KR"/>
              </a:defRPr>
            </a:lvl5pPr>
            <a:lvl6pPr algn="l">
              <a:defRPr sz="1650" b="0">
                <a:solidFill>
                  <a:srgbClr val="17262C"/>
                </a:solidFill>
                <a:latin typeface="Noto Sans KR"/>
                <a:ea typeface="Noto Sans KR"/>
                <a:cs typeface="Noto Sans KR"/>
              </a:defRPr>
            </a:lvl6pPr>
            <a:lvl7pPr algn="l">
              <a:defRPr sz="1650" b="0">
                <a:solidFill>
                  <a:srgbClr val="17262C"/>
                </a:solidFill>
                <a:latin typeface="Noto Sans KR"/>
                <a:ea typeface="Noto Sans KR"/>
                <a:cs typeface="Noto Sans KR"/>
              </a:defRPr>
            </a:lvl7pPr>
            <a:lvl8pPr algn="l">
              <a:defRPr sz="1650" b="0">
                <a:solidFill>
                  <a:srgbClr val="17262C"/>
                </a:solidFill>
                <a:latin typeface="Noto Sans KR"/>
                <a:ea typeface="Noto Sans KR"/>
                <a:cs typeface="Noto Sans KR"/>
              </a:defRPr>
            </a:lvl8pPr>
            <a:lvl9pPr algn="l">
              <a:defRPr sz="1650" b="0">
                <a:solidFill>
                  <a:srgbClr val="17262C"/>
                </a:solidFill>
                <a:latin typeface="Noto Sans KR"/>
                <a:ea typeface="Noto Sans KR"/>
                <a:cs typeface="Noto Sans KR"/>
              </a:defRPr>
            </a:lvl9pPr>
          </a:lstStyle>
          <a:p>
            <a:pPr algn="l">
              <a:defRPr sz="1650" b="0">
                <a:solidFill>
                  <a:srgbClr val="17262C"/>
                </a:solidFill>
                <a:latin typeface="Noto Sans KR"/>
                <a:ea typeface="Noto Sans KR"/>
                <a:cs typeface="Noto Sans KR"/>
              </a:defRPr>
            </a:pPr>
            <a:r>
              <a:rPr sz="1650" b="0">
                <a:solidFill>
                  <a:srgbClr val="17262C"/>
                </a:solidFill>
                <a:latin typeface="Noto Sans KR"/>
                <a:ea typeface="Noto Sans KR"/>
                <a:cs typeface="Noto Sans KR"/>
              </a:rPr>
              <a:t>글로벌 AI 기본사회 기여</a:t>
            </a:r>
          </a:p>
        </p:txBody>
      </p:sp>
    </p:spTree>
    <p:extLst>
      <p:ext uri="{BB962C8B-B14F-4D97-AF65-F5344CB8AC3E}">
        <p14:creationId xmlns:p14="http://schemas.microsoft.com/office/powerpoint/2010/main" val="1500668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10" name="공공AX의 비전과 미션">
            <a:extLst>
              <a:ext uri="{FF2B5EF4-FFF2-40B4-BE49-F238E27FC236}">
                <a16:creationId xmlns:a16="http://schemas.microsoft.com/office/drawing/2014/main" id="{6108AD57-8263-4532-8AC0-EEDA4392AD1F}"/>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공공AX의 비전과 미션</a:t>
            </a:r>
          </a:p>
        </p:txBody>
      </p:sp>
      <p:sp>
        <p:nvSpPr>
          <p:cNvPr id="2" name="02">
            <a:extLst>
              <a:ext uri="{FF2B5EF4-FFF2-40B4-BE49-F238E27FC236}">
                <a16:creationId xmlns:a16="http://schemas.microsoft.com/office/drawing/2014/main" id="{13833493-2760-406A-9E38-6EDFD346C785}"/>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02</a:t>
            </a:r>
          </a:p>
        </p:txBody>
      </p:sp>
      <p:sp>
        <p:nvSpPr>
          <p:cNvPr id="3" name="AI Native 정부">
            <a:extLst>
              <a:ext uri="{FF2B5EF4-FFF2-40B4-BE49-F238E27FC236}">
                <a16:creationId xmlns:a16="http://schemas.microsoft.com/office/drawing/2014/main" id="{7CEA850B-876E-4746-9CFE-C451F365AF83}"/>
              </a:ext>
            </a:extLst>
          </p:cNvPr>
          <p:cNvSpPr>
            <a:spLocks noGrp="1"/>
          </p:cNvSpPr>
          <p:nvPr/>
        </p:nvSpPr>
        <p:spPr>
          <a:xfrm>
            <a:off x="609600" y="2143125"/>
            <a:ext cx="5286375" cy="1866900"/>
          </a:xfrm>
          <a:prstGeom prst="rect">
            <a:avLst/>
          </a:prstGeom>
          <a:noFill/>
          <a:ln w="0">
            <a:noFill/>
          </a:ln>
        </p:spPr>
        <p:txBody>
          <a:bodyPr lIns="0" tIns="0" rIns="0" bIns="0" anchor="ctr">
            <a:noAutofit/>
          </a:bodyPr>
          <a:lstStyle>
            <a:defPPr algn="l">
              <a:defRPr sz="5475" b="1">
                <a:solidFill>
                  <a:srgbClr val="17262C"/>
                </a:solidFill>
                <a:latin typeface="Noto Sans KR"/>
                <a:ea typeface="Noto Sans KR"/>
                <a:cs typeface="Noto Sans KR"/>
              </a:defRPr>
            </a:defPPr>
            <a:lvl1pPr algn="l">
              <a:defRPr sz="5475" b="1">
                <a:solidFill>
                  <a:srgbClr val="17262C"/>
                </a:solidFill>
                <a:latin typeface="Noto Sans KR"/>
                <a:ea typeface="Noto Sans KR"/>
                <a:cs typeface="Noto Sans KR"/>
              </a:defRPr>
            </a:lvl1pPr>
            <a:lvl2pPr algn="l">
              <a:defRPr sz="5475" b="1">
                <a:solidFill>
                  <a:srgbClr val="17262C"/>
                </a:solidFill>
                <a:latin typeface="Noto Sans KR"/>
                <a:ea typeface="Noto Sans KR"/>
                <a:cs typeface="Noto Sans KR"/>
              </a:defRPr>
            </a:lvl2pPr>
            <a:lvl3pPr algn="l">
              <a:defRPr sz="5475" b="1">
                <a:solidFill>
                  <a:srgbClr val="17262C"/>
                </a:solidFill>
                <a:latin typeface="Noto Sans KR"/>
                <a:ea typeface="Noto Sans KR"/>
                <a:cs typeface="Noto Sans KR"/>
              </a:defRPr>
            </a:lvl3pPr>
            <a:lvl4pPr algn="l">
              <a:defRPr sz="5475" b="1">
                <a:solidFill>
                  <a:srgbClr val="17262C"/>
                </a:solidFill>
                <a:latin typeface="Noto Sans KR"/>
                <a:ea typeface="Noto Sans KR"/>
                <a:cs typeface="Noto Sans KR"/>
              </a:defRPr>
            </a:lvl4pPr>
            <a:lvl5pPr algn="l">
              <a:defRPr sz="5475" b="1">
                <a:solidFill>
                  <a:srgbClr val="17262C"/>
                </a:solidFill>
                <a:latin typeface="Noto Sans KR"/>
                <a:ea typeface="Noto Sans KR"/>
                <a:cs typeface="Noto Sans KR"/>
              </a:defRPr>
            </a:lvl5pPr>
            <a:lvl6pPr algn="l">
              <a:defRPr sz="5475" b="1">
                <a:solidFill>
                  <a:srgbClr val="17262C"/>
                </a:solidFill>
                <a:latin typeface="Noto Sans KR"/>
                <a:ea typeface="Noto Sans KR"/>
                <a:cs typeface="Noto Sans KR"/>
              </a:defRPr>
            </a:lvl6pPr>
            <a:lvl7pPr algn="l">
              <a:defRPr sz="5475" b="1">
                <a:solidFill>
                  <a:srgbClr val="17262C"/>
                </a:solidFill>
                <a:latin typeface="Noto Sans KR"/>
                <a:ea typeface="Noto Sans KR"/>
                <a:cs typeface="Noto Sans KR"/>
              </a:defRPr>
            </a:lvl7pPr>
            <a:lvl8pPr algn="l">
              <a:defRPr sz="5475" b="1">
                <a:solidFill>
                  <a:srgbClr val="17262C"/>
                </a:solidFill>
                <a:latin typeface="Noto Sans KR"/>
                <a:ea typeface="Noto Sans KR"/>
                <a:cs typeface="Noto Sans KR"/>
              </a:defRPr>
            </a:lvl8pPr>
            <a:lvl9pPr algn="l">
              <a:defRPr sz="5475" b="1">
                <a:solidFill>
                  <a:srgbClr val="17262C"/>
                </a:solidFill>
                <a:latin typeface="Noto Sans KR"/>
                <a:ea typeface="Noto Sans KR"/>
                <a:cs typeface="Noto Sans KR"/>
              </a:defRPr>
            </a:lvl9pPr>
          </a:lstStyle>
          <a:p>
            <a:pPr algn="l">
              <a:defRPr sz="5475" b="1">
                <a:solidFill>
                  <a:srgbClr val="17262C"/>
                </a:solidFill>
                <a:latin typeface="Noto Sans KR"/>
                <a:ea typeface="Noto Sans KR"/>
                <a:cs typeface="Noto Sans KR"/>
              </a:defRPr>
            </a:pPr>
            <a:r>
              <a:rPr sz="5475" b="1">
                <a:solidFill>
                  <a:srgbClr val="17262C"/>
                </a:solidFill>
                <a:latin typeface="Noto Sans KR"/>
                <a:ea typeface="Noto Sans KR"/>
                <a:cs typeface="Noto Sans KR"/>
              </a:rPr>
              <a:t>AI Native</a:t>
            </a:r>
          </a:p>
          <a:p>
            <a:pPr algn="l">
              <a:defRPr sz="5475" b="1">
                <a:solidFill>
                  <a:srgbClr val="17262C"/>
                </a:solidFill>
                <a:latin typeface="Noto Sans KR"/>
                <a:ea typeface="Noto Sans KR"/>
                <a:cs typeface="Noto Sans KR"/>
              </a:defRPr>
            </a:pPr>
            <a:r>
              <a:rPr sz="5475" b="1">
                <a:solidFill>
                  <a:srgbClr val="17262C"/>
                </a:solidFill>
                <a:latin typeface="Noto Sans KR"/>
                <a:ea typeface="Noto Sans KR"/>
                <a:cs typeface="Noto Sans KR"/>
              </a:rPr>
              <a:t>정부</a:t>
            </a:r>
          </a:p>
        </p:txBody>
      </p:sp>
      <p:sp>
        <p:nvSpPr>
          <p:cNvPr id="4" name="비전">
            <a:extLst>
              <a:ext uri="{FF2B5EF4-FFF2-40B4-BE49-F238E27FC236}">
                <a16:creationId xmlns:a16="http://schemas.microsoft.com/office/drawing/2014/main" id="{4BB0B3F1-4547-4798-A465-5C4D9AE27CD4}"/>
              </a:ext>
            </a:extLst>
          </p:cNvPr>
          <p:cNvSpPr>
            <a:spLocks noGrp="1"/>
          </p:cNvSpPr>
          <p:nvPr/>
        </p:nvSpPr>
        <p:spPr>
          <a:xfrm>
            <a:off x="6705600" y="2076450"/>
            <a:ext cx="487680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비전</a:t>
            </a:r>
          </a:p>
        </p:txBody>
      </p:sp>
      <p:sp>
        <p:nvSpPr>
          <p:cNvPr id="5" name="모든 행정·공공서비스를 데이터와 AI 기반으로 재설계">
            <a:extLst>
              <a:ext uri="{FF2B5EF4-FFF2-40B4-BE49-F238E27FC236}">
                <a16:creationId xmlns:a16="http://schemas.microsoft.com/office/drawing/2014/main" id="{8C007D99-D6B4-4BEC-8812-E2E5D969680E}"/>
              </a:ext>
            </a:extLst>
          </p:cNvPr>
          <p:cNvSpPr>
            <a:spLocks noGrp="1"/>
          </p:cNvSpPr>
          <p:nvPr/>
        </p:nvSpPr>
        <p:spPr>
          <a:xfrm>
            <a:off x="6705600" y="2524125"/>
            <a:ext cx="4876800" cy="952500"/>
          </a:xfrm>
          <a:prstGeom prst="rect">
            <a:avLst/>
          </a:prstGeom>
          <a:noFill/>
          <a:ln w="0">
            <a:noFill/>
          </a:ln>
        </p:spPr>
        <p:txBody>
          <a:bodyPr lIns="0" tIns="0" rIns="0" bIns="0" anchor="ctr">
            <a:noAutofit/>
          </a:bodyPr>
          <a:lstStyle>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모든 행정·공공서비스를</a:t>
            </a:r>
          </a:p>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데이터와 AI 기반으로 재설계</a:t>
            </a:r>
          </a:p>
        </p:txBody>
      </p:sp>
      <p:sp>
        <p:nvSpPr>
          <p:cNvPr id="6" name="직선 연결선 5">
            <a:extLst>
              <a:ext uri="{FF2B5EF4-FFF2-40B4-BE49-F238E27FC236}">
                <a16:creationId xmlns:a16="http://schemas.microsoft.com/office/drawing/2014/main" id="{A2801A3A-DD45-4A26-AECA-8501DC104698}"/>
              </a:ext>
            </a:extLst>
          </p:cNvPr>
          <p:cNvSpPr>
            <a:spLocks noGrp="1"/>
          </p:cNvSpPr>
          <p:nvPr/>
        </p:nvSpPr>
        <p:spPr>
          <a:xfrm>
            <a:off x="6705600" y="3905250"/>
            <a:ext cx="4876800" cy="0"/>
          </a:xfrm>
          <a:prstGeom prst="line">
            <a:avLst/>
          </a:prstGeom>
          <a:noFill/>
          <a:ln w="9525">
            <a:solidFill>
              <a:srgbClr val="B3C3C1"/>
            </a:solidFill>
          </a:ln>
        </p:spPr>
      </p:sp>
      <p:sp>
        <p:nvSpPr>
          <p:cNvPr id="7" name="미션">
            <a:extLst>
              <a:ext uri="{FF2B5EF4-FFF2-40B4-BE49-F238E27FC236}">
                <a16:creationId xmlns:a16="http://schemas.microsoft.com/office/drawing/2014/main" id="{EAC940ED-8782-4A0A-BF17-11B1B0963754}"/>
              </a:ext>
            </a:extLst>
          </p:cNvPr>
          <p:cNvSpPr>
            <a:spLocks noGrp="1"/>
          </p:cNvSpPr>
          <p:nvPr/>
        </p:nvSpPr>
        <p:spPr>
          <a:xfrm>
            <a:off x="6705600" y="4276725"/>
            <a:ext cx="487680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미션</a:t>
            </a:r>
          </a:p>
        </p:txBody>
      </p:sp>
      <p:sp>
        <p:nvSpPr>
          <p:cNvPr id="8" name="국민 삶의 질 행정의 효율과 신뢰">
            <a:extLst>
              <a:ext uri="{FF2B5EF4-FFF2-40B4-BE49-F238E27FC236}">
                <a16:creationId xmlns:a16="http://schemas.microsoft.com/office/drawing/2014/main" id="{EEF5ED06-BB21-4095-AF07-436C890064FE}"/>
              </a:ext>
            </a:extLst>
          </p:cNvPr>
          <p:cNvSpPr>
            <a:spLocks noGrp="1"/>
          </p:cNvSpPr>
          <p:nvPr/>
        </p:nvSpPr>
        <p:spPr>
          <a:xfrm>
            <a:off x="6705600" y="4714875"/>
            <a:ext cx="4876800" cy="1000125"/>
          </a:xfrm>
          <a:prstGeom prst="rect">
            <a:avLst/>
          </a:prstGeom>
          <a:noFill/>
          <a:ln w="0">
            <a:noFill/>
          </a:ln>
        </p:spPr>
        <p:txBody>
          <a:bodyPr lIns="0" tIns="0" rIns="0" bIns="0" anchor="ctr">
            <a:noAutofit/>
          </a:bodyPr>
          <a:lstStyle>
            <a:defPPr algn="l">
              <a:defRPr sz="2775" b="1">
                <a:solidFill>
                  <a:srgbClr val="17262C"/>
                </a:solidFill>
                <a:latin typeface="Noto Sans KR"/>
                <a:ea typeface="Noto Sans KR"/>
                <a:cs typeface="Noto Sans KR"/>
              </a:defRPr>
            </a:defPPr>
            <a:lvl1pPr algn="l">
              <a:defRPr sz="2775" b="1">
                <a:solidFill>
                  <a:srgbClr val="17262C"/>
                </a:solidFill>
                <a:latin typeface="Noto Sans KR"/>
                <a:ea typeface="Noto Sans KR"/>
                <a:cs typeface="Noto Sans KR"/>
              </a:defRPr>
            </a:lvl1pPr>
            <a:lvl2pPr algn="l">
              <a:defRPr sz="2775" b="1">
                <a:solidFill>
                  <a:srgbClr val="17262C"/>
                </a:solidFill>
                <a:latin typeface="Noto Sans KR"/>
                <a:ea typeface="Noto Sans KR"/>
                <a:cs typeface="Noto Sans KR"/>
              </a:defRPr>
            </a:lvl2pPr>
            <a:lvl3pPr algn="l">
              <a:defRPr sz="2775" b="1">
                <a:solidFill>
                  <a:srgbClr val="17262C"/>
                </a:solidFill>
                <a:latin typeface="Noto Sans KR"/>
                <a:ea typeface="Noto Sans KR"/>
                <a:cs typeface="Noto Sans KR"/>
              </a:defRPr>
            </a:lvl3pPr>
            <a:lvl4pPr algn="l">
              <a:defRPr sz="2775" b="1">
                <a:solidFill>
                  <a:srgbClr val="17262C"/>
                </a:solidFill>
                <a:latin typeface="Noto Sans KR"/>
                <a:ea typeface="Noto Sans KR"/>
                <a:cs typeface="Noto Sans KR"/>
              </a:defRPr>
            </a:lvl4pPr>
            <a:lvl5pPr algn="l">
              <a:defRPr sz="2775" b="1">
                <a:solidFill>
                  <a:srgbClr val="17262C"/>
                </a:solidFill>
                <a:latin typeface="Noto Sans KR"/>
                <a:ea typeface="Noto Sans KR"/>
                <a:cs typeface="Noto Sans KR"/>
              </a:defRPr>
            </a:lvl5pPr>
            <a:lvl6pPr algn="l">
              <a:defRPr sz="2775" b="1">
                <a:solidFill>
                  <a:srgbClr val="17262C"/>
                </a:solidFill>
                <a:latin typeface="Noto Sans KR"/>
                <a:ea typeface="Noto Sans KR"/>
                <a:cs typeface="Noto Sans KR"/>
              </a:defRPr>
            </a:lvl6pPr>
            <a:lvl7pPr algn="l">
              <a:defRPr sz="2775" b="1">
                <a:solidFill>
                  <a:srgbClr val="17262C"/>
                </a:solidFill>
                <a:latin typeface="Noto Sans KR"/>
                <a:ea typeface="Noto Sans KR"/>
                <a:cs typeface="Noto Sans KR"/>
              </a:defRPr>
            </a:lvl7pPr>
            <a:lvl8pPr algn="l">
              <a:defRPr sz="2775" b="1">
                <a:solidFill>
                  <a:srgbClr val="17262C"/>
                </a:solidFill>
                <a:latin typeface="Noto Sans KR"/>
                <a:ea typeface="Noto Sans KR"/>
                <a:cs typeface="Noto Sans KR"/>
              </a:defRPr>
            </a:lvl8pPr>
            <a:lvl9pPr algn="l">
              <a:defRPr sz="2775" b="1">
                <a:solidFill>
                  <a:srgbClr val="17262C"/>
                </a:solidFill>
                <a:latin typeface="Noto Sans KR"/>
                <a:ea typeface="Noto Sans KR"/>
                <a:cs typeface="Noto Sans KR"/>
              </a:defRPr>
            </a:lvl9pPr>
          </a:lstStyle>
          <a:p>
            <a:pPr algn="l">
              <a:defRPr sz="2775" b="1">
                <a:solidFill>
                  <a:srgbClr val="17262C"/>
                </a:solidFill>
                <a:latin typeface="Noto Sans KR"/>
                <a:ea typeface="Noto Sans KR"/>
                <a:cs typeface="Noto Sans KR"/>
              </a:defRPr>
            </a:pPr>
            <a:r>
              <a:rPr sz="2775" b="1">
                <a:solidFill>
                  <a:srgbClr val="17262C"/>
                </a:solidFill>
                <a:latin typeface="Noto Sans KR"/>
                <a:ea typeface="Noto Sans KR"/>
                <a:cs typeface="Noto Sans KR"/>
              </a:rPr>
              <a:t>국민 삶의 질</a:t>
            </a:r>
          </a:p>
          <a:p>
            <a:pPr algn="l">
              <a:defRPr sz="2775" b="1">
                <a:solidFill>
                  <a:srgbClr val="17262C"/>
                </a:solidFill>
                <a:latin typeface="Noto Sans KR"/>
                <a:ea typeface="Noto Sans KR"/>
                <a:cs typeface="Noto Sans KR"/>
              </a:defRPr>
            </a:pPr>
            <a:r>
              <a:rPr sz="2775" b="1">
                <a:solidFill>
                  <a:srgbClr val="17262C"/>
                </a:solidFill>
                <a:latin typeface="Noto Sans KR"/>
                <a:ea typeface="Noto Sans KR"/>
                <a:cs typeface="Noto Sans KR"/>
              </a:rPr>
              <a:t>행정의 효율과 신뢰</a:t>
            </a:r>
          </a:p>
        </p:txBody>
      </p:sp>
      <p:sp>
        <p:nvSpPr>
          <p:cNvPr id="9" name="새로운 변화에 능동적으로 대응하는 정부">
            <a:extLst>
              <a:ext uri="{FF2B5EF4-FFF2-40B4-BE49-F238E27FC236}">
                <a16:creationId xmlns:a16="http://schemas.microsoft.com/office/drawing/2014/main" id="{2B7C8BED-E46C-4AAB-93E8-71BF8D8D8A80}"/>
              </a:ext>
            </a:extLst>
          </p:cNvPr>
          <p:cNvSpPr>
            <a:spLocks noGrp="1"/>
          </p:cNvSpPr>
          <p:nvPr/>
        </p:nvSpPr>
        <p:spPr>
          <a:xfrm>
            <a:off x="609600" y="6334125"/>
            <a:ext cx="10972800" cy="257175"/>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새로운 변화에 능동적으로 대응하는 정부</a:t>
            </a:r>
          </a:p>
        </p:txBody>
      </p:sp>
    </p:spTree>
    <p:extLst>
      <p:ext uri="{BB962C8B-B14F-4D97-AF65-F5344CB8AC3E}">
        <p14:creationId xmlns:p14="http://schemas.microsoft.com/office/powerpoint/2010/main" val="950048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38" name="행동계획의 15개 과제">
            <a:extLst>
              <a:ext uri="{FF2B5EF4-FFF2-40B4-BE49-F238E27FC236}">
                <a16:creationId xmlns:a16="http://schemas.microsoft.com/office/drawing/2014/main" id="{5CF442A7-7C1D-421A-B9D4-2AAD308A6403}"/>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행동계획의 15개 과제</a:t>
            </a:r>
          </a:p>
        </p:txBody>
      </p:sp>
      <p:sp>
        <p:nvSpPr>
          <p:cNvPr id="2" name="03">
            <a:extLst>
              <a:ext uri="{FF2B5EF4-FFF2-40B4-BE49-F238E27FC236}">
                <a16:creationId xmlns:a16="http://schemas.microsoft.com/office/drawing/2014/main" id="{796E6663-0B38-494B-AA4F-6F9D9D6CA97F}"/>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3" name="원문 과제 50~64">
            <a:extLst>
              <a:ext uri="{FF2B5EF4-FFF2-40B4-BE49-F238E27FC236}">
                <a16:creationId xmlns:a16="http://schemas.microsoft.com/office/drawing/2014/main" id="{B1518A93-61A3-47E1-9E88-3F74838E0ACD}"/>
              </a:ext>
            </a:extLst>
          </p:cNvPr>
          <p:cNvSpPr>
            <a:spLocks noGrp="1"/>
          </p:cNvSpPr>
          <p:nvPr/>
        </p:nvSpPr>
        <p:spPr>
          <a:xfrm>
            <a:off x="609600" y="1428750"/>
            <a:ext cx="10972800" cy="30480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원문 과제 50~64</a:t>
            </a:r>
          </a:p>
        </p:txBody>
      </p:sp>
      <p:sp>
        <p:nvSpPr>
          <p:cNvPr id="4" name="직선 연결선 3">
            <a:extLst>
              <a:ext uri="{FF2B5EF4-FFF2-40B4-BE49-F238E27FC236}">
                <a16:creationId xmlns:a16="http://schemas.microsoft.com/office/drawing/2014/main" id="{C86F469D-965B-434A-8B3B-710EA432F767}"/>
              </a:ext>
            </a:extLst>
          </p:cNvPr>
          <p:cNvSpPr>
            <a:spLocks noGrp="1"/>
          </p:cNvSpPr>
          <p:nvPr/>
        </p:nvSpPr>
        <p:spPr>
          <a:xfrm>
            <a:off x="609600" y="2114550"/>
            <a:ext cx="3276600" cy="0"/>
          </a:xfrm>
          <a:prstGeom prst="line">
            <a:avLst/>
          </a:prstGeom>
          <a:noFill/>
          <a:ln w="9525">
            <a:solidFill>
              <a:srgbClr val="B3C3C1"/>
            </a:solidFill>
          </a:ln>
        </p:spPr>
      </p:sp>
      <p:sp>
        <p:nvSpPr>
          <p:cNvPr id="5" name="01">
            <a:extLst>
              <a:ext uri="{FF2B5EF4-FFF2-40B4-BE49-F238E27FC236}">
                <a16:creationId xmlns:a16="http://schemas.microsoft.com/office/drawing/2014/main" id="{55ED1E67-6C21-415F-9D3B-BF74C76E0B7E}"/>
              </a:ext>
            </a:extLst>
          </p:cNvPr>
          <p:cNvSpPr>
            <a:spLocks noGrp="1"/>
          </p:cNvSpPr>
          <p:nvPr/>
        </p:nvSpPr>
        <p:spPr>
          <a:xfrm>
            <a:off x="609600" y="240030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6" name="AI-Native 협업체계">
            <a:extLst>
              <a:ext uri="{FF2B5EF4-FFF2-40B4-BE49-F238E27FC236}">
                <a16:creationId xmlns:a16="http://schemas.microsoft.com/office/drawing/2014/main" id="{E1C951D1-EDFC-4DF8-A913-A216A9EC91E1}"/>
              </a:ext>
            </a:extLst>
          </p:cNvPr>
          <p:cNvSpPr>
            <a:spLocks noGrp="1"/>
          </p:cNvSpPr>
          <p:nvPr/>
        </p:nvSpPr>
        <p:spPr>
          <a:xfrm>
            <a:off x="1162050" y="2390775"/>
            <a:ext cx="2809875" cy="381000"/>
          </a:xfrm>
          <a:prstGeom prst="rect">
            <a:avLst/>
          </a:prstGeom>
          <a:noFill/>
          <a:ln w="0">
            <a:noFill/>
          </a:ln>
        </p:spPr>
        <p:txBody>
          <a:bodyPr lIns="0" tIns="0" rIns="0" bIns="0" anchor="ctr">
            <a:noAutofit/>
          </a:bodyPr>
          <a:lstStyle>
            <a:defPPr algn="l">
              <a:defRPr sz="1725" b="1">
                <a:solidFill>
                  <a:srgbClr val="17262C"/>
                </a:solidFill>
                <a:latin typeface="Noto Sans KR"/>
                <a:ea typeface="Noto Sans KR"/>
                <a:cs typeface="Noto Sans KR"/>
              </a:defRPr>
            </a:defPPr>
            <a:lvl1pPr algn="l">
              <a:defRPr sz="1725" b="1">
                <a:solidFill>
                  <a:srgbClr val="17262C"/>
                </a:solidFill>
                <a:latin typeface="Noto Sans KR"/>
                <a:ea typeface="Noto Sans KR"/>
                <a:cs typeface="Noto Sans KR"/>
              </a:defRPr>
            </a:lvl1pPr>
            <a:lvl2pPr algn="l">
              <a:defRPr sz="1725" b="1">
                <a:solidFill>
                  <a:srgbClr val="17262C"/>
                </a:solidFill>
                <a:latin typeface="Noto Sans KR"/>
                <a:ea typeface="Noto Sans KR"/>
                <a:cs typeface="Noto Sans KR"/>
              </a:defRPr>
            </a:lvl2pPr>
            <a:lvl3pPr algn="l">
              <a:defRPr sz="1725" b="1">
                <a:solidFill>
                  <a:srgbClr val="17262C"/>
                </a:solidFill>
                <a:latin typeface="Noto Sans KR"/>
                <a:ea typeface="Noto Sans KR"/>
                <a:cs typeface="Noto Sans KR"/>
              </a:defRPr>
            </a:lvl3pPr>
            <a:lvl4pPr algn="l">
              <a:defRPr sz="1725" b="1">
                <a:solidFill>
                  <a:srgbClr val="17262C"/>
                </a:solidFill>
                <a:latin typeface="Noto Sans KR"/>
                <a:ea typeface="Noto Sans KR"/>
                <a:cs typeface="Noto Sans KR"/>
              </a:defRPr>
            </a:lvl4pPr>
            <a:lvl5pPr algn="l">
              <a:defRPr sz="1725" b="1">
                <a:solidFill>
                  <a:srgbClr val="17262C"/>
                </a:solidFill>
                <a:latin typeface="Noto Sans KR"/>
                <a:ea typeface="Noto Sans KR"/>
                <a:cs typeface="Noto Sans KR"/>
              </a:defRPr>
            </a:lvl5pPr>
            <a:lvl6pPr algn="l">
              <a:defRPr sz="1725" b="1">
                <a:solidFill>
                  <a:srgbClr val="17262C"/>
                </a:solidFill>
                <a:latin typeface="Noto Sans KR"/>
                <a:ea typeface="Noto Sans KR"/>
                <a:cs typeface="Noto Sans KR"/>
              </a:defRPr>
            </a:lvl6pPr>
            <a:lvl7pPr algn="l">
              <a:defRPr sz="1725" b="1">
                <a:solidFill>
                  <a:srgbClr val="17262C"/>
                </a:solidFill>
                <a:latin typeface="Noto Sans KR"/>
                <a:ea typeface="Noto Sans KR"/>
                <a:cs typeface="Noto Sans KR"/>
              </a:defRPr>
            </a:lvl7pPr>
            <a:lvl8pPr algn="l">
              <a:defRPr sz="1725" b="1">
                <a:solidFill>
                  <a:srgbClr val="17262C"/>
                </a:solidFill>
                <a:latin typeface="Noto Sans KR"/>
                <a:ea typeface="Noto Sans KR"/>
                <a:cs typeface="Noto Sans KR"/>
              </a:defRPr>
            </a:lvl8pPr>
            <a:lvl9pPr algn="l">
              <a:defRPr sz="1725" b="1">
                <a:solidFill>
                  <a:srgbClr val="17262C"/>
                </a:solidFill>
                <a:latin typeface="Noto Sans KR"/>
                <a:ea typeface="Noto Sans KR"/>
                <a:cs typeface="Noto Sans KR"/>
              </a:defRPr>
            </a:lvl9pPr>
          </a:lstStyle>
          <a:p>
            <a:pPr algn="l">
              <a:defRPr sz="1725" b="1">
                <a:solidFill>
                  <a:srgbClr val="17262C"/>
                </a:solidFill>
                <a:latin typeface="Noto Sans KR"/>
                <a:ea typeface="Noto Sans KR"/>
                <a:cs typeface="Noto Sans KR"/>
              </a:defRPr>
            </a:pPr>
            <a:r>
              <a:rPr sz="1725" b="1">
                <a:solidFill>
                  <a:srgbClr val="17262C"/>
                </a:solidFill>
                <a:latin typeface="Noto Sans KR"/>
                <a:ea typeface="Noto Sans KR"/>
                <a:cs typeface="Noto Sans KR"/>
              </a:rPr>
              <a:t>AI-Native 협업체계</a:t>
            </a:r>
          </a:p>
        </p:txBody>
      </p:sp>
      <p:sp>
        <p:nvSpPr>
          <p:cNvPr id="7" name="02">
            <a:extLst>
              <a:ext uri="{FF2B5EF4-FFF2-40B4-BE49-F238E27FC236}">
                <a16:creationId xmlns:a16="http://schemas.microsoft.com/office/drawing/2014/main" id="{3032D237-6D32-4368-A039-B1D88BD2CFC5}"/>
              </a:ext>
            </a:extLst>
          </p:cNvPr>
          <p:cNvSpPr>
            <a:spLocks noGrp="1"/>
          </p:cNvSpPr>
          <p:nvPr/>
        </p:nvSpPr>
        <p:spPr>
          <a:xfrm>
            <a:off x="609600" y="3095625"/>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02</a:t>
            </a:r>
          </a:p>
        </p:txBody>
      </p:sp>
      <p:sp>
        <p:nvSpPr>
          <p:cNvPr id="8" name="AI 업무관리 플랫폼">
            <a:extLst>
              <a:ext uri="{FF2B5EF4-FFF2-40B4-BE49-F238E27FC236}">
                <a16:creationId xmlns:a16="http://schemas.microsoft.com/office/drawing/2014/main" id="{416A25FC-1415-45A1-9536-2DB550BE7592}"/>
              </a:ext>
            </a:extLst>
          </p:cNvPr>
          <p:cNvSpPr>
            <a:spLocks noGrp="1"/>
          </p:cNvSpPr>
          <p:nvPr/>
        </p:nvSpPr>
        <p:spPr>
          <a:xfrm>
            <a:off x="1162050" y="3086100"/>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AI 업무관리 플랫폼</a:t>
            </a:r>
          </a:p>
        </p:txBody>
      </p:sp>
      <p:sp>
        <p:nvSpPr>
          <p:cNvPr id="9" name="03">
            <a:extLst>
              <a:ext uri="{FF2B5EF4-FFF2-40B4-BE49-F238E27FC236}">
                <a16:creationId xmlns:a16="http://schemas.microsoft.com/office/drawing/2014/main" id="{BAD824AC-EF32-48BF-847D-99EAA3B12413}"/>
              </a:ext>
            </a:extLst>
          </p:cNvPr>
          <p:cNvSpPr>
            <a:spLocks noGrp="1"/>
          </p:cNvSpPr>
          <p:nvPr/>
        </p:nvSpPr>
        <p:spPr>
          <a:xfrm>
            <a:off x="609600" y="379095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10" name="민간 클라우드 전환">
            <a:extLst>
              <a:ext uri="{FF2B5EF4-FFF2-40B4-BE49-F238E27FC236}">
                <a16:creationId xmlns:a16="http://schemas.microsoft.com/office/drawing/2014/main" id="{13711EE8-5278-42D6-85B9-BEA660F6C1A2}"/>
              </a:ext>
            </a:extLst>
          </p:cNvPr>
          <p:cNvSpPr>
            <a:spLocks noGrp="1"/>
          </p:cNvSpPr>
          <p:nvPr/>
        </p:nvSpPr>
        <p:spPr>
          <a:xfrm>
            <a:off x="1162050" y="3781425"/>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민간 클라우드 전환</a:t>
            </a:r>
          </a:p>
        </p:txBody>
      </p:sp>
      <p:sp>
        <p:nvSpPr>
          <p:cNvPr id="11" name="04">
            <a:extLst>
              <a:ext uri="{FF2B5EF4-FFF2-40B4-BE49-F238E27FC236}">
                <a16:creationId xmlns:a16="http://schemas.microsoft.com/office/drawing/2014/main" id="{A2726EBA-3E05-43DE-9C4D-043D71801B8F}"/>
              </a:ext>
            </a:extLst>
          </p:cNvPr>
          <p:cNvSpPr>
            <a:spLocks noGrp="1"/>
          </p:cNvSpPr>
          <p:nvPr/>
        </p:nvSpPr>
        <p:spPr>
          <a:xfrm>
            <a:off x="609600" y="4486275"/>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04</a:t>
            </a:r>
          </a:p>
        </p:txBody>
      </p:sp>
      <p:sp>
        <p:nvSpPr>
          <p:cNvPr id="12" name="공공 AI 챔피언 양성">
            <a:extLst>
              <a:ext uri="{FF2B5EF4-FFF2-40B4-BE49-F238E27FC236}">
                <a16:creationId xmlns:a16="http://schemas.microsoft.com/office/drawing/2014/main" id="{D2CF2A93-A0DF-48F2-9335-FA55209BFB36}"/>
              </a:ext>
            </a:extLst>
          </p:cNvPr>
          <p:cNvSpPr>
            <a:spLocks noGrp="1"/>
          </p:cNvSpPr>
          <p:nvPr/>
        </p:nvSpPr>
        <p:spPr>
          <a:xfrm>
            <a:off x="1162050" y="4476750"/>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공공 AI 챔피언 양성</a:t>
            </a:r>
          </a:p>
        </p:txBody>
      </p:sp>
      <p:sp>
        <p:nvSpPr>
          <p:cNvPr id="13" name="05">
            <a:extLst>
              <a:ext uri="{FF2B5EF4-FFF2-40B4-BE49-F238E27FC236}">
                <a16:creationId xmlns:a16="http://schemas.microsoft.com/office/drawing/2014/main" id="{EDA06A9E-0D63-43D7-A844-D0E5AAB59B1C}"/>
              </a:ext>
            </a:extLst>
          </p:cNvPr>
          <p:cNvSpPr>
            <a:spLocks noGrp="1"/>
          </p:cNvSpPr>
          <p:nvPr/>
        </p:nvSpPr>
        <p:spPr>
          <a:xfrm>
            <a:off x="609600" y="518160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05</a:t>
            </a:r>
          </a:p>
        </p:txBody>
      </p:sp>
      <p:sp>
        <p:nvSpPr>
          <p:cNvPr id="14" name="공공 AI 영향평가">
            <a:extLst>
              <a:ext uri="{FF2B5EF4-FFF2-40B4-BE49-F238E27FC236}">
                <a16:creationId xmlns:a16="http://schemas.microsoft.com/office/drawing/2014/main" id="{A874A659-45E2-4D91-A619-4DDF57E91F94}"/>
              </a:ext>
            </a:extLst>
          </p:cNvPr>
          <p:cNvSpPr>
            <a:spLocks noGrp="1"/>
          </p:cNvSpPr>
          <p:nvPr/>
        </p:nvSpPr>
        <p:spPr>
          <a:xfrm>
            <a:off x="1162050" y="5172075"/>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공공 AI 영향평가</a:t>
            </a:r>
          </a:p>
        </p:txBody>
      </p:sp>
      <p:sp>
        <p:nvSpPr>
          <p:cNvPr id="15" name="직선 연결선 14">
            <a:extLst>
              <a:ext uri="{FF2B5EF4-FFF2-40B4-BE49-F238E27FC236}">
                <a16:creationId xmlns:a16="http://schemas.microsoft.com/office/drawing/2014/main" id="{3A231CB8-0E7D-4AFA-92CC-023C17D9728D}"/>
              </a:ext>
            </a:extLst>
          </p:cNvPr>
          <p:cNvSpPr>
            <a:spLocks noGrp="1"/>
          </p:cNvSpPr>
          <p:nvPr/>
        </p:nvSpPr>
        <p:spPr>
          <a:xfrm>
            <a:off x="4457700" y="2114550"/>
            <a:ext cx="3276600" cy="0"/>
          </a:xfrm>
          <a:prstGeom prst="line">
            <a:avLst/>
          </a:prstGeom>
          <a:noFill/>
          <a:ln w="9525">
            <a:solidFill>
              <a:srgbClr val="B3C3C1"/>
            </a:solidFill>
          </a:ln>
        </p:spPr>
      </p:sp>
      <p:sp>
        <p:nvSpPr>
          <p:cNvPr id="16" name="06">
            <a:extLst>
              <a:ext uri="{FF2B5EF4-FFF2-40B4-BE49-F238E27FC236}">
                <a16:creationId xmlns:a16="http://schemas.microsoft.com/office/drawing/2014/main" id="{1CF37B34-360B-4EA4-B48B-AACE2E068435}"/>
              </a:ext>
            </a:extLst>
          </p:cNvPr>
          <p:cNvSpPr>
            <a:spLocks noGrp="1"/>
          </p:cNvSpPr>
          <p:nvPr/>
        </p:nvSpPr>
        <p:spPr>
          <a:xfrm>
            <a:off x="4457700" y="240030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06</a:t>
            </a:r>
          </a:p>
        </p:txBody>
      </p:sp>
      <p:sp>
        <p:nvSpPr>
          <p:cNvPr id="17" name="공공 AI 윤리기준">
            <a:extLst>
              <a:ext uri="{FF2B5EF4-FFF2-40B4-BE49-F238E27FC236}">
                <a16:creationId xmlns:a16="http://schemas.microsoft.com/office/drawing/2014/main" id="{201C3BC7-D23E-43A9-9653-15F4250EEB05}"/>
              </a:ext>
            </a:extLst>
          </p:cNvPr>
          <p:cNvSpPr>
            <a:spLocks noGrp="1"/>
          </p:cNvSpPr>
          <p:nvPr/>
        </p:nvSpPr>
        <p:spPr>
          <a:xfrm>
            <a:off x="5010150" y="2390775"/>
            <a:ext cx="2809875" cy="381000"/>
          </a:xfrm>
          <a:prstGeom prst="rect">
            <a:avLst/>
          </a:prstGeom>
          <a:noFill/>
          <a:ln w="0">
            <a:noFill/>
          </a:ln>
        </p:spPr>
        <p:txBody>
          <a:bodyPr lIns="0" tIns="0" rIns="0" bIns="0" anchor="ctr">
            <a:noAutofit/>
          </a:bodyPr>
          <a:lstStyle>
            <a:defPPr algn="l">
              <a:defRPr sz="1725" b="1">
                <a:solidFill>
                  <a:srgbClr val="17262C"/>
                </a:solidFill>
                <a:latin typeface="Noto Sans KR"/>
                <a:ea typeface="Noto Sans KR"/>
                <a:cs typeface="Noto Sans KR"/>
              </a:defRPr>
            </a:defPPr>
            <a:lvl1pPr algn="l">
              <a:defRPr sz="1725" b="1">
                <a:solidFill>
                  <a:srgbClr val="17262C"/>
                </a:solidFill>
                <a:latin typeface="Noto Sans KR"/>
                <a:ea typeface="Noto Sans KR"/>
                <a:cs typeface="Noto Sans KR"/>
              </a:defRPr>
            </a:lvl1pPr>
            <a:lvl2pPr algn="l">
              <a:defRPr sz="1725" b="1">
                <a:solidFill>
                  <a:srgbClr val="17262C"/>
                </a:solidFill>
                <a:latin typeface="Noto Sans KR"/>
                <a:ea typeface="Noto Sans KR"/>
                <a:cs typeface="Noto Sans KR"/>
              </a:defRPr>
            </a:lvl2pPr>
            <a:lvl3pPr algn="l">
              <a:defRPr sz="1725" b="1">
                <a:solidFill>
                  <a:srgbClr val="17262C"/>
                </a:solidFill>
                <a:latin typeface="Noto Sans KR"/>
                <a:ea typeface="Noto Sans KR"/>
                <a:cs typeface="Noto Sans KR"/>
              </a:defRPr>
            </a:lvl3pPr>
            <a:lvl4pPr algn="l">
              <a:defRPr sz="1725" b="1">
                <a:solidFill>
                  <a:srgbClr val="17262C"/>
                </a:solidFill>
                <a:latin typeface="Noto Sans KR"/>
                <a:ea typeface="Noto Sans KR"/>
                <a:cs typeface="Noto Sans KR"/>
              </a:defRPr>
            </a:lvl4pPr>
            <a:lvl5pPr algn="l">
              <a:defRPr sz="1725" b="1">
                <a:solidFill>
                  <a:srgbClr val="17262C"/>
                </a:solidFill>
                <a:latin typeface="Noto Sans KR"/>
                <a:ea typeface="Noto Sans KR"/>
                <a:cs typeface="Noto Sans KR"/>
              </a:defRPr>
            </a:lvl5pPr>
            <a:lvl6pPr algn="l">
              <a:defRPr sz="1725" b="1">
                <a:solidFill>
                  <a:srgbClr val="17262C"/>
                </a:solidFill>
                <a:latin typeface="Noto Sans KR"/>
                <a:ea typeface="Noto Sans KR"/>
                <a:cs typeface="Noto Sans KR"/>
              </a:defRPr>
            </a:lvl6pPr>
            <a:lvl7pPr algn="l">
              <a:defRPr sz="1725" b="1">
                <a:solidFill>
                  <a:srgbClr val="17262C"/>
                </a:solidFill>
                <a:latin typeface="Noto Sans KR"/>
                <a:ea typeface="Noto Sans KR"/>
                <a:cs typeface="Noto Sans KR"/>
              </a:defRPr>
            </a:lvl7pPr>
            <a:lvl8pPr algn="l">
              <a:defRPr sz="1725" b="1">
                <a:solidFill>
                  <a:srgbClr val="17262C"/>
                </a:solidFill>
                <a:latin typeface="Noto Sans KR"/>
                <a:ea typeface="Noto Sans KR"/>
                <a:cs typeface="Noto Sans KR"/>
              </a:defRPr>
            </a:lvl8pPr>
            <a:lvl9pPr algn="l">
              <a:defRPr sz="1725" b="1">
                <a:solidFill>
                  <a:srgbClr val="17262C"/>
                </a:solidFill>
                <a:latin typeface="Noto Sans KR"/>
                <a:ea typeface="Noto Sans KR"/>
                <a:cs typeface="Noto Sans KR"/>
              </a:defRPr>
            </a:lvl9pPr>
          </a:lstStyle>
          <a:p>
            <a:pPr algn="l">
              <a:defRPr sz="1725" b="1">
                <a:solidFill>
                  <a:srgbClr val="17262C"/>
                </a:solidFill>
                <a:latin typeface="Noto Sans KR"/>
                <a:ea typeface="Noto Sans KR"/>
                <a:cs typeface="Noto Sans KR"/>
              </a:defRPr>
            </a:pPr>
            <a:r>
              <a:rPr sz="1725" b="1">
                <a:solidFill>
                  <a:srgbClr val="17262C"/>
                </a:solidFill>
                <a:latin typeface="Noto Sans KR"/>
                <a:ea typeface="Noto Sans KR"/>
                <a:cs typeface="Noto Sans KR"/>
              </a:rPr>
              <a:t>공공 AI 윤리기준</a:t>
            </a:r>
          </a:p>
        </p:txBody>
      </p:sp>
      <p:sp>
        <p:nvSpPr>
          <p:cNvPr id="18" name="07">
            <a:extLst>
              <a:ext uri="{FF2B5EF4-FFF2-40B4-BE49-F238E27FC236}">
                <a16:creationId xmlns:a16="http://schemas.microsoft.com/office/drawing/2014/main" id="{4BE2300A-A93B-4160-8C20-ACAE8DF21AC9}"/>
              </a:ext>
            </a:extLst>
          </p:cNvPr>
          <p:cNvSpPr>
            <a:spLocks noGrp="1"/>
          </p:cNvSpPr>
          <p:nvPr/>
        </p:nvSpPr>
        <p:spPr>
          <a:xfrm>
            <a:off x="4457700" y="3095625"/>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07</a:t>
            </a:r>
          </a:p>
        </p:txBody>
      </p:sp>
      <p:sp>
        <p:nvSpPr>
          <p:cNvPr id="19" name="적극행정·감사 면책">
            <a:extLst>
              <a:ext uri="{FF2B5EF4-FFF2-40B4-BE49-F238E27FC236}">
                <a16:creationId xmlns:a16="http://schemas.microsoft.com/office/drawing/2014/main" id="{55A27B66-6020-4DBB-8F44-63C305BE7EBE}"/>
              </a:ext>
            </a:extLst>
          </p:cNvPr>
          <p:cNvSpPr>
            <a:spLocks noGrp="1"/>
          </p:cNvSpPr>
          <p:nvPr/>
        </p:nvSpPr>
        <p:spPr>
          <a:xfrm>
            <a:off x="5010150" y="3086100"/>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적극행정·감사 면책</a:t>
            </a:r>
          </a:p>
        </p:txBody>
      </p:sp>
      <p:sp>
        <p:nvSpPr>
          <p:cNvPr id="20" name="08">
            <a:extLst>
              <a:ext uri="{FF2B5EF4-FFF2-40B4-BE49-F238E27FC236}">
                <a16:creationId xmlns:a16="http://schemas.microsoft.com/office/drawing/2014/main" id="{1631330A-3C4B-4E70-B264-60B84B39C977}"/>
              </a:ext>
            </a:extLst>
          </p:cNvPr>
          <p:cNvSpPr>
            <a:spLocks noGrp="1"/>
          </p:cNvSpPr>
          <p:nvPr/>
        </p:nvSpPr>
        <p:spPr>
          <a:xfrm>
            <a:off x="4457700" y="379095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08</a:t>
            </a:r>
          </a:p>
        </p:txBody>
      </p:sp>
      <p:sp>
        <p:nvSpPr>
          <p:cNvPr id="21" name="공공AX 성과평가">
            <a:extLst>
              <a:ext uri="{FF2B5EF4-FFF2-40B4-BE49-F238E27FC236}">
                <a16:creationId xmlns:a16="http://schemas.microsoft.com/office/drawing/2014/main" id="{653D8089-B423-4086-AD74-341135B1DC22}"/>
              </a:ext>
            </a:extLst>
          </p:cNvPr>
          <p:cNvSpPr>
            <a:spLocks noGrp="1"/>
          </p:cNvSpPr>
          <p:nvPr/>
        </p:nvSpPr>
        <p:spPr>
          <a:xfrm>
            <a:off x="5010150" y="3781425"/>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공공AX 성과평가</a:t>
            </a:r>
          </a:p>
        </p:txBody>
      </p:sp>
      <p:sp>
        <p:nvSpPr>
          <p:cNvPr id="22" name="09">
            <a:extLst>
              <a:ext uri="{FF2B5EF4-FFF2-40B4-BE49-F238E27FC236}">
                <a16:creationId xmlns:a16="http://schemas.microsoft.com/office/drawing/2014/main" id="{4D9D388D-0AB9-4C03-AD53-9E64FC60B109}"/>
              </a:ext>
            </a:extLst>
          </p:cNvPr>
          <p:cNvSpPr>
            <a:spLocks noGrp="1"/>
          </p:cNvSpPr>
          <p:nvPr/>
        </p:nvSpPr>
        <p:spPr>
          <a:xfrm>
            <a:off x="4457700" y="4486275"/>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09</a:t>
            </a:r>
          </a:p>
        </p:txBody>
      </p:sp>
      <p:sp>
        <p:nvSpPr>
          <p:cNvPr id="23" name="대국민 AI 서비스">
            <a:extLst>
              <a:ext uri="{FF2B5EF4-FFF2-40B4-BE49-F238E27FC236}">
                <a16:creationId xmlns:a16="http://schemas.microsoft.com/office/drawing/2014/main" id="{DAE193FB-7FE3-4C51-B982-E75FF007E747}"/>
              </a:ext>
            </a:extLst>
          </p:cNvPr>
          <p:cNvSpPr>
            <a:spLocks noGrp="1"/>
          </p:cNvSpPr>
          <p:nvPr/>
        </p:nvSpPr>
        <p:spPr>
          <a:xfrm>
            <a:off x="5010150" y="4476750"/>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대국민 AI 서비스</a:t>
            </a:r>
          </a:p>
        </p:txBody>
      </p:sp>
      <p:sp>
        <p:nvSpPr>
          <p:cNvPr id="24" name="10">
            <a:extLst>
              <a:ext uri="{FF2B5EF4-FFF2-40B4-BE49-F238E27FC236}">
                <a16:creationId xmlns:a16="http://schemas.microsoft.com/office/drawing/2014/main" id="{00F6C46D-359A-41F9-8709-4E12DE51576A}"/>
              </a:ext>
            </a:extLst>
          </p:cNvPr>
          <p:cNvSpPr>
            <a:spLocks noGrp="1"/>
          </p:cNvSpPr>
          <p:nvPr/>
        </p:nvSpPr>
        <p:spPr>
          <a:xfrm>
            <a:off x="4457700" y="518160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10</a:t>
            </a:r>
          </a:p>
        </p:txBody>
      </p:sp>
      <p:sp>
        <p:nvSpPr>
          <p:cNvPr id="25" name="공공데이터 공개">
            <a:extLst>
              <a:ext uri="{FF2B5EF4-FFF2-40B4-BE49-F238E27FC236}">
                <a16:creationId xmlns:a16="http://schemas.microsoft.com/office/drawing/2014/main" id="{2E3A90BE-683E-412E-8DF3-F39997E07BBB}"/>
              </a:ext>
            </a:extLst>
          </p:cNvPr>
          <p:cNvSpPr>
            <a:spLocks noGrp="1"/>
          </p:cNvSpPr>
          <p:nvPr/>
        </p:nvSpPr>
        <p:spPr>
          <a:xfrm>
            <a:off x="5010150" y="5172075"/>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공공데이터 공개</a:t>
            </a:r>
          </a:p>
        </p:txBody>
      </p:sp>
      <p:sp>
        <p:nvSpPr>
          <p:cNvPr id="26" name="직선 연결선 25">
            <a:extLst>
              <a:ext uri="{FF2B5EF4-FFF2-40B4-BE49-F238E27FC236}">
                <a16:creationId xmlns:a16="http://schemas.microsoft.com/office/drawing/2014/main" id="{94FB477C-50ED-4940-9A15-97C840CC8CB1}"/>
              </a:ext>
            </a:extLst>
          </p:cNvPr>
          <p:cNvSpPr>
            <a:spLocks noGrp="1"/>
          </p:cNvSpPr>
          <p:nvPr/>
        </p:nvSpPr>
        <p:spPr>
          <a:xfrm>
            <a:off x="8305800" y="2114550"/>
            <a:ext cx="3276600" cy="0"/>
          </a:xfrm>
          <a:prstGeom prst="line">
            <a:avLst/>
          </a:prstGeom>
          <a:noFill/>
          <a:ln w="9525">
            <a:solidFill>
              <a:srgbClr val="B3C3C1"/>
            </a:solidFill>
          </a:ln>
        </p:spPr>
      </p:sp>
      <p:sp>
        <p:nvSpPr>
          <p:cNvPr id="27" name="11">
            <a:extLst>
              <a:ext uri="{FF2B5EF4-FFF2-40B4-BE49-F238E27FC236}">
                <a16:creationId xmlns:a16="http://schemas.microsoft.com/office/drawing/2014/main" id="{EA15136F-0E94-4F55-8C03-354F46872948}"/>
              </a:ext>
            </a:extLst>
          </p:cNvPr>
          <p:cNvSpPr>
            <a:spLocks noGrp="1"/>
          </p:cNvSpPr>
          <p:nvPr/>
        </p:nvSpPr>
        <p:spPr>
          <a:xfrm>
            <a:off x="8305800" y="240030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11</a:t>
            </a:r>
          </a:p>
        </p:txBody>
      </p:sp>
      <p:sp>
        <p:nvSpPr>
          <p:cNvPr id="28" name="AI 보조교사·교육행정">
            <a:extLst>
              <a:ext uri="{FF2B5EF4-FFF2-40B4-BE49-F238E27FC236}">
                <a16:creationId xmlns:a16="http://schemas.microsoft.com/office/drawing/2014/main" id="{29B3F670-609F-4FEE-9850-505F2CA99E3E}"/>
              </a:ext>
            </a:extLst>
          </p:cNvPr>
          <p:cNvSpPr>
            <a:spLocks noGrp="1"/>
          </p:cNvSpPr>
          <p:nvPr/>
        </p:nvSpPr>
        <p:spPr>
          <a:xfrm>
            <a:off x="8858250" y="2390775"/>
            <a:ext cx="2809875" cy="381000"/>
          </a:xfrm>
          <a:prstGeom prst="rect">
            <a:avLst/>
          </a:prstGeom>
          <a:noFill/>
          <a:ln w="0">
            <a:noFill/>
          </a:ln>
        </p:spPr>
        <p:txBody>
          <a:bodyPr lIns="0" tIns="0" rIns="0" bIns="0" anchor="ctr">
            <a:noAutofit/>
          </a:bodyPr>
          <a:lstStyle>
            <a:defPPr algn="l">
              <a:defRPr sz="1725" b="1">
                <a:solidFill>
                  <a:srgbClr val="17262C"/>
                </a:solidFill>
                <a:latin typeface="Noto Sans KR"/>
                <a:ea typeface="Noto Sans KR"/>
                <a:cs typeface="Noto Sans KR"/>
              </a:defRPr>
            </a:defPPr>
            <a:lvl1pPr algn="l">
              <a:defRPr sz="1725" b="1">
                <a:solidFill>
                  <a:srgbClr val="17262C"/>
                </a:solidFill>
                <a:latin typeface="Noto Sans KR"/>
                <a:ea typeface="Noto Sans KR"/>
                <a:cs typeface="Noto Sans KR"/>
              </a:defRPr>
            </a:lvl1pPr>
            <a:lvl2pPr algn="l">
              <a:defRPr sz="1725" b="1">
                <a:solidFill>
                  <a:srgbClr val="17262C"/>
                </a:solidFill>
                <a:latin typeface="Noto Sans KR"/>
                <a:ea typeface="Noto Sans KR"/>
                <a:cs typeface="Noto Sans KR"/>
              </a:defRPr>
            </a:lvl2pPr>
            <a:lvl3pPr algn="l">
              <a:defRPr sz="1725" b="1">
                <a:solidFill>
                  <a:srgbClr val="17262C"/>
                </a:solidFill>
                <a:latin typeface="Noto Sans KR"/>
                <a:ea typeface="Noto Sans KR"/>
                <a:cs typeface="Noto Sans KR"/>
              </a:defRPr>
            </a:lvl3pPr>
            <a:lvl4pPr algn="l">
              <a:defRPr sz="1725" b="1">
                <a:solidFill>
                  <a:srgbClr val="17262C"/>
                </a:solidFill>
                <a:latin typeface="Noto Sans KR"/>
                <a:ea typeface="Noto Sans KR"/>
                <a:cs typeface="Noto Sans KR"/>
              </a:defRPr>
            </a:lvl4pPr>
            <a:lvl5pPr algn="l">
              <a:defRPr sz="1725" b="1">
                <a:solidFill>
                  <a:srgbClr val="17262C"/>
                </a:solidFill>
                <a:latin typeface="Noto Sans KR"/>
                <a:ea typeface="Noto Sans KR"/>
                <a:cs typeface="Noto Sans KR"/>
              </a:defRPr>
            </a:lvl5pPr>
            <a:lvl6pPr algn="l">
              <a:defRPr sz="1725" b="1">
                <a:solidFill>
                  <a:srgbClr val="17262C"/>
                </a:solidFill>
                <a:latin typeface="Noto Sans KR"/>
                <a:ea typeface="Noto Sans KR"/>
                <a:cs typeface="Noto Sans KR"/>
              </a:defRPr>
            </a:lvl6pPr>
            <a:lvl7pPr algn="l">
              <a:defRPr sz="1725" b="1">
                <a:solidFill>
                  <a:srgbClr val="17262C"/>
                </a:solidFill>
                <a:latin typeface="Noto Sans KR"/>
                <a:ea typeface="Noto Sans KR"/>
                <a:cs typeface="Noto Sans KR"/>
              </a:defRPr>
            </a:lvl7pPr>
            <a:lvl8pPr algn="l">
              <a:defRPr sz="1725" b="1">
                <a:solidFill>
                  <a:srgbClr val="17262C"/>
                </a:solidFill>
                <a:latin typeface="Noto Sans KR"/>
                <a:ea typeface="Noto Sans KR"/>
                <a:cs typeface="Noto Sans KR"/>
              </a:defRPr>
            </a:lvl8pPr>
            <a:lvl9pPr algn="l">
              <a:defRPr sz="1725" b="1">
                <a:solidFill>
                  <a:srgbClr val="17262C"/>
                </a:solidFill>
                <a:latin typeface="Noto Sans KR"/>
                <a:ea typeface="Noto Sans KR"/>
                <a:cs typeface="Noto Sans KR"/>
              </a:defRPr>
            </a:lvl9pPr>
          </a:lstStyle>
          <a:p>
            <a:pPr algn="l">
              <a:defRPr sz="1725" b="1">
                <a:solidFill>
                  <a:srgbClr val="17262C"/>
                </a:solidFill>
                <a:latin typeface="Noto Sans KR"/>
                <a:ea typeface="Noto Sans KR"/>
                <a:cs typeface="Noto Sans KR"/>
              </a:defRPr>
            </a:pPr>
            <a:r>
              <a:rPr sz="1725" b="1">
                <a:solidFill>
                  <a:srgbClr val="17262C"/>
                </a:solidFill>
                <a:latin typeface="Noto Sans KR"/>
                <a:ea typeface="Noto Sans KR"/>
                <a:cs typeface="Noto Sans KR"/>
              </a:rPr>
              <a:t>AI 보조교사·교육행정</a:t>
            </a:r>
          </a:p>
        </p:txBody>
      </p:sp>
      <p:sp>
        <p:nvSpPr>
          <p:cNvPr id="29" name="12">
            <a:extLst>
              <a:ext uri="{FF2B5EF4-FFF2-40B4-BE49-F238E27FC236}">
                <a16:creationId xmlns:a16="http://schemas.microsoft.com/office/drawing/2014/main" id="{C39B1786-6E6F-4214-BCFA-DA91CA934499}"/>
              </a:ext>
            </a:extLst>
          </p:cNvPr>
          <p:cNvSpPr>
            <a:spLocks noGrp="1"/>
          </p:cNvSpPr>
          <p:nvPr/>
        </p:nvSpPr>
        <p:spPr>
          <a:xfrm>
            <a:off x="8305800" y="3095625"/>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12</a:t>
            </a:r>
          </a:p>
        </p:txBody>
      </p:sp>
      <p:sp>
        <p:nvSpPr>
          <p:cNvPr id="30" name="공공 AI 테스트베드">
            <a:extLst>
              <a:ext uri="{FF2B5EF4-FFF2-40B4-BE49-F238E27FC236}">
                <a16:creationId xmlns:a16="http://schemas.microsoft.com/office/drawing/2014/main" id="{0F4F0DDF-F48E-4AF1-BC5A-3E85C976EFA9}"/>
              </a:ext>
            </a:extLst>
          </p:cNvPr>
          <p:cNvSpPr>
            <a:spLocks noGrp="1"/>
          </p:cNvSpPr>
          <p:nvPr/>
        </p:nvSpPr>
        <p:spPr>
          <a:xfrm>
            <a:off x="8858250" y="3086100"/>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공공 AI 테스트베드</a:t>
            </a:r>
          </a:p>
        </p:txBody>
      </p:sp>
      <p:sp>
        <p:nvSpPr>
          <p:cNvPr id="31" name="13">
            <a:extLst>
              <a:ext uri="{FF2B5EF4-FFF2-40B4-BE49-F238E27FC236}">
                <a16:creationId xmlns:a16="http://schemas.microsoft.com/office/drawing/2014/main" id="{D6B29987-3DAF-4429-ADD7-14F0673287F0}"/>
              </a:ext>
            </a:extLst>
          </p:cNvPr>
          <p:cNvSpPr>
            <a:spLocks noGrp="1"/>
          </p:cNvSpPr>
          <p:nvPr/>
        </p:nvSpPr>
        <p:spPr>
          <a:xfrm>
            <a:off x="8305800" y="379095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13</a:t>
            </a:r>
          </a:p>
        </p:txBody>
      </p:sp>
      <p:sp>
        <p:nvSpPr>
          <p:cNvPr id="32" name="K-Gov AX 글로벌 확산">
            <a:extLst>
              <a:ext uri="{FF2B5EF4-FFF2-40B4-BE49-F238E27FC236}">
                <a16:creationId xmlns:a16="http://schemas.microsoft.com/office/drawing/2014/main" id="{33A4BDB2-9731-49E1-A878-F3BD10BCE488}"/>
              </a:ext>
            </a:extLst>
          </p:cNvPr>
          <p:cNvSpPr>
            <a:spLocks noGrp="1"/>
          </p:cNvSpPr>
          <p:nvPr/>
        </p:nvSpPr>
        <p:spPr>
          <a:xfrm>
            <a:off x="8858250" y="3781425"/>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K-Gov AX 글로벌 확산</a:t>
            </a:r>
          </a:p>
        </p:txBody>
      </p:sp>
      <p:sp>
        <p:nvSpPr>
          <p:cNvPr id="33" name="14">
            <a:extLst>
              <a:ext uri="{FF2B5EF4-FFF2-40B4-BE49-F238E27FC236}">
                <a16:creationId xmlns:a16="http://schemas.microsoft.com/office/drawing/2014/main" id="{08AF4855-3374-4535-B6A8-0686146ED39A}"/>
              </a:ext>
            </a:extLst>
          </p:cNvPr>
          <p:cNvSpPr>
            <a:spLocks noGrp="1"/>
          </p:cNvSpPr>
          <p:nvPr/>
        </p:nvSpPr>
        <p:spPr>
          <a:xfrm>
            <a:off x="8305800" y="4486275"/>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14</a:t>
            </a:r>
          </a:p>
        </p:txBody>
      </p:sp>
      <p:sp>
        <p:nvSpPr>
          <p:cNvPr id="34" name="거버넌스·실행체계">
            <a:extLst>
              <a:ext uri="{FF2B5EF4-FFF2-40B4-BE49-F238E27FC236}">
                <a16:creationId xmlns:a16="http://schemas.microsoft.com/office/drawing/2014/main" id="{B01C0F46-6ACF-4B46-AC67-F2C7AF5930EE}"/>
              </a:ext>
            </a:extLst>
          </p:cNvPr>
          <p:cNvSpPr>
            <a:spLocks noGrp="1"/>
          </p:cNvSpPr>
          <p:nvPr/>
        </p:nvSpPr>
        <p:spPr>
          <a:xfrm>
            <a:off x="8858250" y="4476750"/>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거버넌스·실행체계</a:t>
            </a:r>
          </a:p>
        </p:txBody>
      </p:sp>
      <p:sp>
        <p:nvSpPr>
          <p:cNvPr id="35" name="15">
            <a:extLst>
              <a:ext uri="{FF2B5EF4-FFF2-40B4-BE49-F238E27FC236}">
                <a16:creationId xmlns:a16="http://schemas.microsoft.com/office/drawing/2014/main" id="{5454D82B-EFB5-4865-B16E-CCAA5A73330E}"/>
              </a:ext>
            </a:extLst>
          </p:cNvPr>
          <p:cNvSpPr>
            <a:spLocks noGrp="1"/>
          </p:cNvSpPr>
          <p:nvPr/>
        </p:nvSpPr>
        <p:spPr>
          <a:xfrm>
            <a:off x="8305800" y="5181600"/>
            <a:ext cx="419100" cy="3619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15</a:t>
            </a:r>
          </a:p>
        </p:txBody>
      </p:sp>
      <p:sp>
        <p:nvSpPr>
          <p:cNvPr id="36" name="AI·디지털 포용">
            <a:extLst>
              <a:ext uri="{FF2B5EF4-FFF2-40B4-BE49-F238E27FC236}">
                <a16:creationId xmlns:a16="http://schemas.microsoft.com/office/drawing/2014/main" id="{B1F518F7-BE00-4225-BF93-2AC7DF3BA113}"/>
              </a:ext>
            </a:extLst>
          </p:cNvPr>
          <p:cNvSpPr>
            <a:spLocks noGrp="1"/>
          </p:cNvSpPr>
          <p:nvPr/>
        </p:nvSpPr>
        <p:spPr>
          <a:xfrm>
            <a:off x="8858250" y="5172075"/>
            <a:ext cx="2809875" cy="3810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AI·디지털 포용</a:t>
            </a:r>
          </a:p>
        </p:txBody>
      </p:sp>
      <p:sp>
        <p:nvSpPr>
          <p:cNvPr id="37" name="화면의 01~15는 원문 과제의 순서를 따른 발표용 번호">
            <a:extLst>
              <a:ext uri="{FF2B5EF4-FFF2-40B4-BE49-F238E27FC236}">
                <a16:creationId xmlns:a16="http://schemas.microsoft.com/office/drawing/2014/main" id="{FD9D04A6-1D9A-48D2-A545-3906C55E317F}"/>
              </a:ext>
            </a:extLst>
          </p:cNvPr>
          <p:cNvSpPr>
            <a:spLocks noGrp="1"/>
          </p:cNvSpPr>
          <p:nvPr/>
        </p:nvSpPr>
        <p:spPr>
          <a:xfrm>
            <a:off x="609600" y="6343650"/>
            <a:ext cx="10972800" cy="2476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화면의 01~15는 원문 과제의 순서를 따른 발표용 번호</a:t>
            </a:r>
          </a:p>
        </p:txBody>
      </p:sp>
    </p:spTree>
    <p:extLst>
      <p:ext uri="{BB962C8B-B14F-4D97-AF65-F5344CB8AC3E}">
        <p14:creationId xmlns:p14="http://schemas.microsoft.com/office/powerpoint/2010/main" val="2033769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35" name="15개 과제의 재구성">
            <a:extLst>
              <a:ext uri="{FF2B5EF4-FFF2-40B4-BE49-F238E27FC236}">
                <a16:creationId xmlns:a16="http://schemas.microsoft.com/office/drawing/2014/main" id="{80F9F887-08A6-4F58-BD2F-3D3E59C5884C}"/>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15개 과제의 재구성</a:t>
            </a:r>
          </a:p>
        </p:txBody>
      </p:sp>
      <p:sp>
        <p:nvSpPr>
          <p:cNvPr id="2" name="04">
            <a:extLst>
              <a:ext uri="{FF2B5EF4-FFF2-40B4-BE49-F238E27FC236}">
                <a16:creationId xmlns:a16="http://schemas.microsoft.com/office/drawing/2014/main" id="{16A1311E-E4BA-4B94-9B85-98F4480FADE7}"/>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04</a:t>
            </a:r>
          </a:p>
        </p:txBody>
      </p:sp>
      <p:sp>
        <p:nvSpPr>
          <p:cNvPr id="3" name="4대 전략목표">
            <a:extLst>
              <a:ext uri="{FF2B5EF4-FFF2-40B4-BE49-F238E27FC236}">
                <a16:creationId xmlns:a16="http://schemas.microsoft.com/office/drawing/2014/main" id="{D16162DD-A939-4830-B6F4-9AA7B2D9D591}"/>
              </a:ext>
            </a:extLst>
          </p:cNvPr>
          <p:cNvSpPr>
            <a:spLocks noGrp="1"/>
          </p:cNvSpPr>
          <p:nvPr/>
        </p:nvSpPr>
        <p:spPr>
          <a:xfrm>
            <a:off x="609600" y="1476375"/>
            <a:ext cx="7620000" cy="304800"/>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4대 전략목표</a:t>
            </a:r>
          </a:p>
        </p:txBody>
      </p:sp>
      <p:sp>
        <p:nvSpPr>
          <p:cNvPr id="4" name="01">
            <a:extLst>
              <a:ext uri="{FF2B5EF4-FFF2-40B4-BE49-F238E27FC236}">
                <a16:creationId xmlns:a16="http://schemas.microsoft.com/office/drawing/2014/main" id="{9EB2DC70-386F-49B2-BD65-3230D89E0505}"/>
              </a:ext>
            </a:extLst>
          </p:cNvPr>
          <p:cNvSpPr>
            <a:spLocks noGrp="1"/>
          </p:cNvSpPr>
          <p:nvPr/>
        </p:nvSpPr>
        <p:spPr>
          <a:xfrm>
            <a:off x="609600" y="2057400"/>
            <a:ext cx="2286000" cy="2857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5" name="AI 기반 행정업무 혁신">
            <a:extLst>
              <a:ext uri="{FF2B5EF4-FFF2-40B4-BE49-F238E27FC236}">
                <a16:creationId xmlns:a16="http://schemas.microsoft.com/office/drawing/2014/main" id="{211FF898-A2BC-4B21-A1A2-6E6B451F6C5E}"/>
              </a:ext>
            </a:extLst>
          </p:cNvPr>
          <p:cNvSpPr>
            <a:spLocks noGrp="1"/>
          </p:cNvSpPr>
          <p:nvPr/>
        </p:nvSpPr>
        <p:spPr>
          <a:xfrm>
            <a:off x="609600" y="2514600"/>
            <a:ext cx="2362200" cy="819150"/>
          </a:xfrm>
          <a:prstGeom prst="rect">
            <a:avLst/>
          </a:prstGeom>
          <a:noFill/>
          <a:ln w="0">
            <a:noFill/>
          </a:ln>
        </p:spPr>
        <p:txBody>
          <a:bodyPr lIns="0" tIns="0" rIns="0" bIns="0" anchor="ctr">
            <a:noAutofit/>
          </a:bodyPr>
          <a:lstStyle>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AI 기반</a:t>
            </a:r>
          </a:p>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행정업무 혁신</a:t>
            </a:r>
          </a:p>
        </p:txBody>
      </p:sp>
      <p:sp>
        <p:nvSpPr>
          <p:cNvPr id="6" name="직선 연결선 5">
            <a:extLst>
              <a:ext uri="{FF2B5EF4-FFF2-40B4-BE49-F238E27FC236}">
                <a16:creationId xmlns:a16="http://schemas.microsoft.com/office/drawing/2014/main" id="{DD0E131F-27F1-403A-BDB0-EC532C03FAB3}"/>
              </a:ext>
            </a:extLst>
          </p:cNvPr>
          <p:cNvSpPr>
            <a:spLocks noGrp="1"/>
          </p:cNvSpPr>
          <p:nvPr/>
        </p:nvSpPr>
        <p:spPr>
          <a:xfrm>
            <a:off x="609600" y="3533775"/>
            <a:ext cx="2286000" cy="0"/>
          </a:xfrm>
          <a:prstGeom prst="line">
            <a:avLst/>
          </a:prstGeom>
          <a:noFill/>
          <a:ln w="9525">
            <a:solidFill>
              <a:srgbClr val="B3C3C1"/>
            </a:solidFill>
          </a:ln>
        </p:spPr>
      </p:sp>
      <p:sp>
        <p:nvSpPr>
          <p:cNvPr id="7" name="① AI-Native 협업">
            <a:extLst>
              <a:ext uri="{FF2B5EF4-FFF2-40B4-BE49-F238E27FC236}">
                <a16:creationId xmlns:a16="http://schemas.microsoft.com/office/drawing/2014/main" id="{6C9DD6B0-CB93-473E-9341-D4D9A8AAF042}"/>
              </a:ext>
            </a:extLst>
          </p:cNvPr>
          <p:cNvSpPr>
            <a:spLocks noGrp="1"/>
          </p:cNvSpPr>
          <p:nvPr/>
        </p:nvSpPr>
        <p:spPr>
          <a:xfrm>
            <a:off x="609600" y="3724275"/>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① AI-Native 협업</a:t>
            </a:r>
          </a:p>
        </p:txBody>
      </p:sp>
      <p:sp>
        <p:nvSpPr>
          <p:cNvPr id="8" name="② AI 업무관리">
            <a:extLst>
              <a:ext uri="{FF2B5EF4-FFF2-40B4-BE49-F238E27FC236}">
                <a16:creationId xmlns:a16="http://schemas.microsoft.com/office/drawing/2014/main" id="{C3F04D77-8405-45C4-88E8-65B137D9FA3A}"/>
              </a:ext>
            </a:extLst>
          </p:cNvPr>
          <p:cNvSpPr>
            <a:spLocks noGrp="1"/>
          </p:cNvSpPr>
          <p:nvPr/>
        </p:nvSpPr>
        <p:spPr>
          <a:xfrm>
            <a:off x="609600" y="4057650"/>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② AI 업무관리</a:t>
            </a:r>
          </a:p>
        </p:txBody>
      </p:sp>
      <p:sp>
        <p:nvSpPr>
          <p:cNvPr id="9" name="④ 공공 AI 인재">
            <a:extLst>
              <a:ext uri="{FF2B5EF4-FFF2-40B4-BE49-F238E27FC236}">
                <a16:creationId xmlns:a16="http://schemas.microsoft.com/office/drawing/2014/main" id="{8D133A0C-6F5A-43B4-86C1-0D271A6911A9}"/>
              </a:ext>
            </a:extLst>
          </p:cNvPr>
          <p:cNvSpPr>
            <a:spLocks noGrp="1"/>
          </p:cNvSpPr>
          <p:nvPr/>
        </p:nvSpPr>
        <p:spPr>
          <a:xfrm>
            <a:off x="609600" y="4391025"/>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④ 공공 AI 인재</a:t>
            </a:r>
          </a:p>
        </p:txBody>
      </p:sp>
      <p:sp>
        <p:nvSpPr>
          <p:cNvPr id="10" name="02">
            <a:extLst>
              <a:ext uri="{FF2B5EF4-FFF2-40B4-BE49-F238E27FC236}">
                <a16:creationId xmlns:a16="http://schemas.microsoft.com/office/drawing/2014/main" id="{ED5401C2-90E5-403D-B316-D8FBF0E0B0E3}"/>
              </a:ext>
            </a:extLst>
          </p:cNvPr>
          <p:cNvSpPr>
            <a:spLocks noGrp="1"/>
          </p:cNvSpPr>
          <p:nvPr/>
        </p:nvSpPr>
        <p:spPr>
          <a:xfrm>
            <a:off x="3505200" y="2057400"/>
            <a:ext cx="2286000" cy="2857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02</a:t>
            </a:r>
          </a:p>
        </p:txBody>
      </p:sp>
      <p:sp>
        <p:nvSpPr>
          <p:cNvPr id="11" name="국민 중심 AI 서비스 혁신">
            <a:extLst>
              <a:ext uri="{FF2B5EF4-FFF2-40B4-BE49-F238E27FC236}">
                <a16:creationId xmlns:a16="http://schemas.microsoft.com/office/drawing/2014/main" id="{744F6C6A-A8CE-4471-A958-F910BE100802}"/>
              </a:ext>
            </a:extLst>
          </p:cNvPr>
          <p:cNvSpPr>
            <a:spLocks noGrp="1"/>
          </p:cNvSpPr>
          <p:nvPr/>
        </p:nvSpPr>
        <p:spPr>
          <a:xfrm>
            <a:off x="3505200" y="2514600"/>
            <a:ext cx="2362200" cy="819150"/>
          </a:xfrm>
          <a:prstGeom prst="rect">
            <a:avLst/>
          </a:prstGeom>
          <a:noFill/>
          <a:ln w="0">
            <a:noFill/>
          </a:ln>
        </p:spPr>
        <p:txBody>
          <a:bodyPr lIns="0" tIns="0" rIns="0" bIns="0" anchor="ctr">
            <a:noAutofit/>
          </a:bodyPr>
          <a:lstStyle>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국민 중심</a:t>
            </a:r>
          </a:p>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AI 서비스 혁신</a:t>
            </a:r>
          </a:p>
        </p:txBody>
      </p:sp>
      <p:sp>
        <p:nvSpPr>
          <p:cNvPr id="12" name="직선 연결선 11">
            <a:extLst>
              <a:ext uri="{FF2B5EF4-FFF2-40B4-BE49-F238E27FC236}">
                <a16:creationId xmlns:a16="http://schemas.microsoft.com/office/drawing/2014/main" id="{ED8DBAE3-3CEA-4A59-8931-FA9EF323567E}"/>
              </a:ext>
            </a:extLst>
          </p:cNvPr>
          <p:cNvSpPr>
            <a:spLocks noGrp="1"/>
          </p:cNvSpPr>
          <p:nvPr/>
        </p:nvSpPr>
        <p:spPr>
          <a:xfrm>
            <a:off x="3505200" y="3533775"/>
            <a:ext cx="2286000" cy="0"/>
          </a:xfrm>
          <a:prstGeom prst="line">
            <a:avLst/>
          </a:prstGeom>
          <a:noFill/>
          <a:ln w="9525">
            <a:solidFill>
              <a:srgbClr val="B3C3C1"/>
            </a:solidFill>
          </a:ln>
        </p:spPr>
      </p:sp>
      <p:sp>
        <p:nvSpPr>
          <p:cNvPr id="13" name="⑨ 대국민 AI 서비스">
            <a:extLst>
              <a:ext uri="{FF2B5EF4-FFF2-40B4-BE49-F238E27FC236}">
                <a16:creationId xmlns:a16="http://schemas.microsoft.com/office/drawing/2014/main" id="{6A1AEEAF-DE28-4CBB-89F9-630D4A5121B9}"/>
              </a:ext>
            </a:extLst>
          </p:cNvPr>
          <p:cNvSpPr>
            <a:spLocks noGrp="1"/>
          </p:cNvSpPr>
          <p:nvPr/>
        </p:nvSpPr>
        <p:spPr>
          <a:xfrm>
            <a:off x="3505200" y="3724275"/>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⑨ 대국민 AI 서비스</a:t>
            </a:r>
          </a:p>
        </p:txBody>
      </p:sp>
      <p:sp>
        <p:nvSpPr>
          <p:cNvPr id="14" name="⑪ AI 교육·행정">
            <a:extLst>
              <a:ext uri="{FF2B5EF4-FFF2-40B4-BE49-F238E27FC236}">
                <a16:creationId xmlns:a16="http://schemas.microsoft.com/office/drawing/2014/main" id="{5BB7A5F2-2200-43D2-9044-975CC63965AF}"/>
              </a:ext>
            </a:extLst>
          </p:cNvPr>
          <p:cNvSpPr>
            <a:spLocks noGrp="1"/>
          </p:cNvSpPr>
          <p:nvPr/>
        </p:nvSpPr>
        <p:spPr>
          <a:xfrm>
            <a:off x="3505200" y="4057650"/>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⑪ AI 교육·행정</a:t>
            </a:r>
          </a:p>
        </p:txBody>
      </p:sp>
      <p:sp>
        <p:nvSpPr>
          <p:cNvPr id="15" name="03">
            <a:extLst>
              <a:ext uri="{FF2B5EF4-FFF2-40B4-BE49-F238E27FC236}">
                <a16:creationId xmlns:a16="http://schemas.microsoft.com/office/drawing/2014/main" id="{7DADEB7D-5715-40E2-AF0F-C4458E9698D3}"/>
              </a:ext>
            </a:extLst>
          </p:cNvPr>
          <p:cNvSpPr>
            <a:spLocks noGrp="1"/>
          </p:cNvSpPr>
          <p:nvPr/>
        </p:nvSpPr>
        <p:spPr>
          <a:xfrm>
            <a:off x="6400800" y="2057400"/>
            <a:ext cx="2286000" cy="2857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16" name="AI·데이터 생태계 구축">
            <a:extLst>
              <a:ext uri="{FF2B5EF4-FFF2-40B4-BE49-F238E27FC236}">
                <a16:creationId xmlns:a16="http://schemas.microsoft.com/office/drawing/2014/main" id="{E689FDEB-5C65-4E5C-8085-C64BE37163CF}"/>
              </a:ext>
            </a:extLst>
          </p:cNvPr>
          <p:cNvSpPr>
            <a:spLocks noGrp="1"/>
          </p:cNvSpPr>
          <p:nvPr/>
        </p:nvSpPr>
        <p:spPr>
          <a:xfrm>
            <a:off x="6400800" y="2514600"/>
            <a:ext cx="2362200" cy="819150"/>
          </a:xfrm>
          <a:prstGeom prst="rect">
            <a:avLst/>
          </a:prstGeom>
          <a:noFill/>
          <a:ln w="0">
            <a:noFill/>
          </a:ln>
        </p:spPr>
        <p:txBody>
          <a:bodyPr lIns="0" tIns="0" rIns="0" bIns="0" anchor="ctr">
            <a:noAutofit/>
          </a:bodyPr>
          <a:lstStyle>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AI·데이터</a:t>
            </a:r>
          </a:p>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생태계 구축</a:t>
            </a:r>
          </a:p>
        </p:txBody>
      </p:sp>
      <p:sp>
        <p:nvSpPr>
          <p:cNvPr id="17" name="직선 연결선 16">
            <a:extLst>
              <a:ext uri="{FF2B5EF4-FFF2-40B4-BE49-F238E27FC236}">
                <a16:creationId xmlns:a16="http://schemas.microsoft.com/office/drawing/2014/main" id="{6AC5183C-D41A-4AF3-BD79-0C481D92FAFE}"/>
              </a:ext>
            </a:extLst>
          </p:cNvPr>
          <p:cNvSpPr>
            <a:spLocks noGrp="1"/>
          </p:cNvSpPr>
          <p:nvPr/>
        </p:nvSpPr>
        <p:spPr>
          <a:xfrm>
            <a:off x="6400800" y="3533775"/>
            <a:ext cx="2286000" cy="0"/>
          </a:xfrm>
          <a:prstGeom prst="line">
            <a:avLst/>
          </a:prstGeom>
          <a:noFill/>
          <a:ln w="9525">
            <a:solidFill>
              <a:srgbClr val="B3C3C1"/>
            </a:solidFill>
          </a:ln>
        </p:spPr>
      </p:sp>
      <p:sp>
        <p:nvSpPr>
          <p:cNvPr id="18" name="③ 민간 클라우드">
            <a:extLst>
              <a:ext uri="{FF2B5EF4-FFF2-40B4-BE49-F238E27FC236}">
                <a16:creationId xmlns:a16="http://schemas.microsoft.com/office/drawing/2014/main" id="{E429C71C-0942-4427-A213-9CAD9CC16A51}"/>
              </a:ext>
            </a:extLst>
          </p:cNvPr>
          <p:cNvSpPr>
            <a:spLocks noGrp="1"/>
          </p:cNvSpPr>
          <p:nvPr/>
        </p:nvSpPr>
        <p:spPr>
          <a:xfrm>
            <a:off x="6400800" y="3724275"/>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③ 민간 클라우드</a:t>
            </a:r>
          </a:p>
        </p:txBody>
      </p:sp>
      <p:sp>
        <p:nvSpPr>
          <p:cNvPr id="19" name="⑩ 공공데이터">
            <a:extLst>
              <a:ext uri="{FF2B5EF4-FFF2-40B4-BE49-F238E27FC236}">
                <a16:creationId xmlns:a16="http://schemas.microsoft.com/office/drawing/2014/main" id="{19B54F7C-19AE-492B-851C-994A56941494}"/>
              </a:ext>
            </a:extLst>
          </p:cNvPr>
          <p:cNvSpPr>
            <a:spLocks noGrp="1"/>
          </p:cNvSpPr>
          <p:nvPr/>
        </p:nvSpPr>
        <p:spPr>
          <a:xfrm>
            <a:off x="6400800" y="4057650"/>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⑩ 공공데이터</a:t>
            </a:r>
          </a:p>
        </p:txBody>
      </p:sp>
      <p:sp>
        <p:nvSpPr>
          <p:cNvPr id="20" name="⑫ 공공 AI 실증">
            <a:extLst>
              <a:ext uri="{FF2B5EF4-FFF2-40B4-BE49-F238E27FC236}">
                <a16:creationId xmlns:a16="http://schemas.microsoft.com/office/drawing/2014/main" id="{61E9BB31-EA4A-49DF-B25D-7BD56D1E0B99}"/>
              </a:ext>
            </a:extLst>
          </p:cNvPr>
          <p:cNvSpPr>
            <a:spLocks noGrp="1"/>
          </p:cNvSpPr>
          <p:nvPr/>
        </p:nvSpPr>
        <p:spPr>
          <a:xfrm>
            <a:off x="6400800" y="4391025"/>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⑫ 공공 AI 실증</a:t>
            </a:r>
          </a:p>
        </p:txBody>
      </p:sp>
      <p:sp>
        <p:nvSpPr>
          <p:cNvPr id="21" name="⑬ 글로벌 확산">
            <a:extLst>
              <a:ext uri="{FF2B5EF4-FFF2-40B4-BE49-F238E27FC236}">
                <a16:creationId xmlns:a16="http://schemas.microsoft.com/office/drawing/2014/main" id="{C5D193A2-A898-4F7F-AA84-E260B110712C}"/>
              </a:ext>
            </a:extLst>
          </p:cNvPr>
          <p:cNvSpPr>
            <a:spLocks noGrp="1"/>
          </p:cNvSpPr>
          <p:nvPr/>
        </p:nvSpPr>
        <p:spPr>
          <a:xfrm>
            <a:off x="6400800" y="4724400"/>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⑬ 글로벌 확산</a:t>
            </a:r>
          </a:p>
        </p:txBody>
      </p:sp>
      <p:sp>
        <p:nvSpPr>
          <p:cNvPr id="22" name="04">
            <a:extLst>
              <a:ext uri="{FF2B5EF4-FFF2-40B4-BE49-F238E27FC236}">
                <a16:creationId xmlns:a16="http://schemas.microsoft.com/office/drawing/2014/main" id="{3804C204-0E50-4AF7-AB80-EF2EF47A2ADF}"/>
              </a:ext>
            </a:extLst>
          </p:cNvPr>
          <p:cNvSpPr>
            <a:spLocks noGrp="1"/>
          </p:cNvSpPr>
          <p:nvPr/>
        </p:nvSpPr>
        <p:spPr>
          <a:xfrm>
            <a:off x="9296400" y="2057400"/>
            <a:ext cx="2286000" cy="285750"/>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04</a:t>
            </a:r>
          </a:p>
        </p:txBody>
      </p:sp>
      <p:sp>
        <p:nvSpPr>
          <p:cNvPr id="23" name="신뢰 기반 공공 AI 확립">
            <a:extLst>
              <a:ext uri="{FF2B5EF4-FFF2-40B4-BE49-F238E27FC236}">
                <a16:creationId xmlns:a16="http://schemas.microsoft.com/office/drawing/2014/main" id="{613452DE-A597-495E-A29B-D2ACF6D9E8A3}"/>
              </a:ext>
            </a:extLst>
          </p:cNvPr>
          <p:cNvSpPr>
            <a:spLocks noGrp="1"/>
          </p:cNvSpPr>
          <p:nvPr/>
        </p:nvSpPr>
        <p:spPr>
          <a:xfrm>
            <a:off x="9296400" y="2514600"/>
            <a:ext cx="2362200" cy="819150"/>
          </a:xfrm>
          <a:prstGeom prst="rect">
            <a:avLst/>
          </a:prstGeom>
          <a:noFill/>
          <a:ln w="0">
            <a:noFill/>
          </a:ln>
        </p:spPr>
        <p:txBody>
          <a:bodyPr lIns="0" tIns="0" rIns="0" bIns="0" anchor="ctr">
            <a:noAutofit/>
          </a:bodyPr>
          <a:lstStyle>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신뢰 기반</a:t>
            </a:r>
          </a:p>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공공 AI 확립</a:t>
            </a:r>
          </a:p>
        </p:txBody>
      </p:sp>
      <p:sp>
        <p:nvSpPr>
          <p:cNvPr id="24" name="직선 연결선 23">
            <a:extLst>
              <a:ext uri="{FF2B5EF4-FFF2-40B4-BE49-F238E27FC236}">
                <a16:creationId xmlns:a16="http://schemas.microsoft.com/office/drawing/2014/main" id="{B2D3AEF1-294A-4FBE-8D05-E9175AB49A0F}"/>
              </a:ext>
            </a:extLst>
          </p:cNvPr>
          <p:cNvSpPr>
            <a:spLocks noGrp="1"/>
          </p:cNvSpPr>
          <p:nvPr/>
        </p:nvSpPr>
        <p:spPr>
          <a:xfrm>
            <a:off x="9296400" y="3533775"/>
            <a:ext cx="2286000" cy="0"/>
          </a:xfrm>
          <a:prstGeom prst="line">
            <a:avLst/>
          </a:prstGeom>
          <a:noFill/>
          <a:ln w="9525">
            <a:solidFill>
              <a:srgbClr val="B3C3C1"/>
            </a:solidFill>
          </a:ln>
        </p:spPr>
      </p:sp>
      <p:sp>
        <p:nvSpPr>
          <p:cNvPr id="25" name="⑤ 공공 AI 영향평가">
            <a:extLst>
              <a:ext uri="{FF2B5EF4-FFF2-40B4-BE49-F238E27FC236}">
                <a16:creationId xmlns:a16="http://schemas.microsoft.com/office/drawing/2014/main" id="{FD850F25-E093-43FC-A3C1-E1E416E58C46}"/>
              </a:ext>
            </a:extLst>
          </p:cNvPr>
          <p:cNvSpPr>
            <a:spLocks noGrp="1"/>
          </p:cNvSpPr>
          <p:nvPr/>
        </p:nvSpPr>
        <p:spPr>
          <a:xfrm>
            <a:off x="9296400" y="3724275"/>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⑤ 공공 AI 영향평가</a:t>
            </a:r>
          </a:p>
        </p:txBody>
      </p:sp>
      <p:sp>
        <p:nvSpPr>
          <p:cNvPr id="26" name="⑥ 공공 AI 윤리">
            <a:extLst>
              <a:ext uri="{FF2B5EF4-FFF2-40B4-BE49-F238E27FC236}">
                <a16:creationId xmlns:a16="http://schemas.microsoft.com/office/drawing/2014/main" id="{6AA56496-CA81-47B7-ADAB-9160ABDC0748}"/>
              </a:ext>
            </a:extLst>
          </p:cNvPr>
          <p:cNvSpPr>
            <a:spLocks noGrp="1"/>
          </p:cNvSpPr>
          <p:nvPr/>
        </p:nvSpPr>
        <p:spPr>
          <a:xfrm>
            <a:off x="9296400" y="4057650"/>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⑥ 공공 AI 윤리</a:t>
            </a:r>
          </a:p>
        </p:txBody>
      </p:sp>
      <p:sp>
        <p:nvSpPr>
          <p:cNvPr id="27" name="⑮ AI·디지털 포용">
            <a:extLst>
              <a:ext uri="{FF2B5EF4-FFF2-40B4-BE49-F238E27FC236}">
                <a16:creationId xmlns:a16="http://schemas.microsoft.com/office/drawing/2014/main" id="{86410FE1-9A7A-40E2-A4EC-D18CB644266F}"/>
              </a:ext>
            </a:extLst>
          </p:cNvPr>
          <p:cNvSpPr>
            <a:spLocks noGrp="1"/>
          </p:cNvSpPr>
          <p:nvPr/>
        </p:nvSpPr>
        <p:spPr>
          <a:xfrm>
            <a:off x="9296400" y="4391025"/>
            <a:ext cx="2362200" cy="29527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⑮ AI·디지털 포용</a:t>
            </a:r>
          </a:p>
        </p:txBody>
      </p:sp>
      <p:sp>
        <p:nvSpPr>
          <p:cNvPr id="28" name="직선 연결선 27">
            <a:extLst>
              <a:ext uri="{FF2B5EF4-FFF2-40B4-BE49-F238E27FC236}">
                <a16:creationId xmlns:a16="http://schemas.microsoft.com/office/drawing/2014/main" id="{18BAAAB3-2012-4383-ABB8-DCFD02EDF62A}"/>
              </a:ext>
            </a:extLst>
          </p:cNvPr>
          <p:cNvSpPr>
            <a:spLocks noGrp="1"/>
          </p:cNvSpPr>
          <p:nvPr/>
        </p:nvSpPr>
        <p:spPr>
          <a:xfrm>
            <a:off x="609600" y="5324475"/>
            <a:ext cx="10972800" cy="0"/>
          </a:xfrm>
          <a:prstGeom prst="line">
            <a:avLst/>
          </a:prstGeom>
          <a:noFill/>
          <a:ln w="9525">
            <a:solidFill>
              <a:srgbClr val="17262C"/>
            </a:solidFill>
          </a:ln>
        </p:spPr>
      </p:sp>
      <p:sp>
        <p:nvSpPr>
          <p:cNvPr id="29" name="공통 관리체계">
            <a:extLst>
              <a:ext uri="{FF2B5EF4-FFF2-40B4-BE49-F238E27FC236}">
                <a16:creationId xmlns:a16="http://schemas.microsoft.com/office/drawing/2014/main" id="{06D05261-175E-4E72-973C-899ADF41D357}"/>
              </a:ext>
            </a:extLst>
          </p:cNvPr>
          <p:cNvSpPr>
            <a:spLocks noGrp="1"/>
          </p:cNvSpPr>
          <p:nvPr/>
        </p:nvSpPr>
        <p:spPr>
          <a:xfrm>
            <a:off x="609600" y="5543550"/>
            <a:ext cx="2305050" cy="30480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공통 관리체계</a:t>
            </a:r>
          </a:p>
        </p:txBody>
      </p:sp>
      <p:sp>
        <p:nvSpPr>
          <p:cNvPr id="30" name="추진·지원체계">
            <a:extLst>
              <a:ext uri="{FF2B5EF4-FFF2-40B4-BE49-F238E27FC236}">
                <a16:creationId xmlns:a16="http://schemas.microsoft.com/office/drawing/2014/main" id="{6EB36148-4E76-456B-A1B0-E9321D35B2FC}"/>
              </a:ext>
            </a:extLst>
          </p:cNvPr>
          <p:cNvSpPr>
            <a:spLocks noGrp="1"/>
          </p:cNvSpPr>
          <p:nvPr/>
        </p:nvSpPr>
        <p:spPr>
          <a:xfrm>
            <a:off x="3505200" y="5514975"/>
            <a:ext cx="4857750" cy="323850"/>
          </a:xfrm>
          <a:prstGeom prst="rect">
            <a:avLst/>
          </a:prstGeom>
          <a:noFill/>
          <a:ln w="0">
            <a:noFill/>
          </a:ln>
        </p:spPr>
        <p:txBody>
          <a:bodyPr lIns="0" tIns="0" rIns="0" bIns="0" anchor="ctr">
            <a:noAutofit/>
          </a:bodyPr>
          <a:lstStyle>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추진·지원체계</a:t>
            </a:r>
          </a:p>
        </p:txBody>
      </p:sp>
      <p:sp>
        <p:nvSpPr>
          <p:cNvPr id="31" name="⑭ 거버넌스    ⑦ 적극행정·감사 면책">
            <a:extLst>
              <a:ext uri="{FF2B5EF4-FFF2-40B4-BE49-F238E27FC236}">
                <a16:creationId xmlns:a16="http://schemas.microsoft.com/office/drawing/2014/main" id="{AE5709DC-EDBD-4C81-9515-147F6C985FE1}"/>
              </a:ext>
            </a:extLst>
          </p:cNvPr>
          <p:cNvSpPr>
            <a:spLocks noGrp="1"/>
          </p:cNvSpPr>
          <p:nvPr/>
        </p:nvSpPr>
        <p:spPr>
          <a:xfrm>
            <a:off x="3505200" y="5934075"/>
            <a:ext cx="5257800" cy="304800"/>
          </a:xfrm>
          <a:prstGeom prst="rect">
            <a:avLst/>
          </a:prstGeom>
          <a:noFill/>
          <a:ln w="0">
            <a:noFill/>
          </a:ln>
        </p:spPr>
        <p:txBody>
          <a:bodyPr lIns="0" tIns="0" rIns="0" bIns="0" anchor="ctr">
            <a:noAutofit/>
          </a:bodyPr>
          <a:lstStyle>
            <a:defPPr algn="l">
              <a:defRPr sz="1500" b="0">
                <a:solidFill>
                  <a:srgbClr val="17262C"/>
                </a:solidFill>
                <a:latin typeface="Noto Sans KR"/>
                <a:ea typeface="Noto Sans KR"/>
                <a:cs typeface="Noto Sans KR"/>
              </a:defRPr>
            </a:defPPr>
            <a:lvl1pPr algn="l">
              <a:defRPr sz="1500" b="0">
                <a:solidFill>
                  <a:srgbClr val="17262C"/>
                </a:solidFill>
                <a:latin typeface="Noto Sans KR"/>
                <a:ea typeface="Noto Sans KR"/>
                <a:cs typeface="Noto Sans KR"/>
              </a:defRPr>
            </a:lvl1pPr>
            <a:lvl2pPr algn="l">
              <a:defRPr sz="1500" b="0">
                <a:solidFill>
                  <a:srgbClr val="17262C"/>
                </a:solidFill>
                <a:latin typeface="Noto Sans KR"/>
                <a:ea typeface="Noto Sans KR"/>
                <a:cs typeface="Noto Sans KR"/>
              </a:defRPr>
            </a:lvl2pPr>
            <a:lvl3pPr algn="l">
              <a:defRPr sz="1500" b="0">
                <a:solidFill>
                  <a:srgbClr val="17262C"/>
                </a:solidFill>
                <a:latin typeface="Noto Sans KR"/>
                <a:ea typeface="Noto Sans KR"/>
                <a:cs typeface="Noto Sans KR"/>
              </a:defRPr>
            </a:lvl3pPr>
            <a:lvl4pPr algn="l">
              <a:defRPr sz="1500" b="0">
                <a:solidFill>
                  <a:srgbClr val="17262C"/>
                </a:solidFill>
                <a:latin typeface="Noto Sans KR"/>
                <a:ea typeface="Noto Sans KR"/>
                <a:cs typeface="Noto Sans KR"/>
              </a:defRPr>
            </a:lvl4pPr>
            <a:lvl5pPr algn="l">
              <a:defRPr sz="1500" b="0">
                <a:solidFill>
                  <a:srgbClr val="17262C"/>
                </a:solidFill>
                <a:latin typeface="Noto Sans KR"/>
                <a:ea typeface="Noto Sans KR"/>
                <a:cs typeface="Noto Sans KR"/>
              </a:defRPr>
            </a:lvl5pPr>
            <a:lvl6pPr algn="l">
              <a:defRPr sz="1500" b="0">
                <a:solidFill>
                  <a:srgbClr val="17262C"/>
                </a:solidFill>
                <a:latin typeface="Noto Sans KR"/>
                <a:ea typeface="Noto Sans KR"/>
                <a:cs typeface="Noto Sans KR"/>
              </a:defRPr>
            </a:lvl6pPr>
            <a:lvl7pPr algn="l">
              <a:defRPr sz="1500" b="0">
                <a:solidFill>
                  <a:srgbClr val="17262C"/>
                </a:solidFill>
                <a:latin typeface="Noto Sans KR"/>
                <a:ea typeface="Noto Sans KR"/>
                <a:cs typeface="Noto Sans KR"/>
              </a:defRPr>
            </a:lvl7pPr>
            <a:lvl8pPr algn="l">
              <a:defRPr sz="1500" b="0">
                <a:solidFill>
                  <a:srgbClr val="17262C"/>
                </a:solidFill>
                <a:latin typeface="Noto Sans KR"/>
                <a:ea typeface="Noto Sans KR"/>
                <a:cs typeface="Noto Sans KR"/>
              </a:defRPr>
            </a:lvl8pPr>
            <a:lvl9pPr algn="l">
              <a:defRPr sz="1500" b="0">
                <a:solidFill>
                  <a:srgbClr val="17262C"/>
                </a:solidFill>
                <a:latin typeface="Noto Sans KR"/>
                <a:ea typeface="Noto Sans KR"/>
                <a:cs typeface="Noto Sans KR"/>
              </a:defRPr>
            </a:lvl9pPr>
          </a:lstStyle>
          <a:p>
            <a:pPr algn="l">
              <a:defRPr sz="1500" b="0">
                <a:solidFill>
                  <a:srgbClr val="17262C"/>
                </a:solidFill>
                <a:latin typeface="Noto Sans KR"/>
                <a:ea typeface="Noto Sans KR"/>
                <a:cs typeface="Noto Sans KR"/>
              </a:defRPr>
            </a:pPr>
            <a:r>
              <a:rPr sz="1500" b="0">
                <a:solidFill>
                  <a:srgbClr val="17262C"/>
                </a:solidFill>
                <a:latin typeface="Noto Sans KR"/>
                <a:ea typeface="Noto Sans KR"/>
                <a:cs typeface="Noto Sans KR"/>
              </a:rPr>
              <a:t>⑭ 거버넌스    ⑦ 적극행정·감사 면책</a:t>
            </a:r>
          </a:p>
        </p:txBody>
      </p:sp>
      <p:sp>
        <p:nvSpPr>
          <p:cNvPr id="32" name="성과관리체계">
            <a:extLst>
              <a:ext uri="{FF2B5EF4-FFF2-40B4-BE49-F238E27FC236}">
                <a16:creationId xmlns:a16="http://schemas.microsoft.com/office/drawing/2014/main" id="{435C747D-80BE-499F-B689-151C00B01FA8}"/>
              </a:ext>
            </a:extLst>
          </p:cNvPr>
          <p:cNvSpPr>
            <a:spLocks noGrp="1"/>
          </p:cNvSpPr>
          <p:nvPr/>
        </p:nvSpPr>
        <p:spPr>
          <a:xfrm>
            <a:off x="9296400" y="5514975"/>
            <a:ext cx="2286000" cy="323850"/>
          </a:xfrm>
          <a:prstGeom prst="rect">
            <a:avLst/>
          </a:prstGeom>
          <a:noFill/>
          <a:ln w="0">
            <a:noFill/>
          </a:ln>
        </p:spPr>
        <p:txBody>
          <a:bodyPr lIns="0" tIns="0" rIns="0" bIns="0" anchor="ctr">
            <a:noAutofit/>
          </a:bodyPr>
          <a:lstStyle>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성과관리체계</a:t>
            </a:r>
          </a:p>
        </p:txBody>
      </p:sp>
      <p:sp>
        <p:nvSpPr>
          <p:cNvPr id="33" name="⑧ 공공AX 성과평가">
            <a:extLst>
              <a:ext uri="{FF2B5EF4-FFF2-40B4-BE49-F238E27FC236}">
                <a16:creationId xmlns:a16="http://schemas.microsoft.com/office/drawing/2014/main" id="{36A6FC7B-A8F8-49D4-AFC5-3799E8AB5657}"/>
              </a:ext>
            </a:extLst>
          </p:cNvPr>
          <p:cNvSpPr>
            <a:spLocks noGrp="1"/>
          </p:cNvSpPr>
          <p:nvPr/>
        </p:nvSpPr>
        <p:spPr>
          <a:xfrm>
            <a:off x="9296400" y="5934075"/>
            <a:ext cx="2286000" cy="304800"/>
          </a:xfrm>
          <a:prstGeom prst="rect">
            <a:avLst/>
          </a:prstGeom>
          <a:noFill/>
          <a:ln w="0">
            <a:noFill/>
          </a:ln>
        </p:spPr>
        <p:txBody>
          <a:bodyPr lIns="0" tIns="0" rIns="0" bIns="0" anchor="ctr">
            <a:noAutofit/>
          </a:bodyPr>
          <a:lstStyle>
            <a:defPPr algn="l">
              <a:defRPr sz="1500" b="0">
                <a:solidFill>
                  <a:srgbClr val="17262C"/>
                </a:solidFill>
                <a:latin typeface="Noto Sans KR"/>
                <a:ea typeface="Noto Sans KR"/>
                <a:cs typeface="Noto Sans KR"/>
              </a:defRPr>
            </a:defPPr>
            <a:lvl1pPr algn="l">
              <a:defRPr sz="1500" b="0">
                <a:solidFill>
                  <a:srgbClr val="17262C"/>
                </a:solidFill>
                <a:latin typeface="Noto Sans KR"/>
                <a:ea typeface="Noto Sans KR"/>
                <a:cs typeface="Noto Sans KR"/>
              </a:defRPr>
            </a:lvl1pPr>
            <a:lvl2pPr algn="l">
              <a:defRPr sz="1500" b="0">
                <a:solidFill>
                  <a:srgbClr val="17262C"/>
                </a:solidFill>
                <a:latin typeface="Noto Sans KR"/>
                <a:ea typeface="Noto Sans KR"/>
                <a:cs typeface="Noto Sans KR"/>
              </a:defRPr>
            </a:lvl2pPr>
            <a:lvl3pPr algn="l">
              <a:defRPr sz="1500" b="0">
                <a:solidFill>
                  <a:srgbClr val="17262C"/>
                </a:solidFill>
                <a:latin typeface="Noto Sans KR"/>
                <a:ea typeface="Noto Sans KR"/>
                <a:cs typeface="Noto Sans KR"/>
              </a:defRPr>
            </a:lvl3pPr>
            <a:lvl4pPr algn="l">
              <a:defRPr sz="1500" b="0">
                <a:solidFill>
                  <a:srgbClr val="17262C"/>
                </a:solidFill>
                <a:latin typeface="Noto Sans KR"/>
                <a:ea typeface="Noto Sans KR"/>
                <a:cs typeface="Noto Sans KR"/>
              </a:defRPr>
            </a:lvl4pPr>
            <a:lvl5pPr algn="l">
              <a:defRPr sz="1500" b="0">
                <a:solidFill>
                  <a:srgbClr val="17262C"/>
                </a:solidFill>
                <a:latin typeface="Noto Sans KR"/>
                <a:ea typeface="Noto Sans KR"/>
                <a:cs typeface="Noto Sans KR"/>
              </a:defRPr>
            </a:lvl5pPr>
            <a:lvl6pPr algn="l">
              <a:defRPr sz="1500" b="0">
                <a:solidFill>
                  <a:srgbClr val="17262C"/>
                </a:solidFill>
                <a:latin typeface="Noto Sans KR"/>
                <a:ea typeface="Noto Sans KR"/>
                <a:cs typeface="Noto Sans KR"/>
              </a:defRPr>
            </a:lvl6pPr>
            <a:lvl7pPr algn="l">
              <a:defRPr sz="1500" b="0">
                <a:solidFill>
                  <a:srgbClr val="17262C"/>
                </a:solidFill>
                <a:latin typeface="Noto Sans KR"/>
                <a:ea typeface="Noto Sans KR"/>
                <a:cs typeface="Noto Sans KR"/>
              </a:defRPr>
            </a:lvl7pPr>
            <a:lvl8pPr algn="l">
              <a:defRPr sz="1500" b="0">
                <a:solidFill>
                  <a:srgbClr val="17262C"/>
                </a:solidFill>
                <a:latin typeface="Noto Sans KR"/>
                <a:ea typeface="Noto Sans KR"/>
                <a:cs typeface="Noto Sans KR"/>
              </a:defRPr>
            </a:lvl8pPr>
            <a:lvl9pPr algn="l">
              <a:defRPr sz="1500" b="0">
                <a:solidFill>
                  <a:srgbClr val="17262C"/>
                </a:solidFill>
                <a:latin typeface="Noto Sans KR"/>
                <a:ea typeface="Noto Sans KR"/>
                <a:cs typeface="Noto Sans KR"/>
              </a:defRPr>
            </a:lvl9pPr>
          </a:lstStyle>
          <a:p>
            <a:pPr algn="l">
              <a:defRPr sz="1500" b="0">
                <a:solidFill>
                  <a:srgbClr val="17262C"/>
                </a:solidFill>
                <a:latin typeface="Noto Sans KR"/>
                <a:ea typeface="Noto Sans KR"/>
                <a:cs typeface="Noto Sans KR"/>
              </a:defRPr>
            </a:pPr>
            <a:r>
              <a:rPr sz="1500" b="0">
                <a:solidFill>
                  <a:srgbClr val="17262C"/>
                </a:solidFill>
                <a:latin typeface="Noto Sans KR"/>
                <a:ea typeface="Noto Sans KR"/>
                <a:cs typeface="Noto Sans KR"/>
              </a:rPr>
              <a:t>⑧ 공공AX 성과평가</a:t>
            </a:r>
          </a:p>
        </p:txBody>
      </p:sp>
      <p:sp>
        <p:nvSpPr>
          <p:cNvPr id="34" name="행동계획의 15개 과제를 발표 목적에 맞게 발표자가 재구성">
            <a:extLst>
              <a:ext uri="{FF2B5EF4-FFF2-40B4-BE49-F238E27FC236}">
                <a16:creationId xmlns:a16="http://schemas.microsoft.com/office/drawing/2014/main" id="{B247ECF5-2975-4BBC-8705-28EB3BEC63D1}"/>
              </a:ext>
            </a:extLst>
          </p:cNvPr>
          <p:cNvSpPr>
            <a:spLocks noGrp="1"/>
          </p:cNvSpPr>
          <p:nvPr/>
        </p:nvSpPr>
        <p:spPr>
          <a:xfrm>
            <a:off x="609600" y="6419850"/>
            <a:ext cx="10668000" cy="171450"/>
          </a:xfrm>
          <a:prstGeom prst="rect">
            <a:avLst/>
          </a:prstGeom>
          <a:noFill/>
          <a:ln w="0">
            <a:noFill/>
          </a:ln>
        </p:spPr>
        <p:txBody>
          <a:bodyPr lIns="0" tIns="0" rIns="0" bIns="0" anchor="ctr">
            <a:noAutofit/>
          </a:bodyPr>
          <a:lstStyle>
            <a:defPPr algn="l">
              <a:defRPr sz="1050" b="0">
                <a:solidFill>
                  <a:srgbClr val="657578"/>
                </a:solidFill>
                <a:latin typeface="Noto Sans KR"/>
                <a:ea typeface="Noto Sans KR"/>
                <a:cs typeface="Noto Sans KR"/>
              </a:defRPr>
            </a:defPPr>
            <a:lvl1pPr algn="l">
              <a:defRPr sz="1050" b="0">
                <a:solidFill>
                  <a:srgbClr val="657578"/>
                </a:solidFill>
                <a:latin typeface="Noto Sans KR"/>
                <a:ea typeface="Noto Sans KR"/>
                <a:cs typeface="Noto Sans KR"/>
              </a:defRPr>
            </a:lvl1pPr>
            <a:lvl2pPr algn="l">
              <a:defRPr sz="1050" b="0">
                <a:solidFill>
                  <a:srgbClr val="657578"/>
                </a:solidFill>
                <a:latin typeface="Noto Sans KR"/>
                <a:ea typeface="Noto Sans KR"/>
                <a:cs typeface="Noto Sans KR"/>
              </a:defRPr>
            </a:lvl2pPr>
            <a:lvl3pPr algn="l">
              <a:defRPr sz="1050" b="0">
                <a:solidFill>
                  <a:srgbClr val="657578"/>
                </a:solidFill>
                <a:latin typeface="Noto Sans KR"/>
                <a:ea typeface="Noto Sans KR"/>
                <a:cs typeface="Noto Sans KR"/>
              </a:defRPr>
            </a:lvl3pPr>
            <a:lvl4pPr algn="l">
              <a:defRPr sz="1050" b="0">
                <a:solidFill>
                  <a:srgbClr val="657578"/>
                </a:solidFill>
                <a:latin typeface="Noto Sans KR"/>
                <a:ea typeface="Noto Sans KR"/>
                <a:cs typeface="Noto Sans KR"/>
              </a:defRPr>
            </a:lvl4pPr>
            <a:lvl5pPr algn="l">
              <a:defRPr sz="1050" b="0">
                <a:solidFill>
                  <a:srgbClr val="657578"/>
                </a:solidFill>
                <a:latin typeface="Noto Sans KR"/>
                <a:ea typeface="Noto Sans KR"/>
                <a:cs typeface="Noto Sans KR"/>
              </a:defRPr>
            </a:lvl5pPr>
            <a:lvl6pPr algn="l">
              <a:defRPr sz="1050" b="0">
                <a:solidFill>
                  <a:srgbClr val="657578"/>
                </a:solidFill>
                <a:latin typeface="Noto Sans KR"/>
                <a:ea typeface="Noto Sans KR"/>
                <a:cs typeface="Noto Sans KR"/>
              </a:defRPr>
            </a:lvl6pPr>
            <a:lvl7pPr algn="l">
              <a:defRPr sz="1050" b="0">
                <a:solidFill>
                  <a:srgbClr val="657578"/>
                </a:solidFill>
                <a:latin typeface="Noto Sans KR"/>
                <a:ea typeface="Noto Sans KR"/>
                <a:cs typeface="Noto Sans KR"/>
              </a:defRPr>
            </a:lvl7pPr>
            <a:lvl8pPr algn="l">
              <a:defRPr sz="1050" b="0">
                <a:solidFill>
                  <a:srgbClr val="657578"/>
                </a:solidFill>
                <a:latin typeface="Noto Sans KR"/>
                <a:ea typeface="Noto Sans KR"/>
                <a:cs typeface="Noto Sans KR"/>
              </a:defRPr>
            </a:lvl8pPr>
            <a:lvl9pPr algn="l">
              <a:defRPr sz="1050" b="0">
                <a:solidFill>
                  <a:srgbClr val="657578"/>
                </a:solidFill>
                <a:latin typeface="Noto Sans KR"/>
                <a:ea typeface="Noto Sans KR"/>
                <a:cs typeface="Noto Sans KR"/>
              </a:defRPr>
            </a:lvl9pPr>
          </a:lstStyle>
          <a:p>
            <a:pPr algn="l">
              <a:defRPr sz="1050" b="0">
                <a:solidFill>
                  <a:srgbClr val="657578"/>
                </a:solidFill>
                <a:latin typeface="Noto Sans KR"/>
                <a:ea typeface="Noto Sans KR"/>
                <a:cs typeface="Noto Sans KR"/>
              </a:defRPr>
            </a:pPr>
            <a:r>
              <a:rPr sz="1050" b="0">
                <a:solidFill>
                  <a:srgbClr val="657578"/>
                </a:solidFill>
                <a:latin typeface="Noto Sans KR"/>
                <a:ea typeface="Noto Sans KR"/>
                <a:cs typeface="Noto Sans KR"/>
              </a:rPr>
              <a:t>행동계획의 15개 과제를 발표 목적에 맞게 발표자가 재구성</a:t>
            </a:r>
          </a:p>
        </p:txBody>
      </p:sp>
    </p:spTree>
    <p:extLst>
      <p:ext uri="{BB962C8B-B14F-4D97-AF65-F5344CB8AC3E}">
        <p14:creationId xmlns:p14="http://schemas.microsoft.com/office/powerpoint/2010/main" val="95742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21" name="AI 기반 행정업무 혁신">
            <a:extLst>
              <a:ext uri="{FF2B5EF4-FFF2-40B4-BE49-F238E27FC236}">
                <a16:creationId xmlns:a16="http://schemas.microsoft.com/office/drawing/2014/main" id="{7B72B4FC-98CF-4295-B18C-9E28F7CAE5B8}"/>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AI 기반 행정업무 혁신</a:t>
            </a:r>
          </a:p>
        </p:txBody>
      </p:sp>
      <p:sp>
        <p:nvSpPr>
          <p:cNvPr id="2" name="05">
            <a:extLst>
              <a:ext uri="{FF2B5EF4-FFF2-40B4-BE49-F238E27FC236}">
                <a16:creationId xmlns:a16="http://schemas.microsoft.com/office/drawing/2014/main" id="{EBD265A2-0718-436C-9570-9E5862D6B9A8}"/>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05</a:t>
            </a:r>
          </a:p>
        </p:txBody>
      </p:sp>
      <p:sp>
        <p:nvSpPr>
          <p:cNvPr id="3" name="전략목표 1">
            <a:extLst>
              <a:ext uri="{FF2B5EF4-FFF2-40B4-BE49-F238E27FC236}">
                <a16:creationId xmlns:a16="http://schemas.microsoft.com/office/drawing/2014/main" id="{F02B70C1-EF7D-415B-A993-2955D99BC4CE}"/>
              </a:ext>
            </a:extLst>
          </p:cNvPr>
          <p:cNvSpPr>
            <a:spLocks noGrp="1"/>
          </p:cNvSpPr>
          <p:nvPr/>
        </p:nvSpPr>
        <p:spPr>
          <a:xfrm>
            <a:off x="609600" y="1381125"/>
            <a:ext cx="666750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전략목표 1</a:t>
            </a:r>
          </a:p>
        </p:txBody>
      </p:sp>
      <p:sp>
        <p:nvSpPr>
          <p:cNvPr id="4" name="공무원">
            <a:extLst>
              <a:ext uri="{FF2B5EF4-FFF2-40B4-BE49-F238E27FC236}">
                <a16:creationId xmlns:a16="http://schemas.microsoft.com/office/drawing/2014/main" id="{B121EEB5-173D-4EC8-8CF5-CDCAF6C3EEA7}"/>
              </a:ext>
            </a:extLst>
          </p:cNvPr>
          <p:cNvSpPr>
            <a:spLocks noGrp="1"/>
          </p:cNvSpPr>
          <p:nvPr/>
        </p:nvSpPr>
        <p:spPr>
          <a:xfrm>
            <a:off x="609600" y="2266950"/>
            <a:ext cx="4476750" cy="895350"/>
          </a:xfrm>
          <a:prstGeom prst="rect">
            <a:avLst/>
          </a:prstGeom>
          <a:noFill/>
          <a:ln w="0">
            <a:noFill/>
          </a:ln>
        </p:spPr>
        <p:txBody>
          <a:bodyPr lIns="0" tIns="0" rIns="0" bIns="0" anchor="ctr">
            <a:noAutofit/>
          </a:bodyPr>
          <a:lstStyle>
            <a:defPPr algn="l">
              <a:defRPr sz="5475" b="1">
                <a:solidFill>
                  <a:srgbClr val="17262C"/>
                </a:solidFill>
                <a:latin typeface="Noto Sans KR"/>
                <a:ea typeface="Noto Sans KR"/>
                <a:cs typeface="Noto Sans KR"/>
              </a:defRPr>
            </a:defPPr>
            <a:lvl1pPr algn="l">
              <a:defRPr sz="5475" b="1">
                <a:solidFill>
                  <a:srgbClr val="17262C"/>
                </a:solidFill>
                <a:latin typeface="Noto Sans KR"/>
                <a:ea typeface="Noto Sans KR"/>
                <a:cs typeface="Noto Sans KR"/>
              </a:defRPr>
            </a:lvl1pPr>
            <a:lvl2pPr algn="l">
              <a:defRPr sz="5475" b="1">
                <a:solidFill>
                  <a:srgbClr val="17262C"/>
                </a:solidFill>
                <a:latin typeface="Noto Sans KR"/>
                <a:ea typeface="Noto Sans KR"/>
                <a:cs typeface="Noto Sans KR"/>
              </a:defRPr>
            </a:lvl2pPr>
            <a:lvl3pPr algn="l">
              <a:defRPr sz="5475" b="1">
                <a:solidFill>
                  <a:srgbClr val="17262C"/>
                </a:solidFill>
                <a:latin typeface="Noto Sans KR"/>
                <a:ea typeface="Noto Sans KR"/>
                <a:cs typeface="Noto Sans KR"/>
              </a:defRPr>
            </a:lvl3pPr>
            <a:lvl4pPr algn="l">
              <a:defRPr sz="5475" b="1">
                <a:solidFill>
                  <a:srgbClr val="17262C"/>
                </a:solidFill>
                <a:latin typeface="Noto Sans KR"/>
                <a:ea typeface="Noto Sans KR"/>
                <a:cs typeface="Noto Sans KR"/>
              </a:defRPr>
            </a:lvl4pPr>
            <a:lvl5pPr algn="l">
              <a:defRPr sz="5475" b="1">
                <a:solidFill>
                  <a:srgbClr val="17262C"/>
                </a:solidFill>
                <a:latin typeface="Noto Sans KR"/>
                <a:ea typeface="Noto Sans KR"/>
                <a:cs typeface="Noto Sans KR"/>
              </a:defRPr>
            </a:lvl5pPr>
            <a:lvl6pPr algn="l">
              <a:defRPr sz="5475" b="1">
                <a:solidFill>
                  <a:srgbClr val="17262C"/>
                </a:solidFill>
                <a:latin typeface="Noto Sans KR"/>
                <a:ea typeface="Noto Sans KR"/>
                <a:cs typeface="Noto Sans KR"/>
              </a:defRPr>
            </a:lvl6pPr>
            <a:lvl7pPr algn="l">
              <a:defRPr sz="5475" b="1">
                <a:solidFill>
                  <a:srgbClr val="17262C"/>
                </a:solidFill>
                <a:latin typeface="Noto Sans KR"/>
                <a:ea typeface="Noto Sans KR"/>
                <a:cs typeface="Noto Sans KR"/>
              </a:defRPr>
            </a:lvl7pPr>
            <a:lvl8pPr algn="l">
              <a:defRPr sz="5475" b="1">
                <a:solidFill>
                  <a:srgbClr val="17262C"/>
                </a:solidFill>
                <a:latin typeface="Noto Sans KR"/>
                <a:ea typeface="Noto Sans KR"/>
                <a:cs typeface="Noto Sans KR"/>
              </a:defRPr>
            </a:lvl8pPr>
            <a:lvl9pPr algn="l">
              <a:defRPr sz="5475" b="1">
                <a:solidFill>
                  <a:srgbClr val="17262C"/>
                </a:solidFill>
                <a:latin typeface="Noto Sans KR"/>
                <a:ea typeface="Noto Sans KR"/>
                <a:cs typeface="Noto Sans KR"/>
              </a:defRPr>
            </a:lvl9pPr>
          </a:lstStyle>
          <a:p>
            <a:pPr algn="l">
              <a:defRPr sz="5475" b="1">
                <a:solidFill>
                  <a:srgbClr val="17262C"/>
                </a:solidFill>
                <a:latin typeface="Noto Sans KR"/>
                <a:ea typeface="Noto Sans KR"/>
                <a:cs typeface="Noto Sans KR"/>
              </a:defRPr>
            </a:pPr>
            <a:r>
              <a:rPr sz="5475" b="1">
                <a:solidFill>
                  <a:srgbClr val="17262C"/>
                </a:solidFill>
                <a:latin typeface="Noto Sans KR"/>
                <a:ea typeface="Noto Sans KR"/>
                <a:cs typeface="Noto Sans KR"/>
              </a:rPr>
              <a:t>공무원</a:t>
            </a:r>
          </a:p>
        </p:txBody>
      </p:sp>
      <p:sp>
        <p:nvSpPr>
          <p:cNvPr id="5" name="AI">
            <a:extLst>
              <a:ext uri="{FF2B5EF4-FFF2-40B4-BE49-F238E27FC236}">
                <a16:creationId xmlns:a16="http://schemas.microsoft.com/office/drawing/2014/main" id="{D582D76E-F5D7-4427-A174-E8FD0F2202B4}"/>
              </a:ext>
            </a:extLst>
          </p:cNvPr>
          <p:cNvSpPr>
            <a:spLocks noGrp="1"/>
          </p:cNvSpPr>
          <p:nvPr/>
        </p:nvSpPr>
        <p:spPr>
          <a:xfrm>
            <a:off x="609600" y="3467100"/>
            <a:ext cx="4476750" cy="990600"/>
          </a:xfrm>
          <a:prstGeom prst="rect">
            <a:avLst/>
          </a:prstGeom>
          <a:noFill/>
          <a:ln w="0">
            <a:noFill/>
          </a:ln>
        </p:spPr>
        <p:txBody>
          <a:bodyPr lIns="0" tIns="0" rIns="0" bIns="0" anchor="ctr">
            <a:noAutofit/>
          </a:bodyPr>
          <a:lstStyle>
            <a:defPPr algn="l">
              <a:defRPr sz="6300" b="1">
                <a:solidFill>
                  <a:srgbClr val="17262C"/>
                </a:solidFill>
                <a:latin typeface="Noto Sans KR"/>
                <a:ea typeface="Noto Sans KR"/>
                <a:cs typeface="Noto Sans KR"/>
              </a:defRPr>
            </a:defPPr>
            <a:lvl1pPr algn="l">
              <a:defRPr sz="6300" b="1">
                <a:solidFill>
                  <a:srgbClr val="17262C"/>
                </a:solidFill>
                <a:latin typeface="Noto Sans KR"/>
                <a:ea typeface="Noto Sans KR"/>
                <a:cs typeface="Noto Sans KR"/>
              </a:defRPr>
            </a:lvl1pPr>
            <a:lvl2pPr algn="l">
              <a:defRPr sz="6300" b="1">
                <a:solidFill>
                  <a:srgbClr val="17262C"/>
                </a:solidFill>
                <a:latin typeface="Noto Sans KR"/>
                <a:ea typeface="Noto Sans KR"/>
                <a:cs typeface="Noto Sans KR"/>
              </a:defRPr>
            </a:lvl2pPr>
            <a:lvl3pPr algn="l">
              <a:defRPr sz="6300" b="1">
                <a:solidFill>
                  <a:srgbClr val="17262C"/>
                </a:solidFill>
                <a:latin typeface="Noto Sans KR"/>
                <a:ea typeface="Noto Sans KR"/>
                <a:cs typeface="Noto Sans KR"/>
              </a:defRPr>
            </a:lvl3pPr>
            <a:lvl4pPr algn="l">
              <a:defRPr sz="6300" b="1">
                <a:solidFill>
                  <a:srgbClr val="17262C"/>
                </a:solidFill>
                <a:latin typeface="Noto Sans KR"/>
                <a:ea typeface="Noto Sans KR"/>
                <a:cs typeface="Noto Sans KR"/>
              </a:defRPr>
            </a:lvl4pPr>
            <a:lvl5pPr algn="l">
              <a:defRPr sz="6300" b="1">
                <a:solidFill>
                  <a:srgbClr val="17262C"/>
                </a:solidFill>
                <a:latin typeface="Noto Sans KR"/>
                <a:ea typeface="Noto Sans KR"/>
                <a:cs typeface="Noto Sans KR"/>
              </a:defRPr>
            </a:lvl5pPr>
            <a:lvl6pPr algn="l">
              <a:defRPr sz="6300" b="1">
                <a:solidFill>
                  <a:srgbClr val="17262C"/>
                </a:solidFill>
                <a:latin typeface="Noto Sans KR"/>
                <a:ea typeface="Noto Sans KR"/>
                <a:cs typeface="Noto Sans KR"/>
              </a:defRPr>
            </a:lvl6pPr>
            <a:lvl7pPr algn="l">
              <a:defRPr sz="6300" b="1">
                <a:solidFill>
                  <a:srgbClr val="17262C"/>
                </a:solidFill>
                <a:latin typeface="Noto Sans KR"/>
                <a:ea typeface="Noto Sans KR"/>
                <a:cs typeface="Noto Sans KR"/>
              </a:defRPr>
            </a:lvl7pPr>
            <a:lvl8pPr algn="l">
              <a:defRPr sz="6300" b="1">
                <a:solidFill>
                  <a:srgbClr val="17262C"/>
                </a:solidFill>
                <a:latin typeface="Noto Sans KR"/>
                <a:ea typeface="Noto Sans KR"/>
                <a:cs typeface="Noto Sans KR"/>
              </a:defRPr>
            </a:lvl8pPr>
            <a:lvl9pPr algn="l">
              <a:defRPr sz="6300" b="1">
                <a:solidFill>
                  <a:srgbClr val="17262C"/>
                </a:solidFill>
                <a:latin typeface="Noto Sans KR"/>
                <a:ea typeface="Noto Sans KR"/>
                <a:cs typeface="Noto Sans KR"/>
              </a:defRPr>
            </a:lvl9pPr>
          </a:lstStyle>
          <a:p>
            <a:pPr algn="l">
              <a:defRPr sz="6300" b="1">
                <a:solidFill>
                  <a:srgbClr val="17262C"/>
                </a:solidFill>
                <a:latin typeface="Noto Sans KR"/>
                <a:ea typeface="Noto Sans KR"/>
                <a:cs typeface="Noto Sans KR"/>
              </a:defRPr>
            </a:pPr>
            <a:r>
              <a:rPr sz="6300" b="1">
                <a:solidFill>
                  <a:srgbClr val="17262C"/>
                </a:solidFill>
                <a:latin typeface="Noto Sans KR"/>
                <a:ea typeface="Noto Sans KR"/>
                <a:cs typeface="Noto Sans KR"/>
              </a:rPr>
              <a:t>AI</a:t>
            </a:r>
          </a:p>
        </p:txBody>
      </p:sp>
      <p:sp>
        <p:nvSpPr>
          <p:cNvPr id="6" name="함께 일하는 정부">
            <a:extLst>
              <a:ext uri="{FF2B5EF4-FFF2-40B4-BE49-F238E27FC236}">
                <a16:creationId xmlns:a16="http://schemas.microsoft.com/office/drawing/2014/main" id="{BFC5B16C-62BA-4781-AED6-0C5A96D61983}"/>
              </a:ext>
            </a:extLst>
          </p:cNvPr>
          <p:cNvSpPr>
            <a:spLocks noGrp="1"/>
          </p:cNvSpPr>
          <p:nvPr/>
        </p:nvSpPr>
        <p:spPr>
          <a:xfrm>
            <a:off x="628650" y="5029200"/>
            <a:ext cx="4476750" cy="438150"/>
          </a:xfrm>
          <a:prstGeom prst="rect">
            <a:avLst/>
          </a:prstGeom>
          <a:noFill/>
          <a:ln w="0">
            <a:noFill/>
          </a:ln>
        </p:spPr>
        <p:txBody>
          <a:bodyPr lIns="0" tIns="0" rIns="0" bIns="0" anchor="ctr">
            <a:noAutofit/>
          </a:bodyPr>
          <a:lstStyle>
            <a:defPPr algn="l">
              <a:defRPr sz="2175" b="0">
                <a:solidFill>
                  <a:srgbClr val="657578"/>
                </a:solidFill>
                <a:latin typeface="Noto Sans KR"/>
                <a:ea typeface="Noto Sans KR"/>
                <a:cs typeface="Noto Sans KR"/>
              </a:defRPr>
            </a:defPPr>
            <a:lvl1pPr algn="l">
              <a:defRPr sz="2175" b="0">
                <a:solidFill>
                  <a:srgbClr val="657578"/>
                </a:solidFill>
                <a:latin typeface="Noto Sans KR"/>
                <a:ea typeface="Noto Sans KR"/>
                <a:cs typeface="Noto Sans KR"/>
              </a:defRPr>
            </a:lvl1pPr>
            <a:lvl2pPr algn="l">
              <a:defRPr sz="2175" b="0">
                <a:solidFill>
                  <a:srgbClr val="657578"/>
                </a:solidFill>
                <a:latin typeface="Noto Sans KR"/>
                <a:ea typeface="Noto Sans KR"/>
                <a:cs typeface="Noto Sans KR"/>
              </a:defRPr>
            </a:lvl2pPr>
            <a:lvl3pPr algn="l">
              <a:defRPr sz="2175" b="0">
                <a:solidFill>
                  <a:srgbClr val="657578"/>
                </a:solidFill>
                <a:latin typeface="Noto Sans KR"/>
                <a:ea typeface="Noto Sans KR"/>
                <a:cs typeface="Noto Sans KR"/>
              </a:defRPr>
            </a:lvl3pPr>
            <a:lvl4pPr algn="l">
              <a:defRPr sz="2175" b="0">
                <a:solidFill>
                  <a:srgbClr val="657578"/>
                </a:solidFill>
                <a:latin typeface="Noto Sans KR"/>
                <a:ea typeface="Noto Sans KR"/>
                <a:cs typeface="Noto Sans KR"/>
              </a:defRPr>
            </a:lvl4pPr>
            <a:lvl5pPr algn="l">
              <a:defRPr sz="2175" b="0">
                <a:solidFill>
                  <a:srgbClr val="657578"/>
                </a:solidFill>
                <a:latin typeface="Noto Sans KR"/>
                <a:ea typeface="Noto Sans KR"/>
                <a:cs typeface="Noto Sans KR"/>
              </a:defRPr>
            </a:lvl5pPr>
            <a:lvl6pPr algn="l">
              <a:defRPr sz="2175" b="0">
                <a:solidFill>
                  <a:srgbClr val="657578"/>
                </a:solidFill>
                <a:latin typeface="Noto Sans KR"/>
                <a:ea typeface="Noto Sans KR"/>
                <a:cs typeface="Noto Sans KR"/>
              </a:defRPr>
            </a:lvl6pPr>
            <a:lvl7pPr algn="l">
              <a:defRPr sz="2175" b="0">
                <a:solidFill>
                  <a:srgbClr val="657578"/>
                </a:solidFill>
                <a:latin typeface="Noto Sans KR"/>
                <a:ea typeface="Noto Sans KR"/>
                <a:cs typeface="Noto Sans KR"/>
              </a:defRPr>
            </a:lvl7pPr>
            <a:lvl8pPr algn="l">
              <a:defRPr sz="2175" b="0">
                <a:solidFill>
                  <a:srgbClr val="657578"/>
                </a:solidFill>
                <a:latin typeface="Noto Sans KR"/>
                <a:ea typeface="Noto Sans KR"/>
                <a:cs typeface="Noto Sans KR"/>
              </a:defRPr>
            </a:lvl8pPr>
            <a:lvl9pPr algn="l">
              <a:defRPr sz="2175" b="0">
                <a:solidFill>
                  <a:srgbClr val="657578"/>
                </a:solidFill>
                <a:latin typeface="Noto Sans KR"/>
                <a:ea typeface="Noto Sans KR"/>
                <a:cs typeface="Noto Sans KR"/>
              </a:defRPr>
            </a:lvl9pPr>
          </a:lstStyle>
          <a:p>
            <a:pPr algn="l">
              <a:defRPr sz="2175" b="0">
                <a:solidFill>
                  <a:srgbClr val="657578"/>
                </a:solidFill>
                <a:latin typeface="Noto Sans KR"/>
                <a:ea typeface="Noto Sans KR"/>
                <a:cs typeface="Noto Sans KR"/>
              </a:defRPr>
            </a:pPr>
            <a:r>
              <a:rPr sz="2175" b="0">
                <a:solidFill>
                  <a:srgbClr val="657578"/>
                </a:solidFill>
                <a:latin typeface="Noto Sans KR"/>
                <a:ea typeface="Noto Sans KR"/>
                <a:cs typeface="Noto Sans KR"/>
              </a:rPr>
              <a:t>함께 일하는 정부</a:t>
            </a:r>
          </a:p>
        </p:txBody>
      </p:sp>
      <p:sp>
        <p:nvSpPr>
          <p:cNvPr id="7" name="직선 연결선 6">
            <a:extLst>
              <a:ext uri="{FF2B5EF4-FFF2-40B4-BE49-F238E27FC236}">
                <a16:creationId xmlns:a16="http://schemas.microsoft.com/office/drawing/2014/main" id="{D8247EA3-89AB-44A3-9EE7-066C706409BC}"/>
              </a:ext>
            </a:extLst>
          </p:cNvPr>
          <p:cNvSpPr>
            <a:spLocks noGrp="1"/>
          </p:cNvSpPr>
          <p:nvPr/>
        </p:nvSpPr>
        <p:spPr>
          <a:xfrm>
            <a:off x="5295900" y="2676525"/>
            <a:ext cx="0" cy="2943225"/>
          </a:xfrm>
          <a:prstGeom prst="line">
            <a:avLst/>
          </a:prstGeom>
          <a:noFill/>
          <a:ln w="9525">
            <a:solidFill>
              <a:srgbClr val="B3C3C1"/>
            </a:solidFill>
          </a:ln>
        </p:spPr>
      </p:sp>
      <p:sp>
        <p:nvSpPr>
          <p:cNvPr id="8" name="직선 연결선 7">
            <a:extLst>
              <a:ext uri="{FF2B5EF4-FFF2-40B4-BE49-F238E27FC236}">
                <a16:creationId xmlns:a16="http://schemas.microsoft.com/office/drawing/2014/main" id="{F593FBDF-A046-4838-94F0-B65398AE96E9}"/>
              </a:ext>
            </a:extLst>
          </p:cNvPr>
          <p:cNvSpPr>
            <a:spLocks noGrp="1"/>
          </p:cNvSpPr>
          <p:nvPr/>
        </p:nvSpPr>
        <p:spPr>
          <a:xfrm>
            <a:off x="4857750" y="2676525"/>
            <a:ext cx="438150" cy="0"/>
          </a:xfrm>
          <a:prstGeom prst="line">
            <a:avLst/>
          </a:prstGeom>
          <a:noFill/>
          <a:ln w="9525">
            <a:solidFill>
              <a:srgbClr val="B3C3C1"/>
            </a:solidFill>
          </a:ln>
        </p:spPr>
      </p:sp>
      <p:sp>
        <p:nvSpPr>
          <p:cNvPr id="9" name="직선 연결선 8">
            <a:extLst>
              <a:ext uri="{FF2B5EF4-FFF2-40B4-BE49-F238E27FC236}">
                <a16:creationId xmlns:a16="http://schemas.microsoft.com/office/drawing/2014/main" id="{B14932B4-9332-49AB-A7E8-E89B6E69023F}"/>
              </a:ext>
            </a:extLst>
          </p:cNvPr>
          <p:cNvSpPr>
            <a:spLocks noGrp="1"/>
          </p:cNvSpPr>
          <p:nvPr/>
        </p:nvSpPr>
        <p:spPr>
          <a:xfrm>
            <a:off x="5295900" y="2676525"/>
            <a:ext cx="876300" cy="0"/>
          </a:xfrm>
          <a:prstGeom prst="line">
            <a:avLst/>
          </a:prstGeom>
          <a:noFill/>
          <a:ln w="9525">
            <a:solidFill>
              <a:srgbClr val="B3C3C1"/>
            </a:solidFill>
          </a:ln>
        </p:spPr>
      </p:sp>
      <p:sp>
        <p:nvSpPr>
          <p:cNvPr id="10" name="직선 연결선 9">
            <a:extLst>
              <a:ext uri="{FF2B5EF4-FFF2-40B4-BE49-F238E27FC236}">
                <a16:creationId xmlns:a16="http://schemas.microsoft.com/office/drawing/2014/main" id="{FF2A6DC2-10D0-4C54-8D5A-EC3C575CB7AF}"/>
              </a:ext>
            </a:extLst>
          </p:cNvPr>
          <p:cNvSpPr>
            <a:spLocks noGrp="1"/>
          </p:cNvSpPr>
          <p:nvPr/>
        </p:nvSpPr>
        <p:spPr>
          <a:xfrm>
            <a:off x="5295900" y="4238625"/>
            <a:ext cx="876300" cy="0"/>
          </a:xfrm>
          <a:prstGeom prst="line">
            <a:avLst/>
          </a:prstGeom>
          <a:noFill/>
          <a:ln w="9525">
            <a:solidFill>
              <a:srgbClr val="B3C3C1"/>
            </a:solidFill>
          </a:ln>
        </p:spPr>
      </p:sp>
      <p:sp>
        <p:nvSpPr>
          <p:cNvPr id="11" name="직선 연결선 10">
            <a:extLst>
              <a:ext uri="{FF2B5EF4-FFF2-40B4-BE49-F238E27FC236}">
                <a16:creationId xmlns:a16="http://schemas.microsoft.com/office/drawing/2014/main" id="{96034E31-216C-4AC6-A62B-ACE5AB443345}"/>
              </a:ext>
            </a:extLst>
          </p:cNvPr>
          <p:cNvSpPr>
            <a:spLocks noGrp="1"/>
          </p:cNvSpPr>
          <p:nvPr/>
        </p:nvSpPr>
        <p:spPr>
          <a:xfrm>
            <a:off x="5295900" y="5619750"/>
            <a:ext cx="876300" cy="0"/>
          </a:xfrm>
          <a:prstGeom prst="line">
            <a:avLst/>
          </a:prstGeom>
          <a:noFill/>
          <a:ln w="9525">
            <a:solidFill>
              <a:srgbClr val="B3C3C1"/>
            </a:solidFill>
          </a:ln>
        </p:spPr>
      </p:sp>
      <p:sp>
        <p:nvSpPr>
          <p:cNvPr id="12" name="①  협업체계">
            <a:extLst>
              <a:ext uri="{FF2B5EF4-FFF2-40B4-BE49-F238E27FC236}">
                <a16:creationId xmlns:a16="http://schemas.microsoft.com/office/drawing/2014/main" id="{67151705-C145-4FAB-B6F8-613568207EE0}"/>
              </a:ext>
            </a:extLst>
          </p:cNvPr>
          <p:cNvSpPr>
            <a:spLocks noGrp="1"/>
          </p:cNvSpPr>
          <p:nvPr/>
        </p:nvSpPr>
        <p:spPr>
          <a:xfrm>
            <a:off x="6486525" y="2105025"/>
            <a:ext cx="5095875" cy="323850"/>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①  협업체계</a:t>
            </a:r>
          </a:p>
        </p:txBody>
      </p:sp>
      <p:sp>
        <p:nvSpPr>
          <p:cNvPr id="13" name="AI와 함께 일하는 방식">
            <a:extLst>
              <a:ext uri="{FF2B5EF4-FFF2-40B4-BE49-F238E27FC236}">
                <a16:creationId xmlns:a16="http://schemas.microsoft.com/office/drawing/2014/main" id="{EC21A5AE-42B0-4B1D-87C3-DED457BEB505}"/>
              </a:ext>
            </a:extLst>
          </p:cNvPr>
          <p:cNvSpPr>
            <a:spLocks noGrp="1"/>
          </p:cNvSpPr>
          <p:nvPr/>
        </p:nvSpPr>
        <p:spPr>
          <a:xfrm>
            <a:off x="6486525" y="2543175"/>
            <a:ext cx="5095875" cy="447675"/>
          </a:xfrm>
          <a:prstGeom prst="rect">
            <a:avLst/>
          </a:prstGeom>
          <a:noFill/>
          <a:ln w="0">
            <a:noFill/>
          </a:ln>
        </p:spPr>
        <p:txBody>
          <a:bodyPr lIns="0" tIns="0" rIns="0" bIns="0" anchor="ctr">
            <a:noAutofit/>
          </a:bodyPr>
          <a:lstStyle>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AI와 함께 일하는 방식</a:t>
            </a:r>
          </a:p>
        </p:txBody>
      </p:sp>
      <p:sp>
        <p:nvSpPr>
          <p:cNvPr id="14" name="직선 연결선 13">
            <a:extLst>
              <a:ext uri="{FF2B5EF4-FFF2-40B4-BE49-F238E27FC236}">
                <a16:creationId xmlns:a16="http://schemas.microsoft.com/office/drawing/2014/main" id="{7E566F80-37D0-4E7F-A1B8-432187BE680C}"/>
              </a:ext>
            </a:extLst>
          </p:cNvPr>
          <p:cNvSpPr>
            <a:spLocks noGrp="1"/>
          </p:cNvSpPr>
          <p:nvPr/>
        </p:nvSpPr>
        <p:spPr>
          <a:xfrm>
            <a:off x="6486525" y="3333750"/>
            <a:ext cx="5095875" cy="0"/>
          </a:xfrm>
          <a:prstGeom prst="line">
            <a:avLst/>
          </a:prstGeom>
          <a:noFill/>
          <a:ln w="9525">
            <a:solidFill>
              <a:srgbClr val="B3C3C1"/>
            </a:solidFill>
          </a:ln>
        </p:spPr>
      </p:sp>
      <p:sp>
        <p:nvSpPr>
          <p:cNvPr id="15" name="②  업무관리 플랫폼">
            <a:extLst>
              <a:ext uri="{FF2B5EF4-FFF2-40B4-BE49-F238E27FC236}">
                <a16:creationId xmlns:a16="http://schemas.microsoft.com/office/drawing/2014/main" id="{2F766E9C-7A6A-4593-AA97-00C8B05B01CF}"/>
              </a:ext>
            </a:extLst>
          </p:cNvPr>
          <p:cNvSpPr>
            <a:spLocks noGrp="1"/>
          </p:cNvSpPr>
          <p:nvPr/>
        </p:nvSpPr>
        <p:spPr>
          <a:xfrm>
            <a:off x="6486525" y="3638550"/>
            <a:ext cx="5095875" cy="323850"/>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②  업무관리 플랫폼</a:t>
            </a:r>
          </a:p>
        </p:txBody>
      </p:sp>
      <p:sp>
        <p:nvSpPr>
          <p:cNvPr id="16" name="업무·데이터·맥락 연결">
            <a:extLst>
              <a:ext uri="{FF2B5EF4-FFF2-40B4-BE49-F238E27FC236}">
                <a16:creationId xmlns:a16="http://schemas.microsoft.com/office/drawing/2014/main" id="{72C3C805-5941-4092-9F64-ECCD7C9AAAF1}"/>
              </a:ext>
            </a:extLst>
          </p:cNvPr>
          <p:cNvSpPr>
            <a:spLocks noGrp="1"/>
          </p:cNvSpPr>
          <p:nvPr/>
        </p:nvSpPr>
        <p:spPr>
          <a:xfrm>
            <a:off x="6486525" y="4076700"/>
            <a:ext cx="5095875" cy="447675"/>
          </a:xfrm>
          <a:prstGeom prst="rect">
            <a:avLst/>
          </a:prstGeom>
          <a:noFill/>
          <a:ln w="0">
            <a:noFill/>
          </a:ln>
        </p:spPr>
        <p:txBody>
          <a:bodyPr lIns="0" tIns="0" rIns="0" bIns="0" anchor="ctr">
            <a:noAutofit/>
          </a:bodyPr>
          <a:lstStyle>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업무·데이터·맥락 연결</a:t>
            </a:r>
          </a:p>
        </p:txBody>
      </p:sp>
      <p:sp>
        <p:nvSpPr>
          <p:cNvPr id="17" name="직선 연결선 16">
            <a:extLst>
              <a:ext uri="{FF2B5EF4-FFF2-40B4-BE49-F238E27FC236}">
                <a16:creationId xmlns:a16="http://schemas.microsoft.com/office/drawing/2014/main" id="{863A0618-3AE0-4678-B40F-A6A3887191B0}"/>
              </a:ext>
            </a:extLst>
          </p:cNvPr>
          <p:cNvSpPr>
            <a:spLocks noGrp="1"/>
          </p:cNvSpPr>
          <p:nvPr/>
        </p:nvSpPr>
        <p:spPr>
          <a:xfrm>
            <a:off x="6486525" y="4867275"/>
            <a:ext cx="5095875" cy="0"/>
          </a:xfrm>
          <a:prstGeom prst="line">
            <a:avLst/>
          </a:prstGeom>
          <a:noFill/>
          <a:ln w="9525">
            <a:solidFill>
              <a:srgbClr val="B3C3C1"/>
            </a:solidFill>
          </a:ln>
        </p:spPr>
      </p:sp>
      <p:sp>
        <p:nvSpPr>
          <p:cNvPr id="18" name="④  공공 AI 인재양성">
            <a:extLst>
              <a:ext uri="{FF2B5EF4-FFF2-40B4-BE49-F238E27FC236}">
                <a16:creationId xmlns:a16="http://schemas.microsoft.com/office/drawing/2014/main" id="{40B98C5B-018B-4DAD-BC6F-7B30E0B2C22B}"/>
              </a:ext>
            </a:extLst>
          </p:cNvPr>
          <p:cNvSpPr>
            <a:spLocks noGrp="1"/>
          </p:cNvSpPr>
          <p:nvPr/>
        </p:nvSpPr>
        <p:spPr>
          <a:xfrm>
            <a:off x="6486525" y="5181600"/>
            <a:ext cx="5095875" cy="323850"/>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④  공공 AI 인재양성</a:t>
            </a:r>
          </a:p>
        </p:txBody>
      </p:sp>
      <p:sp>
        <p:nvSpPr>
          <p:cNvPr id="19" name="직무별 역량과 현장 문제 해결">
            <a:extLst>
              <a:ext uri="{FF2B5EF4-FFF2-40B4-BE49-F238E27FC236}">
                <a16:creationId xmlns:a16="http://schemas.microsoft.com/office/drawing/2014/main" id="{CDB7D582-A312-4838-9E61-1AB7D8CB84DA}"/>
              </a:ext>
            </a:extLst>
          </p:cNvPr>
          <p:cNvSpPr>
            <a:spLocks noGrp="1"/>
          </p:cNvSpPr>
          <p:nvPr/>
        </p:nvSpPr>
        <p:spPr>
          <a:xfrm>
            <a:off x="6486525" y="5619750"/>
            <a:ext cx="5095875" cy="447675"/>
          </a:xfrm>
          <a:prstGeom prst="rect">
            <a:avLst/>
          </a:prstGeom>
          <a:noFill/>
          <a:ln w="0">
            <a:noFill/>
          </a:ln>
        </p:spPr>
        <p:txBody>
          <a:bodyPr lIns="0" tIns="0" rIns="0" bIns="0" anchor="ctr">
            <a:noAutofit/>
          </a:bodyPr>
          <a:lstStyle>
            <a:defPPr algn="l">
              <a:defRPr sz="2250" b="1">
                <a:solidFill>
                  <a:srgbClr val="17262C"/>
                </a:solidFill>
                <a:latin typeface="Noto Sans KR"/>
                <a:ea typeface="Noto Sans KR"/>
                <a:cs typeface="Noto Sans KR"/>
              </a:defRPr>
            </a:defPPr>
            <a:lvl1pPr algn="l">
              <a:defRPr sz="2250" b="1">
                <a:solidFill>
                  <a:srgbClr val="17262C"/>
                </a:solidFill>
                <a:latin typeface="Noto Sans KR"/>
                <a:ea typeface="Noto Sans KR"/>
                <a:cs typeface="Noto Sans KR"/>
              </a:defRPr>
            </a:lvl1pPr>
            <a:lvl2pPr algn="l">
              <a:defRPr sz="2250" b="1">
                <a:solidFill>
                  <a:srgbClr val="17262C"/>
                </a:solidFill>
                <a:latin typeface="Noto Sans KR"/>
                <a:ea typeface="Noto Sans KR"/>
                <a:cs typeface="Noto Sans KR"/>
              </a:defRPr>
            </a:lvl2pPr>
            <a:lvl3pPr algn="l">
              <a:defRPr sz="2250" b="1">
                <a:solidFill>
                  <a:srgbClr val="17262C"/>
                </a:solidFill>
                <a:latin typeface="Noto Sans KR"/>
                <a:ea typeface="Noto Sans KR"/>
                <a:cs typeface="Noto Sans KR"/>
              </a:defRPr>
            </a:lvl3pPr>
            <a:lvl4pPr algn="l">
              <a:defRPr sz="2250" b="1">
                <a:solidFill>
                  <a:srgbClr val="17262C"/>
                </a:solidFill>
                <a:latin typeface="Noto Sans KR"/>
                <a:ea typeface="Noto Sans KR"/>
                <a:cs typeface="Noto Sans KR"/>
              </a:defRPr>
            </a:lvl4pPr>
            <a:lvl5pPr algn="l">
              <a:defRPr sz="2250" b="1">
                <a:solidFill>
                  <a:srgbClr val="17262C"/>
                </a:solidFill>
                <a:latin typeface="Noto Sans KR"/>
                <a:ea typeface="Noto Sans KR"/>
                <a:cs typeface="Noto Sans KR"/>
              </a:defRPr>
            </a:lvl5pPr>
            <a:lvl6pPr algn="l">
              <a:defRPr sz="2250" b="1">
                <a:solidFill>
                  <a:srgbClr val="17262C"/>
                </a:solidFill>
                <a:latin typeface="Noto Sans KR"/>
                <a:ea typeface="Noto Sans KR"/>
                <a:cs typeface="Noto Sans KR"/>
              </a:defRPr>
            </a:lvl6pPr>
            <a:lvl7pPr algn="l">
              <a:defRPr sz="2250" b="1">
                <a:solidFill>
                  <a:srgbClr val="17262C"/>
                </a:solidFill>
                <a:latin typeface="Noto Sans KR"/>
                <a:ea typeface="Noto Sans KR"/>
                <a:cs typeface="Noto Sans KR"/>
              </a:defRPr>
            </a:lvl7pPr>
            <a:lvl8pPr algn="l">
              <a:defRPr sz="2250" b="1">
                <a:solidFill>
                  <a:srgbClr val="17262C"/>
                </a:solidFill>
                <a:latin typeface="Noto Sans KR"/>
                <a:ea typeface="Noto Sans KR"/>
                <a:cs typeface="Noto Sans KR"/>
              </a:defRPr>
            </a:lvl8pPr>
            <a:lvl9pPr algn="l">
              <a:defRPr sz="2250" b="1">
                <a:solidFill>
                  <a:srgbClr val="17262C"/>
                </a:solidFill>
                <a:latin typeface="Noto Sans KR"/>
                <a:ea typeface="Noto Sans KR"/>
                <a:cs typeface="Noto Sans KR"/>
              </a:defRPr>
            </a:lvl9pPr>
          </a:lstStyle>
          <a:p>
            <a:pPr algn="l">
              <a:defRPr sz="2250" b="1">
                <a:solidFill>
                  <a:srgbClr val="17262C"/>
                </a:solidFill>
                <a:latin typeface="Noto Sans KR"/>
                <a:ea typeface="Noto Sans KR"/>
                <a:cs typeface="Noto Sans KR"/>
              </a:defRPr>
            </a:pPr>
            <a:r>
              <a:rPr sz="2250" b="1">
                <a:solidFill>
                  <a:srgbClr val="17262C"/>
                </a:solidFill>
                <a:latin typeface="Noto Sans KR"/>
                <a:ea typeface="Noto Sans KR"/>
                <a:cs typeface="Noto Sans KR"/>
              </a:rPr>
              <a:t>직무별 역량과 현장 문제 해결</a:t>
            </a:r>
          </a:p>
        </p:txBody>
      </p:sp>
      <p:sp>
        <p:nvSpPr>
          <p:cNvPr id="20" name="협업 방식과 업무 기반, 사람의 역량을 함께 바꾸는 계획">
            <a:extLst>
              <a:ext uri="{FF2B5EF4-FFF2-40B4-BE49-F238E27FC236}">
                <a16:creationId xmlns:a16="http://schemas.microsoft.com/office/drawing/2014/main" id="{49B3AFCB-C637-4CC9-AFBE-FCBB8B29BB65}"/>
              </a:ext>
            </a:extLst>
          </p:cNvPr>
          <p:cNvSpPr>
            <a:spLocks noGrp="1"/>
          </p:cNvSpPr>
          <p:nvPr/>
        </p:nvSpPr>
        <p:spPr>
          <a:xfrm>
            <a:off x="609600" y="6334125"/>
            <a:ext cx="10972800" cy="257175"/>
          </a:xfrm>
          <a:prstGeom prst="rect">
            <a:avLst/>
          </a:prstGeom>
          <a:noFill/>
          <a:ln w="0">
            <a:noFill/>
          </a:ln>
        </p:spPr>
        <p:txBody>
          <a:bodyPr lIns="0" tIns="0" rIns="0" bIns="0" anchor="ctr">
            <a:noAutofit/>
          </a:bodyPr>
          <a:lstStyle>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협업 방식과 업무 기반, 사람의 역량을 함께 바꾸는 계획</a:t>
            </a:r>
          </a:p>
        </p:txBody>
      </p:sp>
    </p:spTree>
    <p:extLst>
      <p:ext uri="{BB962C8B-B14F-4D97-AF65-F5344CB8AC3E}">
        <p14:creationId xmlns:p14="http://schemas.microsoft.com/office/powerpoint/2010/main" val="216094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13" name="국민 중심 AI 서비스 혁신">
            <a:extLst>
              <a:ext uri="{FF2B5EF4-FFF2-40B4-BE49-F238E27FC236}">
                <a16:creationId xmlns:a16="http://schemas.microsoft.com/office/drawing/2014/main" id="{B97A1F07-5AC5-4E9A-95D1-D9D2ABF13B9A}"/>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국민 중심 AI 서비스 혁신</a:t>
            </a:r>
          </a:p>
        </p:txBody>
      </p:sp>
      <p:sp>
        <p:nvSpPr>
          <p:cNvPr id="2" name="06">
            <a:extLst>
              <a:ext uri="{FF2B5EF4-FFF2-40B4-BE49-F238E27FC236}">
                <a16:creationId xmlns:a16="http://schemas.microsoft.com/office/drawing/2014/main" id="{EEA23307-5728-49ED-94FB-EE6088FF48CB}"/>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06</a:t>
            </a:r>
          </a:p>
        </p:txBody>
      </p:sp>
      <p:sp>
        <p:nvSpPr>
          <p:cNvPr id="3" name="전략목표 2">
            <a:extLst>
              <a:ext uri="{FF2B5EF4-FFF2-40B4-BE49-F238E27FC236}">
                <a16:creationId xmlns:a16="http://schemas.microsoft.com/office/drawing/2014/main" id="{A1789A68-4DBF-4DA2-A24A-C343C8B023CA}"/>
              </a:ext>
            </a:extLst>
          </p:cNvPr>
          <p:cNvSpPr>
            <a:spLocks noGrp="1"/>
          </p:cNvSpPr>
          <p:nvPr/>
        </p:nvSpPr>
        <p:spPr>
          <a:xfrm>
            <a:off x="609600" y="1381125"/>
            <a:ext cx="1097280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전략목표 2</a:t>
            </a:r>
          </a:p>
        </p:txBody>
      </p:sp>
      <p:sp>
        <p:nvSpPr>
          <p:cNvPr id="4" name="한 번의 요청">
            <a:extLst>
              <a:ext uri="{FF2B5EF4-FFF2-40B4-BE49-F238E27FC236}">
                <a16:creationId xmlns:a16="http://schemas.microsoft.com/office/drawing/2014/main" id="{6D11E545-9D63-471B-83D4-564758A3A3CB}"/>
              </a:ext>
            </a:extLst>
          </p:cNvPr>
          <p:cNvSpPr>
            <a:spLocks noGrp="1"/>
          </p:cNvSpPr>
          <p:nvPr/>
        </p:nvSpPr>
        <p:spPr>
          <a:xfrm>
            <a:off x="609600" y="2247900"/>
            <a:ext cx="4857750" cy="1714500"/>
          </a:xfrm>
          <a:prstGeom prst="rect">
            <a:avLst/>
          </a:prstGeom>
          <a:noFill/>
          <a:ln w="0">
            <a:noFill/>
          </a:ln>
        </p:spPr>
        <p:txBody>
          <a:bodyPr lIns="0" tIns="0" rIns="0" bIns="0" anchor="ctr">
            <a:noAutofit/>
          </a:bodyPr>
          <a:lstStyle>
            <a:defPPr algn="l">
              <a:defRPr sz="5625" b="1">
                <a:solidFill>
                  <a:srgbClr val="17262C"/>
                </a:solidFill>
                <a:latin typeface="Noto Sans KR"/>
                <a:ea typeface="Noto Sans KR"/>
                <a:cs typeface="Noto Sans KR"/>
              </a:defRPr>
            </a:defPPr>
            <a:lvl1pPr algn="l">
              <a:defRPr sz="5625" b="1">
                <a:solidFill>
                  <a:srgbClr val="17262C"/>
                </a:solidFill>
                <a:latin typeface="Noto Sans KR"/>
                <a:ea typeface="Noto Sans KR"/>
                <a:cs typeface="Noto Sans KR"/>
              </a:defRPr>
            </a:lvl1pPr>
            <a:lvl2pPr algn="l">
              <a:defRPr sz="5625" b="1">
                <a:solidFill>
                  <a:srgbClr val="17262C"/>
                </a:solidFill>
                <a:latin typeface="Noto Sans KR"/>
                <a:ea typeface="Noto Sans KR"/>
                <a:cs typeface="Noto Sans KR"/>
              </a:defRPr>
            </a:lvl2pPr>
            <a:lvl3pPr algn="l">
              <a:defRPr sz="5625" b="1">
                <a:solidFill>
                  <a:srgbClr val="17262C"/>
                </a:solidFill>
                <a:latin typeface="Noto Sans KR"/>
                <a:ea typeface="Noto Sans KR"/>
                <a:cs typeface="Noto Sans KR"/>
              </a:defRPr>
            </a:lvl3pPr>
            <a:lvl4pPr algn="l">
              <a:defRPr sz="5625" b="1">
                <a:solidFill>
                  <a:srgbClr val="17262C"/>
                </a:solidFill>
                <a:latin typeface="Noto Sans KR"/>
                <a:ea typeface="Noto Sans KR"/>
                <a:cs typeface="Noto Sans KR"/>
              </a:defRPr>
            </a:lvl4pPr>
            <a:lvl5pPr algn="l">
              <a:defRPr sz="5625" b="1">
                <a:solidFill>
                  <a:srgbClr val="17262C"/>
                </a:solidFill>
                <a:latin typeface="Noto Sans KR"/>
                <a:ea typeface="Noto Sans KR"/>
                <a:cs typeface="Noto Sans KR"/>
              </a:defRPr>
            </a:lvl5pPr>
            <a:lvl6pPr algn="l">
              <a:defRPr sz="5625" b="1">
                <a:solidFill>
                  <a:srgbClr val="17262C"/>
                </a:solidFill>
                <a:latin typeface="Noto Sans KR"/>
                <a:ea typeface="Noto Sans KR"/>
                <a:cs typeface="Noto Sans KR"/>
              </a:defRPr>
            </a:lvl6pPr>
            <a:lvl7pPr algn="l">
              <a:defRPr sz="5625" b="1">
                <a:solidFill>
                  <a:srgbClr val="17262C"/>
                </a:solidFill>
                <a:latin typeface="Noto Sans KR"/>
                <a:ea typeface="Noto Sans KR"/>
                <a:cs typeface="Noto Sans KR"/>
              </a:defRPr>
            </a:lvl7pPr>
            <a:lvl8pPr algn="l">
              <a:defRPr sz="5625" b="1">
                <a:solidFill>
                  <a:srgbClr val="17262C"/>
                </a:solidFill>
                <a:latin typeface="Noto Sans KR"/>
                <a:ea typeface="Noto Sans KR"/>
                <a:cs typeface="Noto Sans KR"/>
              </a:defRPr>
            </a:lvl8pPr>
            <a:lvl9pPr algn="l">
              <a:defRPr sz="5625" b="1">
                <a:solidFill>
                  <a:srgbClr val="17262C"/>
                </a:solidFill>
                <a:latin typeface="Noto Sans KR"/>
                <a:ea typeface="Noto Sans KR"/>
                <a:cs typeface="Noto Sans KR"/>
              </a:defRPr>
            </a:lvl9pPr>
          </a:lstStyle>
          <a:p>
            <a:pPr algn="l">
              <a:defRPr sz="5625" b="1">
                <a:solidFill>
                  <a:srgbClr val="17262C"/>
                </a:solidFill>
                <a:latin typeface="Noto Sans KR"/>
                <a:ea typeface="Noto Sans KR"/>
                <a:cs typeface="Noto Sans KR"/>
              </a:defRPr>
            </a:pPr>
            <a:r>
              <a:rPr sz="5625" b="1">
                <a:solidFill>
                  <a:srgbClr val="17262C"/>
                </a:solidFill>
                <a:latin typeface="Noto Sans KR"/>
                <a:ea typeface="Noto Sans KR"/>
                <a:cs typeface="Noto Sans KR"/>
              </a:rPr>
              <a:t>한 번의</a:t>
            </a:r>
          </a:p>
          <a:p>
            <a:pPr algn="l">
              <a:defRPr sz="5625" b="1">
                <a:solidFill>
                  <a:srgbClr val="17262C"/>
                </a:solidFill>
                <a:latin typeface="Noto Sans KR"/>
                <a:ea typeface="Noto Sans KR"/>
                <a:cs typeface="Noto Sans KR"/>
              </a:defRPr>
            </a:pPr>
            <a:r>
              <a:rPr sz="5625" b="1">
                <a:solidFill>
                  <a:srgbClr val="17262C"/>
                </a:solidFill>
                <a:latin typeface="Noto Sans KR"/>
                <a:ea typeface="Noto Sans KR"/>
                <a:cs typeface="Noto Sans KR"/>
              </a:rPr>
              <a:t>요청</a:t>
            </a:r>
          </a:p>
        </p:txBody>
      </p:sp>
      <p:sp>
        <p:nvSpPr>
          <p:cNvPr id="5" name="국민이 경험하는 변화">
            <a:extLst>
              <a:ext uri="{FF2B5EF4-FFF2-40B4-BE49-F238E27FC236}">
                <a16:creationId xmlns:a16="http://schemas.microsoft.com/office/drawing/2014/main" id="{1DF909DF-E9C6-4CC7-8DFD-7192DD29F9C3}"/>
              </a:ext>
            </a:extLst>
          </p:cNvPr>
          <p:cNvSpPr>
            <a:spLocks noGrp="1"/>
          </p:cNvSpPr>
          <p:nvPr/>
        </p:nvSpPr>
        <p:spPr>
          <a:xfrm>
            <a:off x="609600" y="4791075"/>
            <a:ext cx="4857750" cy="390525"/>
          </a:xfrm>
          <a:prstGeom prst="rect">
            <a:avLst/>
          </a:prstGeom>
          <a:noFill/>
          <a:ln w="0">
            <a:noFill/>
          </a:ln>
        </p:spPr>
        <p:txBody>
          <a:bodyPr lIns="0" tIns="0" rIns="0" bIns="0" anchor="ctr">
            <a:noAutofit/>
          </a:bodyPr>
          <a:lstStyle>
            <a:defPPr algn="l">
              <a:defRPr sz="2025" b="0">
                <a:solidFill>
                  <a:srgbClr val="657578"/>
                </a:solidFill>
                <a:latin typeface="Noto Sans KR"/>
                <a:ea typeface="Noto Sans KR"/>
                <a:cs typeface="Noto Sans KR"/>
              </a:defRPr>
            </a:defPPr>
            <a:lvl1pPr algn="l">
              <a:defRPr sz="2025" b="0">
                <a:solidFill>
                  <a:srgbClr val="657578"/>
                </a:solidFill>
                <a:latin typeface="Noto Sans KR"/>
                <a:ea typeface="Noto Sans KR"/>
                <a:cs typeface="Noto Sans KR"/>
              </a:defRPr>
            </a:lvl1pPr>
            <a:lvl2pPr algn="l">
              <a:defRPr sz="2025" b="0">
                <a:solidFill>
                  <a:srgbClr val="657578"/>
                </a:solidFill>
                <a:latin typeface="Noto Sans KR"/>
                <a:ea typeface="Noto Sans KR"/>
                <a:cs typeface="Noto Sans KR"/>
              </a:defRPr>
            </a:lvl2pPr>
            <a:lvl3pPr algn="l">
              <a:defRPr sz="2025" b="0">
                <a:solidFill>
                  <a:srgbClr val="657578"/>
                </a:solidFill>
                <a:latin typeface="Noto Sans KR"/>
                <a:ea typeface="Noto Sans KR"/>
                <a:cs typeface="Noto Sans KR"/>
              </a:defRPr>
            </a:lvl3pPr>
            <a:lvl4pPr algn="l">
              <a:defRPr sz="2025" b="0">
                <a:solidFill>
                  <a:srgbClr val="657578"/>
                </a:solidFill>
                <a:latin typeface="Noto Sans KR"/>
                <a:ea typeface="Noto Sans KR"/>
                <a:cs typeface="Noto Sans KR"/>
              </a:defRPr>
            </a:lvl4pPr>
            <a:lvl5pPr algn="l">
              <a:defRPr sz="2025" b="0">
                <a:solidFill>
                  <a:srgbClr val="657578"/>
                </a:solidFill>
                <a:latin typeface="Noto Sans KR"/>
                <a:ea typeface="Noto Sans KR"/>
                <a:cs typeface="Noto Sans KR"/>
              </a:defRPr>
            </a:lvl5pPr>
            <a:lvl6pPr algn="l">
              <a:defRPr sz="2025" b="0">
                <a:solidFill>
                  <a:srgbClr val="657578"/>
                </a:solidFill>
                <a:latin typeface="Noto Sans KR"/>
                <a:ea typeface="Noto Sans KR"/>
                <a:cs typeface="Noto Sans KR"/>
              </a:defRPr>
            </a:lvl6pPr>
            <a:lvl7pPr algn="l">
              <a:defRPr sz="2025" b="0">
                <a:solidFill>
                  <a:srgbClr val="657578"/>
                </a:solidFill>
                <a:latin typeface="Noto Sans KR"/>
                <a:ea typeface="Noto Sans KR"/>
                <a:cs typeface="Noto Sans KR"/>
              </a:defRPr>
            </a:lvl7pPr>
            <a:lvl8pPr algn="l">
              <a:defRPr sz="2025" b="0">
                <a:solidFill>
                  <a:srgbClr val="657578"/>
                </a:solidFill>
                <a:latin typeface="Noto Sans KR"/>
                <a:ea typeface="Noto Sans KR"/>
                <a:cs typeface="Noto Sans KR"/>
              </a:defRPr>
            </a:lvl8pPr>
            <a:lvl9pPr algn="l">
              <a:defRPr sz="2025" b="0">
                <a:solidFill>
                  <a:srgbClr val="657578"/>
                </a:solidFill>
                <a:latin typeface="Noto Sans KR"/>
                <a:ea typeface="Noto Sans KR"/>
                <a:cs typeface="Noto Sans KR"/>
              </a:defRPr>
            </a:lvl9pPr>
          </a:lstStyle>
          <a:p>
            <a:pPr algn="l">
              <a:defRPr sz="2025" b="0">
                <a:solidFill>
                  <a:srgbClr val="657578"/>
                </a:solidFill>
                <a:latin typeface="Noto Sans KR"/>
                <a:ea typeface="Noto Sans KR"/>
                <a:cs typeface="Noto Sans KR"/>
              </a:defRPr>
            </a:pPr>
            <a:r>
              <a:rPr sz="2025" b="0">
                <a:solidFill>
                  <a:srgbClr val="657578"/>
                </a:solidFill>
                <a:latin typeface="Noto Sans KR"/>
                <a:ea typeface="Noto Sans KR"/>
                <a:cs typeface="Noto Sans KR"/>
              </a:rPr>
              <a:t>국민이 경험하는 변화</a:t>
            </a:r>
          </a:p>
        </p:txBody>
      </p:sp>
      <p:sp>
        <p:nvSpPr>
          <p:cNvPr id="6" name="⑨  대국민 AI 서비스">
            <a:extLst>
              <a:ext uri="{FF2B5EF4-FFF2-40B4-BE49-F238E27FC236}">
                <a16:creationId xmlns:a16="http://schemas.microsoft.com/office/drawing/2014/main" id="{F28A8E1A-F805-44C4-A8E8-2072709CEDE5}"/>
              </a:ext>
            </a:extLst>
          </p:cNvPr>
          <p:cNvSpPr>
            <a:spLocks noGrp="1"/>
          </p:cNvSpPr>
          <p:nvPr/>
        </p:nvSpPr>
        <p:spPr>
          <a:xfrm>
            <a:off x="6486525" y="2238375"/>
            <a:ext cx="5095875" cy="314325"/>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⑨  대국민 AI 서비스</a:t>
            </a:r>
          </a:p>
        </p:txBody>
      </p:sp>
      <p:sp>
        <p:nvSpPr>
          <p:cNvPr id="7" name="한 번 신청하는 서비스">
            <a:extLst>
              <a:ext uri="{FF2B5EF4-FFF2-40B4-BE49-F238E27FC236}">
                <a16:creationId xmlns:a16="http://schemas.microsoft.com/office/drawing/2014/main" id="{3E54F348-E5E0-4E15-AEAA-AEFA0FB3EA95}"/>
              </a:ext>
            </a:extLst>
          </p:cNvPr>
          <p:cNvSpPr>
            <a:spLocks noGrp="1"/>
          </p:cNvSpPr>
          <p:nvPr/>
        </p:nvSpPr>
        <p:spPr>
          <a:xfrm>
            <a:off x="6486525" y="2695575"/>
            <a:ext cx="5095875" cy="466725"/>
          </a:xfrm>
          <a:prstGeom prst="rect">
            <a:avLst/>
          </a:prstGeom>
          <a:noFill/>
          <a:ln w="0">
            <a:noFill/>
          </a:ln>
        </p:spPr>
        <p:txBody>
          <a:bodyPr lIns="0" tIns="0" rIns="0" bIns="0" anchor="ctr">
            <a:noAutofit/>
          </a:bodyPr>
          <a:lstStyle>
            <a:defPPr algn="l">
              <a:defRPr sz="2475" b="1">
                <a:solidFill>
                  <a:srgbClr val="17262C"/>
                </a:solidFill>
                <a:latin typeface="Noto Sans KR"/>
                <a:ea typeface="Noto Sans KR"/>
                <a:cs typeface="Noto Sans KR"/>
              </a:defRPr>
            </a:defPPr>
            <a:lvl1pPr algn="l">
              <a:defRPr sz="2475" b="1">
                <a:solidFill>
                  <a:srgbClr val="17262C"/>
                </a:solidFill>
                <a:latin typeface="Noto Sans KR"/>
                <a:ea typeface="Noto Sans KR"/>
                <a:cs typeface="Noto Sans KR"/>
              </a:defRPr>
            </a:lvl1pPr>
            <a:lvl2pPr algn="l">
              <a:defRPr sz="2475" b="1">
                <a:solidFill>
                  <a:srgbClr val="17262C"/>
                </a:solidFill>
                <a:latin typeface="Noto Sans KR"/>
                <a:ea typeface="Noto Sans KR"/>
                <a:cs typeface="Noto Sans KR"/>
              </a:defRPr>
            </a:lvl2pPr>
            <a:lvl3pPr algn="l">
              <a:defRPr sz="2475" b="1">
                <a:solidFill>
                  <a:srgbClr val="17262C"/>
                </a:solidFill>
                <a:latin typeface="Noto Sans KR"/>
                <a:ea typeface="Noto Sans KR"/>
                <a:cs typeface="Noto Sans KR"/>
              </a:defRPr>
            </a:lvl3pPr>
            <a:lvl4pPr algn="l">
              <a:defRPr sz="2475" b="1">
                <a:solidFill>
                  <a:srgbClr val="17262C"/>
                </a:solidFill>
                <a:latin typeface="Noto Sans KR"/>
                <a:ea typeface="Noto Sans KR"/>
                <a:cs typeface="Noto Sans KR"/>
              </a:defRPr>
            </a:lvl4pPr>
            <a:lvl5pPr algn="l">
              <a:defRPr sz="2475" b="1">
                <a:solidFill>
                  <a:srgbClr val="17262C"/>
                </a:solidFill>
                <a:latin typeface="Noto Sans KR"/>
                <a:ea typeface="Noto Sans KR"/>
                <a:cs typeface="Noto Sans KR"/>
              </a:defRPr>
            </a:lvl5pPr>
            <a:lvl6pPr algn="l">
              <a:defRPr sz="2475" b="1">
                <a:solidFill>
                  <a:srgbClr val="17262C"/>
                </a:solidFill>
                <a:latin typeface="Noto Sans KR"/>
                <a:ea typeface="Noto Sans KR"/>
                <a:cs typeface="Noto Sans KR"/>
              </a:defRPr>
            </a:lvl6pPr>
            <a:lvl7pPr algn="l">
              <a:defRPr sz="2475" b="1">
                <a:solidFill>
                  <a:srgbClr val="17262C"/>
                </a:solidFill>
                <a:latin typeface="Noto Sans KR"/>
                <a:ea typeface="Noto Sans KR"/>
                <a:cs typeface="Noto Sans KR"/>
              </a:defRPr>
            </a:lvl7pPr>
            <a:lvl8pPr algn="l">
              <a:defRPr sz="2475" b="1">
                <a:solidFill>
                  <a:srgbClr val="17262C"/>
                </a:solidFill>
                <a:latin typeface="Noto Sans KR"/>
                <a:ea typeface="Noto Sans KR"/>
                <a:cs typeface="Noto Sans KR"/>
              </a:defRPr>
            </a:lvl8pPr>
            <a:lvl9pPr algn="l">
              <a:defRPr sz="2475" b="1">
                <a:solidFill>
                  <a:srgbClr val="17262C"/>
                </a:solidFill>
                <a:latin typeface="Noto Sans KR"/>
                <a:ea typeface="Noto Sans KR"/>
                <a:cs typeface="Noto Sans KR"/>
              </a:defRPr>
            </a:lvl9pPr>
          </a:lstStyle>
          <a:p>
            <a:pPr algn="l">
              <a:defRPr sz="2475" b="1">
                <a:solidFill>
                  <a:srgbClr val="17262C"/>
                </a:solidFill>
                <a:latin typeface="Noto Sans KR"/>
                <a:ea typeface="Noto Sans KR"/>
                <a:cs typeface="Noto Sans KR"/>
              </a:defRPr>
            </a:pPr>
            <a:r>
              <a:rPr sz="2475" b="1">
                <a:solidFill>
                  <a:srgbClr val="17262C"/>
                </a:solidFill>
                <a:latin typeface="Noto Sans KR"/>
                <a:ea typeface="Noto Sans KR"/>
                <a:cs typeface="Noto Sans KR"/>
              </a:rPr>
              <a:t>한 번 신청하는 서비스</a:t>
            </a:r>
          </a:p>
        </p:txBody>
      </p:sp>
      <p:sp>
        <p:nvSpPr>
          <p:cNvPr id="8" name="서류 제출 부담 완화 익숙한 민간 채널과 연결">
            <a:extLst>
              <a:ext uri="{FF2B5EF4-FFF2-40B4-BE49-F238E27FC236}">
                <a16:creationId xmlns:a16="http://schemas.microsoft.com/office/drawing/2014/main" id="{9925C436-0F07-4EE0-BC99-0471A03DB50F}"/>
              </a:ext>
            </a:extLst>
          </p:cNvPr>
          <p:cNvSpPr>
            <a:spLocks noGrp="1"/>
          </p:cNvSpPr>
          <p:nvPr/>
        </p:nvSpPr>
        <p:spPr>
          <a:xfrm>
            <a:off x="6486525" y="3400425"/>
            <a:ext cx="5095875" cy="733425"/>
          </a:xfrm>
          <a:prstGeom prst="rect">
            <a:avLst/>
          </a:prstGeom>
          <a:noFill/>
          <a:ln w="0">
            <a:noFill/>
          </a:ln>
        </p:spPr>
        <p:txBody>
          <a:bodyPr lIns="0" tIns="0" rIns="0" bIns="0" anchor="ctr">
            <a:noAutofit/>
          </a:bodyPr>
          <a:lstStyle>
            <a:defPPr algn="l">
              <a:defRPr sz="1800" b="0">
                <a:solidFill>
                  <a:srgbClr val="17262C"/>
                </a:solidFill>
                <a:latin typeface="Noto Sans KR"/>
                <a:ea typeface="Noto Sans KR"/>
                <a:cs typeface="Noto Sans KR"/>
              </a:defRPr>
            </a:defPPr>
            <a:lvl1pPr algn="l">
              <a:defRPr sz="1800" b="0">
                <a:solidFill>
                  <a:srgbClr val="17262C"/>
                </a:solidFill>
                <a:latin typeface="Noto Sans KR"/>
                <a:ea typeface="Noto Sans KR"/>
                <a:cs typeface="Noto Sans KR"/>
              </a:defRPr>
            </a:lvl1pPr>
            <a:lvl2pPr algn="l">
              <a:defRPr sz="1800" b="0">
                <a:solidFill>
                  <a:srgbClr val="17262C"/>
                </a:solidFill>
                <a:latin typeface="Noto Sans KR"/>
                <a:ea typeface="Noto Sans KR"/>
                <a:cs typeface="Noto Sans KR"/>
              </a:defRPr>
            </a:lvl2pPr>
            <a:lvl3pPr algn="l">
              <a:defRPr sz="1800" b="0">
                <a:solidFill>
                  <a:srgbClr val="17262C"/>
                </a:solidFill>
                <a:latin typeface="Noto Sans KR"/>
                <a:ea typeface="Noto Sans KR"/>
                <a:cs typeface="Noto Sans KR"/>
              </a:defRPr>
            </a:lvl3pPr>
            <a:lvl4pPr algn="l">
              <a:defRPr sz="1800" b="0">
                <a:solidFill>
                  <a:srgbClr val="17262C"/>
                </a:solidFill>
                <a:latin typeface="Noto Sans KR"/>
                <a:ea typeface="Noto Sans KR"/>
                <a:cs typeface="Noto Sans KR"/>
              </a:defRPr>
            </a:lvl4pPr>
            <a:lvl5pPr algn="l">
              <a:defRPr sz="1800" b="0">
                <a:solidFill>
                  <a:srgbClr val="17262C"/>
                </a:solidFill>
                <a:latin typeface="Noto Sans KR"/>
                <a:ea typeface="Noto Sans KR"/>
                <a:cs typeface="Noto Sans KR"/>
              </a:defRPr>
            </a:lvl5pPr>
            <a:lvl6pPr algn="l">
              <a:defRPr sz="1800" b="0">
                <a:solidFill>
                  <a:srgbClr val="17262C"/>
                </a:solidFill>
                <a:latin typeface="Noto Sans KR"/>
                <a:ea typeface="Noto Sans KR"/>
                <a:cs typeface="Noto Sans KR"/>
              </a:defRPr>
            </a:lvl6pPr>
            <a:lvl7pPr algn="l">
              <a:defRPr sz="1800" b="0">
                <a:solidFill>
                  <a:srgbClr val="17262C"/>
                </a:solidFill>
                <a:latin typeface="Noto Sans KR"/>
                <a:ea typeface="Noto Sans KR"/>
                <a:cs typeface="Noto Sans KR"/>
              </a:defRPr>
            </a:lvl7pPr>
            <a:lvl8pPr algn="l">
              <a:defRPr sz="1800" b="0">
                <a:solidFill>
                  <a:srgbClr val="17262C"/>
                </a:solidFill>
                <a:latin typeface="Noto Sans KR"/>
                <a:ea typeface="Noto Sans KR"/>
                <a:cs typeface="Noto Sans KR"/>
              </a:defRPr>
            </a:lvl8pPr>
            <a:lvl9pPr algn="l">
              <a:defRPr sz="1800" b="0">
                <a:solidFill>
                  <a:srgbClr val="17262C"/>
                </a:solidFill>
                <a:latin typeface="Noto Sans KR"/>
                <a:ea typeface="Noto Sans KR"/>
                <a:cs typeface="Noto Sans KR"/>
              </a:defRPr>
            </a:lvl9pPr>
          </a:lstStyle>
          <a:p>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서류 제출 부담 완화</a:t>
            </a:r>
          </a:p>
          <a:p>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익숙한 민간 채널과 연결</a:t>
            </a:r>
          </a:p>
        </p:txBody>
      </p:sp>
      <p:sp>
        <p:nvSpPr>
          <p:cNvPr id="9" name="직선 연결선 8">
            <a:extLst>
              <a:ext uri="{FF2B5EF4-FFF2-40B4-BE49-F238E27FC236}">
                <a16:creationId xmlns:a16="http://schemas.microsoft.com/office/drawing/2014/main" id="{465226C4-A9B8-4E4B-8930-EB5FCA785624}"/>
              </a:ext>
            </a:extLst>
          </p:cNvPr>
          <p:cNvSpPr>
            <a:spLocks noGrp="1"/>
          </p:cNvSpPr>
          <p:nvPr/>
        </p:nvSpPr>
        <p:spPr>
          <a:xfrm>
            <a:off x="6486525" y="4429125"/>
            <a:ext cx="5095875" cy="0"/>
          </a:xfrm>
          <a:prstGeom prst="line">
            <a:avLst/>
          </a:prstGeom>
          <a:noFill/>
          <a:ln w="9525">
            <a:solidFill>
              <a:srgbClr val="B3C3C1"/>
            </a:solidFill>
          </a:ln>
        </p:spPr>
      </p:sp>
      <p:sp>
        <p:nvSpPr>
          <p:cNvPr id="10" name="⑪  AI 교육서비스·행정">
            <a:extLst>
              <a:ext uri="{FF2B5EF4-FFF2-40B4-BE49-F238E27FC236}">
                <a16:creationId xmlns:a16="http://schemas.microsoft.com/office/drawing/2014/main" id="{1C1039CA-984E-4367-A484-E4E2EE78E932}"/>
              </a:ext>
            </a:extLst>
          </p:cNvPr>
          <p:cNvSpPr>
            <a:spLocks noGrp="1"/>
          </p:cNvSpPr>
          <p:nvPr/>
        </p:nvSpPr>
        <p:spPr>
          <a:xfrm>
            <a:off x="6486525" y="4733925"/>
            <a:ext cx="5095875" cy="314325"/>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⑪  AI 교육서비스·행정</a:t>
            </a:r>
          </a:p>
        </p:txBody>
      </p:sp>
      <p:sp>
        <p:nvSpPr>
          <p:cNvPr id="11" name="교사는 수업과 학생에게 집중">
            <a:extLst>
              <a:ext uri="{FF2B5EF4-FFF2-40B4-BE49-F238E27FC236}">
                <a16:creationId xmlns:a16="http://schemas.microsoft.com/office/drawing/2014/main" id="{4F968217-351C-476D-AF1E-85AD437B384A}"/>
              </a:ext>
            </a:extLst>
          </p:cNvPr>
          <p:cNvSpPr>
            <a:spLocks noGrp="1"/>
          </p:cNvSpPr>
          <p:nvPr/>
        </p:nvSpPr>
        <p:spPr>
          <a:xfrm>
            <a:off x="6486525" y="5191125"/>
            <a:ext cx="5095875" cy="466725"/>
          </a:xfrm>
          <a:prstGeom prst="rect">
            <a:avLst/>
          </a:prstGeom>
          <a:noFill/>
          <a:ln w="0">
            <a:noFill/>
          </a:ln>
        </p:spPr>
        <p:txBody>
          <a:bodyPr lIns="0" tIns="0" rIns="0" bIns="0" anchor="ctr">
            <a:noAutofit/>
          </a:bodyPr>
          <a:lstStyle>
            <a:defPPr algn="l">
              <a:defRPr sz="2250" b="1">
                <a:solidFill>
                  <a:srgbClr val="17262C"/>
                </a:solidFill>
                <a:latin typeface="Noto Sans KR"/>
                <a:ea typeface="Noto Sans KR"/>
                <a:cs typeface="Noto Sans KR"/>
              </a:defRPr>
            </a:defPPr>
            <a:lvl1pPr algn="l">
              <a:defRPr sz="2250" b="1">
                <a:solidFill>
                  <a:srgbClr val="17262C"/>
                </a:solidFill>
                <a:latin typeface="Noto Sans KR"/>
                <a:ea typeface="Noto Sans KR"/>
                <a:cs typeface="Noto Sans KR"/>
              </a:defRPr>
            </a:lvl1pPr>
            <a:lvl2pPr algn="l">
              <a:defRPr sz="2250" b="1">
                <a:solidFill>
                  <a:srgbClr val="17262C"/>
                </a:solidFill>
                <a:latin typeface="Noto Sans KR"/>
                <a:ea typeface="Noto Sans KR"/>
                <a:cs typeface="Noto Sans KR"/>
              </a:defRPr>
            </a:lvl2pPr>
            <a:lvl3pPr algn="l">
              <a:defRPr sz="2250" b="1">
                <a:solidFill>
                  <a:srgbClr val="17262C"/>
                </a:solidFill>
                <a:latin typeface="Noto Sans KR"/>
                <a:ea typeface="Noto Sans KR"/>
                <a:cs typeface="Noto Sans KR"/>
              </a:defRPr>
            </a:lvl3pPr>
            <a:lvl4pPr algn="l">
              <a:defRPr sz="2250" b="1">
                <a:solidFill>
                  <a:srgbClr val="17262C"/>
                </a:solidFill>
                <a:latin typeface="Noto Sans KR"/>
                <a:ea typeface="Noto Sans KR"/>
                <a:cs typeface="Noto Sans KR"/>
              </a:defRPr>
            </a:lvl4pPr>
            <a:lvl5pPr algn="l">
              <a:defRPr sz="2250" b="1">
                <a:solidFill>
                  <a:srgbClr val="17262C"/>
                </a:solidFill>
                <a:latin typeface="Noto Sans KR"/>
                <a:ea typeface="Noto Sans KR"/>
                <a:cs typeface="Noto Sans KR"/>
              </a:defRPr>
            </a:lvl5pPr>
            <a:lvl6pPr algn="l">
              <a:defRPr sz="2250" b="1">
                <a:solidFill>
                  <a:srgbClr val="17262C"/>
                </a:solidFill>
                <a:latin typeface="Noto Sans KR"/>
                <a:ea typeface="Noto Sans KR"/>
                <a:cs typeface="Noto Sans KR"/>
              </a:defRPr>
            </a:lvl6pPr>
            <a:lvl7pPr algn="l">
              <a:defRPr sz="2250" b="1">
                <a:solidFill>
                  <a:srgbClr val="17262C"/>
                </a:solidFill>
                <a:latin typeface="Noto Sans KR"/>
                <a:ea typeface="Noto Sans KR"/>
                <a:cs typeface="Noto Sans KR"/>
              </a:defRPr>
            </a:lvl7pPr>
            <a:lvl8pPr algn="l">
              <a:defRPr sz="2250" b="1">
                <a:solidFill>
                  <a:srgbClr val="17262C"/>
                </a:solidFill>
                <a:latin typeface="Noto Sans KR"/>
                <a:ea typeface="Noto Sans KR"/>
                <a:cs typeface="Noto Sans KR"/>
              </a:defRPr>
            </a:lvl8pPr>
            <a:lvl9pPr algn="l">
              <a:defRPr sz="2250" b="1">
                <a:solidFill>
                  <a:srgbClr val="17262C"/>
                </a:solidFill>
                <a:latin typeface="Noto Sans KR"/>
                <a:ea typeface="Noto Sans KR"/>
                <a:cs typeface="Noto Sans KR"/>
              </a:defRPr>
            </a:lvl9pPr>
          </a:lstStyle>
          <a:p>
            <a:pPr algn="l">
              <a:defRPr sz="2250" b="1">
                <a:solidFill>
                  <a:srgbClr val="17262C"/>
                </a:solidFill>
                <a:latin typeface="Noto Sans KR"/>
                <a:ea typeface="Noto Sans KR"/>
                <a:cs typeface="Noto Sans KR"/>
              </a:defRPr>
            </a:pPr>
            <a:r>
              <a:rPr sz="2250" b="1">
                <a:solidFill>
                  <a:srgbClr val="17262C"/>
                </a:solidFill>
                <a:latin typeface="Noto Sans KR"/>
                <a:ea typeface="Noto Sans KR"/>
                <a:cs typeface="Noto Sans KR"/>
              </a:rPr>
              <a:t>교사는 수업과 학생에게 집중</a:t>
            </a:r>
          </a:p>
        </p:txBody>
      </p:sp>
      <p:sp>
        <p:nvSpPr>
          <p:cNvPr id="12" name="반복 행정업무를 지원하는 AI 보조교사">
            <a:extLst>
              <a:ext uri="{FF2B5EF4-FFF2-40B4-BE49-F238E27FC236}">
                <a16:creationId xmlns:a16="http://schemas.microsoft.com/office/drawing/2014/main" id="{2EAC362A-435F-447F-A806-2E8AABC49655}"/>
              </a:ext>
            </a:extLst>
          </p:cNvPr>
          <p:cNvSpPr>
            <a:spLocks noGrp="1"/>
          </p:cNvSpPr>
          <p:nvPr/>
        </p:nvSpPr>
        <p:spPr>
          <a:xfrm>
            <a:off x="6486525" y="5819775"/>
            <a:ext cx="5095875" cy="3429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반복 행정업무를 지원하는 AI 보조교사</a:t>
            </a:r>
          </a:p>
        </p:txBody>
      </p:sp>
    </p:spTree>
    <p:extLst>
      <p:ext uri="{BB962C8B-B14F-4D97-AF65-F5344CB8AC3E}">
        <p14:creationId xmlns:p14="http://schemas.microsoft.com/office/powerpoint/2010/main" val="76296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17" name="AI·데이터 생태계 구축">
            <a:extLst>
              <a:ext uri="{FF2B5EF4-FFF2-40B4-BE49-F238E27FC236}">
                <a16:creationId xmlns:a16="http://schemas.microsoft.com/office/drawing/2014/main" id="{0E67AF4C-E3AE-4E84-BA0B-FF3CCEA1CFC4}"/>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AI·데이터 생태계 구축</a:t>
            </a:r>
          </a:p>
        </p:txBody>
      </p:sp>
      <p:sp>
        <p:nvSpPr>
          <p:cNvPr id="2" name="07">
            <a:extLst>
              <a:ext uri="{FF2B5EF4-FFF2-40B4-BE49-F238E27FC236}">
                <a16:creationId xmlns:a16="http://schemas.microsoft.com/office/drawing/2014/main" id="{8DA89B3A-FAC9-422C-A415-6ABF25A9933D}"/>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07</a:t>
            </a:r>
          </a:p>
        </p:txBody>
      </p:sp>
      <p:sp>
        <p:nvSpPr>
          <p:cNvPr id="3" name="전략목표 3">
            <a:extLst>
              <a:ext uri="{FF2B5EF4-FFF2-40B4-BE49-F238E27FC236}">
                <a16:creationId xmlns:a16="http://schemas.microsoft.com/office/drawing/2014/main" id="{508D93DE-80D1-4192-871D-A118487CD679}"/>
              </a:ext>
            </a:extLst>
          </p:cNvPr>
          <p:cNvSpPr>
            <a:spLocks noGrp="1"/>
          </p:cNvSpPr>
          <p:nvPr/>
        </p:nvSpPr>
        <p:spPr>
          <a:xfrm>
            <a:off x="609600" y="1381125"/>
            <a:ext cx="1097280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전략목표 3</a:t>
            </a:r>
          </a:p>
        </p:txBody>
      </p:sp>
      <p:sp>
        <p:nvSpPr>
          <p:cNvPr id="4" name="공공 AI가 작동하는 기반">
            <a:extLst>
              <a:ext uri="{FF2B5EF4-FFF2-40B4-BE49-F238E27FC236}">
                <a16:creationId xmlns:a16="http://schemas.microsoft.com/office/drawing/2014/main" id="{633783DF-F0CD-4086-99B9-7CA58C4DA5F6}"/>
              </a:ext>
            </a:extLst>
          </p:cNvPr>
          <p:cNvSpPr>
            <a:spLocks noGrp="1"/>
          </p:cNvSpPr>
          <p:nvPr/>
        </p:nvSpPr>
        <p:spPr>
          <a:xfrm>
            <a:off x="609600" y="2124075"/>
            <a:ext cx="5048250" cy="361950"/>
          </a:xfrm>
          <a:prstGeom prst="rect">
            <a:avLst/>
          </a:prstGeom>
          <a:noFill/>
          <a:ln w="0">
            <a:noFill/>
          </a:ln>
        </p:spPr>
        <p:txBody>
          <a:bodyPr lIns="0" tIns="0" rIns="0" bIns="0" anchor="ctr">
            <a:noAutofit/>
          </a:bodyPr>
          <a:lstStyle>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공공 AI가 작동하는 기반</a:t>
            </a:r>
          </a:p>
        </p:txBody>
      </p:sp>
      <p:sp>
        <p:nvSpPr>
          <p:cNvPr id="5" name="실증과 확산의 기회">
            <a:extLst>
              <a:ext uri="{FF2B5EF4-FFF2-40B4-BE49-F238E27FC236}">
                <a16:creationId xmlns:a16="http://schemas.microsoft.com/office/drawing/2014/main" id="{B0EA2099-D4A3-4ADE-843D-ADC8C79034A6}"/>
              </a:ext>
            </a:extLst>
          </p:cNvPr>
          <p:cNvSpPr>
            <a:spLocks noGrp="1"/>
          </p:cNvSpPr>
          <p:nvPr/>
        </p:nvSpPr>
        <p:spPr>
          <a:xfrm>
            <a:off x="6486525" y="2124075"/>
            <a:ext cx="5095875" cy="361950"/>
          </a:xfrm>
          <a:prstGeom prst="rect">
            <a:avLst/>
          </a:prstGeom>
          <a:noFill/>
          <a:ln w="0">
            <a:noFill/>
          </a:ln>
        </p:spPr>
        <p:txBody>
          <a:bodyPr lIns="0" tIns="0" rIns="0" bIns="0" anchor="ctr">
            <a:noAutofit/>
          </a:bodyPr>
          <a:lstStyle>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실증과 확산의 기회</a:t>
            </a:r>
          </a:p>
        </p:txBody>
      </p:sp>
      <p:sp>
        <p:nvSpPr>
          <p:cNvPr id="6" name="직선 연결선 5">
            <a:extLst>
              <a:ext uri="{FF2B5EF4-FFF2-40B4-BE49-F238E27FC236}">
                <a16:creationId xmlns:a16="http://schemas.microsoft.com/office/drawing/2014/main" id="{407BEFAB-B500-4271-B683-916B16830029}"/>
              </a:ext>
            </a:extLst>
          </p:cNvPr>
          <p:cNvSpPr>
            <a:spLocks noGrp="1"/>
          </p:cNvSpPr>
          <p:nvPr/>
        </p:nvSpPr>
        <p:spPr>
          <a:xfrm>
            <a:off x="609600" y="2686050"/>
            <a:ext cx="5048250" cy="0"/>
          </a:xfrm>
          <a:prstGeom prst="line">
            <a:avLst/>
          </a:prstGeom>
          <a:noFill/>
          <a:ln w="9525">
            <a:solidFill>
              <a:srgbClr val="B3C3C1"/>
            </a:solidFill>
          </a:ln>
        </p:spPr>
      </p:sp>
      <p:sp>
        <p:nvSpPr>
          <p:cNvPr id="7" name="직선 연결선 6">
            <a:extLst>
              <a:ext uri="{FF2B5EF4-FFF2-40B4-BE49-F238E27FC236}">
                <a16:creationId xmlns:a16="http://schemas.microsoft.com/office/drawing/2014/main" id="{1667EDE7-FEF8-43EB-AA3D-4CEA6ADA9FA4}"/>
              </a:ext>
            </a:extLst>
          </p:cNvPr>
          <p:cNvSpPr>
            <a:spLocks noGrp="1"/>
          </p:cNvSpPr>
          <p:nvPr/>
        </p:nvSpPr>
        <p:spPr>
          <a:xfrm>
            <a:off x="6486525" y="2686050"/>
            <a:ext cx="5095875" cy="0"/>
          </a:xfrm>
          <a:prstGeom prst="line">
            <a:avLst/>
          </a:prstGeom>
          <a:noFill/>
          <a:ln w="9525">
            <a:solidFill>
              <a:srgbClr val="B3C3C1"/>
            </a:solidFill>
          </a:ln>
        </p:spPr>
      </p:sp>
      <p:sp>
        <p:nvSpPr>
          <p:cNvPr id="8" name="③  민간 클라우드 전환">
            <a:extLst>
              <a:ext uri="{FF2B5EF4-FFF2-40B4-BE49-F238E27FC236}">
                <a16:creationId xmlns:a16="http://schemas.microsoft.com/office/drawing/2014/main" id="{AB77C78A-6B65-466E-8BCB-9B0EAADD0DA2}"/>
              </a:ext>
            </a:extLst>
          </p:cNvPr>
          <p:cNvSpPr>
            <a:spLocks noGrp="1"/>
          </p:cNvSpPr>
          <p:nvPr/>
        </p:nvSpPr>
        <p:spPr>
          <a:xfrm>
            <a:off x="609600" y="3028950"/>
            <a:ext cx="5048250" cy="304800"/>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③  민간 클라우드 전환</a:t>
            </a:r>
          </a:p>
        </p:txBody>
      </p:sp>
      <p:sp>
        <p:nvSpPr>
          <p:cNvPr id="9" name="공공 정보화 기반 전환">
            <a:extLst>
              <a:ext uri="{FF2B5EF4-FFF2-40B4-BE49-F238E27FC236}">
                <a16:creationId xmlns:a16="http://schemas.microsoft.com/office/drawing/2014/main" id="{18394E54-64B0-4418-9293-A58AA779312B}"/>
              </a:ext>
            </a:extLst>
          </p:cNvPr>
          <p:cNvSpPr>
            <a:spLocks noGrp="1"/>
          </p:cNvSpPr>
          <p:nvPr/>
        </p:nvSpPr>
        <p:spPr>
          <a:xfrm>
            <a:off x="609600" y="3457575"/>
            <a:ext cx="5048250" cy="438150"/>
          </a:xfrm>
          <a:prstGeom prst="rect">
            <a:avLst/>
          </a:prstGeom>
          <a:noFill/>
          <a:ln w="0">
            <a:noFill/>
          </a:ln>
        </p:spPr>
        <p:txBody>
          <a:bodyPr lIns="0" tIns="0" rIns="0" bIns="0" anchor="ctr">
            <a:noAutofit/>
          </a:bodyPr>
          <a:lstStyle>
            <a:defPPr algn="l">
              <a:defRPr sz="2475" b="1">
                <a:solidFill>
                  <a:srgbClr val="17262C"/>
                </a:solidFill>
                <a:latin typeface="Noto Sans KR"/>
                <a:ea typeface="Noto Sans KR"/>
                <a:cs typeface="Noto Sans KR"/>
              </a:defRPr>
            </a:defPPr>
            <a:lvl1pPr algn="l">
              <a:defRPr sz="2475" b="1">
                <a:solidFill>
                  <a:srgbClr val="17262C"/>
                </a:solidFill>
                <a:latin typeface="Noto Sans KR"/>
                <a:ea typeface="Noto Sans KR"/>
                <a:cs typeface="Noto Sans KR"/>
              </a:defRPr>
            </a:lvl1pPr>
            <a:lvl2pPr algn="l">
              <a:defRPr sz="2475" b="1">
                <a:solidFill>
                  <a:srgbClr val="17262C"/>
                </a:solidFill>
                <a:latin typeface="Noto Sans KR"/>
                <a:ea typeface="Noto Sans KR"/>
                <a:cs typeface="Noto Sans KR"/>
              </a:defRPr>
            </a:lvl2pPr>
            <a:lvl3pPr algn="l">
              <a:defRPr sz="2475" b="1">
                <a:solidFill>
                  <a:srgbClr val="17262C"/>
                </a:solidFill>
                <a:latin typeface="Noto Sans KR"/>
                <a:ea typeface="Noto Sans KR"/>
                <a:cs typeface="Noto Sans KR"/>
              </a:defRPr>
            </a:lvl3pPr>
            <a:lvl4pPr algn="l">
              <a:defRPr sz="2475" b="1">
                <a:solidFill>
                  <a:srgbClr val="17262C"/>
                </a:solidFill>
                <a:latin typeface="Noto Sans KR"/>
                <a:ea typeface="Noto Sans KR"/>
                <a:cs typeface="Noto Sans KR"/>
              </a:defRPr>
            </a:lvl4pPr>
            <a:lvl5pPr algn="l">
              <a:defRPr sz="2475" b="1">
                <a:solidFill>
                  <a:srgbClr val="17262C"/>
                </a:solidFill>
                <a:latin typeface="Noto Sans KR"/>
                <a:ea typeface="Noto Sans KR"/>
                <a:cs typeface="Noto Sans KR"/>
              </a:defRPr>
            </a:lvl5pPr>
            <a:lvl6pPr algn="l">
              <a:defRPr sz="2475" b="1">
                <a:solidFill>
                  <a:srgbClr val="17262C"/>
                </a:solidFill>
                <a:latin typeface="Noto Sans KR"/>
                <a:ea typeface="Noto Sans KR"/>
                <a:cs typeface="Noto Sans KR"/>
              </a:defRPr>
            </a:lvl6pPr>
            <a:lvl7pPr algn="l">
              <a:defRPr sz="2475" b="1">
                <a:solidFill>
                  <a:srgbClr val="17262C"/>
                </a:solidFill>
                <a:latin typeface="Noto Sans KR"/>
                <a:ea typeface="Noto Sans KR"/>
                <a:cs typeface="Noto Sans KR"/>
              </a:defRPr>
            </a:lvl7pPr>
            <a:lvl8pPr algn="l">
              <a:defRPr sz="2475" b="1">
                <a:solidFill>
                  <a:srgbClr val="17262C"/>
                </a:solidFill>
                <a:latin typeface="Noto Sans KR"/>
                <a:ea typeface="Noto Sans KR"/>
                <a:cs typeface="Noto Sans KR"/>
              </a:defRPr>
            </a:lvl8pPr>
            <a:lvl9pPr algn="l">
              <a:defRPr sz="2475" b="1">
                <a:solidFill>
                  <a:srgbClr val="17262C"/>
                </a:solidFill>
                <a:latin typeface="Noto Sans KR"/>
                <a:ea typeface="Noto Sans KR"/>
                <a:cs typeface="Noto Sans KR"/>
              </a:defRPr>
            </a:lvl9pPr>
          </a:lstStyle>
          <a:p>
            <a:pPr algn="l">
              <a:defRPr sz="2475" b="1">
                <a:solidFill>
                  <a:srgbClr val="17262C"/>
                </a:solidFill>
                <a:latin typeface="Noto Sans KR"/>
                <a:ea typeface="Noto Sans KR"/>
                <a:cs typeface="Noto Sans KR"/>
              </a:defRPr>
            </a:pPr>
            <a:r>
              <a:rPr sz="2475" b="1">
                <a:solidFill>
                  <a:srgbClr val="17262C"/>
                </a:solidFill>
                <a:latin typeface="Noto Sans KR"/>
                <a:ea typeface="Noto Sans KR"/>
                <a:cs typeface="Noto Sans KR"/>
              </a:rPr>
              <a:t>공공 정보화 기반 전환</a:t>
            </a:r>
          </a:p>
        </p:txBody>
      </p:sp>
      <p:sp>
        <p:nvSpPr>
          <p:cNvPr id="10" name="⑩  공공데이터 공개">
            <a:extLst>
              <a:ext uri="{FF2B5EF4-FFF2-40B4-BE49-F238E27FC236}">
                <a16:creationId xmlns:a16="http://schemas.microsoft.com/office/drawing/2014/main" id="{6B0CA0D2-089B-459F-9E8C-AEB036EB205C}"/>
              </a:ext>
            </a:extLst>
          </p:cNvPr>
          <p:cNvSpPr>
            <a:spLocks noGrp="1"/>
          </p:cNvSpPr>
          <p:nvPr/>
        </p:nvSpPr>
        <p:spPr>
          <a:xfrm>
            <a:off x="609600" y="4505325"/>
            <a:ext cx="5048250" cy="304800"/>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⑩  공공데이터 공개</a:t>
            </a:r>
          </a:p>
        </p:txBody>
      </p:sp>
      <p:sp>
        <p:nvSpPr>
          <p:cNvPr id="11" name="행정·사법 데이터 개방">
            <a:extLst>
              <a:ext uri="{FF2B5EF4-FFF2-40B4-BE49-F238E27FC236}">
                <a16:creationId xmlns:a16="http://schemas.microsoft.com/office/drawing/2014/main" id="{76909C8D-821A-4DF5-8FD4-43FEC70843F8}"/>
              </a:ext>
            </a:extLst>
          </p:cNvPr>
          <p:cNvSpPr>
            <a:spLocks noGrp="1"/>
          </p:cNvSpPr>
          <p:nvPr/>
        </p:nvSpPr>
        <p:spPr>
          <a:xfrm>
            <a:off x="609600" y="4933950"/>
            <a:ext cx="5048250" cy="438150"/>
          </a:xfrm>
          <a:prstGeom prst="rect">
            <a:avLst/>
          </a:prstGeom>
          <a:noFill/>
          <a:ln w="0">
            <a:noFill/>
          </a:ln>
        </p:spPr>
        <p:txBody>
          <a:bodyPr lIns="0" tIns="0" rIns="0" bIns="0" anchor="ctr">
            <a:noAutofit/>
          </a:bodyPr>
          <a:lstStyle>
            <a:defPPr algn="l">
              <a:defRPr sz="2475" b="1">
                <a:solidFill>
                  <a:srgbClr val="17262C"/>
                </a:solidFill>
                <a:latin typeface="Noto Sans KR"/>
                <a:ea typeface="Noto Sans KR"/>
                <a:cs typeface="Noto Sans KR"/>
              </a:defRPr>
            </a:defPPr>
            <a:lvl1pPr algn="l">
              <a:defRPr sz="2475" b="1">
                <a:solidFill>
                  <a:srgbClr val="17262C"/>
                </a:solidFill>
                <a:latin typeface="Noto Sans KR"/>
                <a:ea typeface="Noto Sans KR"/>
                <a:cs typeface="Noto Sans KR"/>
              </a:defRPr>
            </a:lvl1pPr>
            <a:lvl2pPr algn="l">
              <a:defRPr sz="2475" b="1">
                <a:solidFill>
                  <a:srgbClr val="17262C"/>
                </a:solidFill>
                <a:latin typeface="Noto Sans KR"/>
                <a:ea typeface="Noto Sans KR"/>
                <a:cs typeface="Noto Sans KR"/>
              </a:defRPr>
            </a:lvl2pPr>
            <a:lvl3pPr algn="l">
              <a:defRPr sz="2475" b="1">
                <a:solidFill>
                  <a:srgbClr val="17262C"/>
                </a:solidFill>
                <a:latin typeface="Noto Sans KR"/>
                <a:ea typeface="Noto Sans KR"/>
                <a:cs typeface="Noto Sans KR"/>
              </a:defRPr>
            </a:lvl3pPr>
            <a:lvl4pPr algn="l">
              <a:defRPr sz="2475" b="1">
                <a:solidFill>
                  <a:srgbClr val="17262C"/>
                </a:solidFill>
                <a:latin typeface="Noto Sans KR"/>
                <a:ea typeface="Noto Sans KR"/>
                <a:cs typeface="Noto Sans KR"/>
              </a:defRPr>
            </a:lvl4pPr>
            <a:lvl5pPr algn="l">
              <a:defRPr sz="2475" b="1">
                <a:solidFill>
                  <a:srgbClr val="17262C"/>
                </a:solidFill>
                <a:latin typeface="Noto Sans KR"/>
                <a:ea typeface="Noto Sans KR"/>
                <a:cs typeface="Noto Sans KR"/>
              </a:defRPr>
            </a:lvl5pPr>
            <a:lvl6pPr algn="l">
              <a:defRPr sz="2475" b="1">
                <a:solidFill>
                  <a:srgbClr val="17262C"/>
                </a:solidFill>
                <a:latin typeface="Noto Sans KR"/>
                <a:ea typeface="Noto Sans KR"/>
                <a:cs typeface="Noto Sans KR"/>
              </a:defRPr>
            </a:lvl6pPr>
            <a:lvl7pPr algn="l">
              <a:defRPr sz="2475" b="1">
                <a:solidFill>
                  <a:srgbClr val="17262C"/>
                </a:solidFill>
                <a:latin typeface="Noto Sans KR"/>
                <a:ea typeface="Noto Sans KR"/>
                <a:cs typeface="Noto Sans KR"/>
              </a:defRPr>
            </a:lvl7pPr>
            <a:lvl8pPr algn="l">
              <a:defRPr sz="2475" b="1">
                <a:solidFill>
                  <a:srgbClr val="17262C"/>
                </a:solidFill>
                <a:latin typeface="Noto Sans KR"/>
                <a:ea typeface="Noto Sans KR"/>
                <a:cs typeface="Noto Sans KR"/>
              </a:defRPr>
            </a:lvl8pPr>
            <a:lvl9pPr algn="l">
              <a:defRPr sz="2475" b="1">
                <a:solidFill>
                  <a:srgbClr val="17262C"/>
                </a:solidFill>
                <a:latin typeface="Noto Sans KR"/>
                <a:ea typeface="Noto Sans KR"/>
                <a:cs typeface="Noto Sans KR"/>
              </a:defRPr>
            </a:lvl9pPr>
          </a:lstStyle>
          <a:p>
            <a:pPr algn="l">
              <a:defRPr sz="2475" b="1">
                <a:solidFill>
                  <a:srgbClr val="17262C"/>
                </a:solidFill>
                <a:latin typeface="Noto Sans KR"/>
                <a:ea typeface="Noto Sans KR"/>
                <a:cs typeface="Noto Sans KR"/>
              </a:defRPr>
            </a:pPr>
            <a:r>
              <a:rPr sz="2475" b="1">
                <a:solidFill>
                  <a:srgbClr val="17262C"/>
                </a:solidFill>
                <a:latin typeface="Noto Sans KR"/>
                <a:ea typeface="Noto Sans KR"/>
                <a:cs typeface="Noto Sans KR"/>
              </a:rPr>
              <a:t>행정·사법 데이터 개방</a:t>
            </a:r>
          </a:p>
        </p:txBody>
      </p:sp>
      <p:sp>
        <p:nvSpPr>
          <p:cNvPr id="12" name="⑫  공공 AI 테스트베드">
            <a:extLst>
              <a:ext uri="{FF2B5EF4-FFF2-40B4-BE49-F238E27FC236}">
                <a16:creationId xmlns:a16="http://schemas.microsoft.com/office/drawing/2014/main" id="{1B041A34-AB9B-4503-AFB8-14F4B3A36C5E}"/>
              </a:ext>
            </a:extLst>
          </p:cNvPr>
          <p:cNvSpPr>
            <a:spLocks noGrp="1"/>
          </p:cNvSpPr>
          <p:nvPr/>
        </p:nvSpPr>
        <p:spPr>
          <a:xfrm>
            <a:off x="6486525" y="3028950"/>
            <a:ext cx="5095875" cy="304800"/>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⑫  공공 AI 테스트베드</a:t>
            </a:r>
          </a:p>
        </p:txBody>
      </p:sp>
      <p:sp>
        <p:nvSpPr>
          <p:cNvPr id="13" name="공공시장에서 실증·고도화">
            <a:extLst>
              <a:ext uri="{FF2B5EF4-FFF2-40B4-BE49-F238E27FC236}">
                <a16:creationId xmlns:a16="http://schemas.microsoft.com/office/drawing/2014/main" id="{701FD075-D247-4494-AE04-03D1C1072172}"/>
              </a:ext>
            </a:extLst>
          </p:cNvPr>
          <p:cNvSpPr>
            <a:spLocks noGrp="1"/>
          </p:cNvSpPr>
          <p:nvPr/>
        </p:nvSpPr>
        <p:spPr>
          <a:xfrm>
            <a:off x="6486525" y="3457575"/>
            <a:ext cx="5095875" cy="438150"/>
          </a:xfrm>
          <a:prstGeom prst="rect">
            <a:avLst/>
          </a:prstGeom>
          <a:noFill/>
          <a:ln w="0">
            <a:noFill/>
          </a:ln>
        </p:spPr>
        <p:txBody>
          <a:bodyPr lIns="0" tIns="0" rIns="0" bIns="0" anchor="ctr">
            <a:noAutofit/>
          </a:bodyPr>
          <a:lstStyle>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공공시장에서 실증·고도화</a:t>
            </a:r>
          </a:p>
        </p:txBody>
      </p:sp>
      <p:sp>
        <p:nvSpPr>
          <p:cNvPr id="14" name="⑬  글로벌 확산">
            <a:extLst>
              <a:ext uri="{FF2B5EF4-FFF2-40B4-BE49-F238E27FC236}">
                <a16:creationId xmlns:a16="http://schemas.microsoft.com/office/drawing/2014/main" id="{B83A08E0-7BA6-496E-A4A2-2567CEDA1670}"/>
              </a:ext>
            </a:extLst>
          </p:cNvPr>
          <p:cNvSpPr>
            <a:spLocks noGrp="1"/>
          </p:cNvSpPr>
          <p:nvPr/>
        </p:nvSpPr>
        <p:spPr>
          <a:xfrm>
            <a:off x="6486525" y="4505325"/>
            <a:ext cx="5095875" cy="304800"/>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⑬  글로벌 확산</a:t>
            </a:r>
          </a:p>
        </p:txBody>
      </p:sp>
      <p:sp>
        <p:nvSpPr>
          <p:cNvPr id="15" name="K-Gov AX와 K-AI 협력">
            <a:extLst>
              <a:ext uri="{FF2B5EF4-FFF2-40B4-BE49-F238E27FC236}">
                <a16:creationId xmlns:a16="http://schemas.microsoft.com/office/drawing/2014/main" id="{8B2B9D8F-FBAA-4F4F-BBE3-E0F646D03247}"/>
              </a:ext>
            </a:extLst>
          </p:cNvPr>
          <p:cNvSpPr>
            <a:spLocks noGrp="1"/>
          </p:cNvSpPr>
          <p:nvPr/>
        </p:nvSpPr>
        <p:spPr>
          <a:xfrm>
            <a:off x="6486525" y="4933950"/>
            <a:ext cx="5095875" cy="438150"/>
          </a:xfrm>
          <a:prstGeom prst="rect">
            <a:avLst/>
          </a:prstGeom>
          <a:noFill/>
          <a:ln w="0">
            <a:noFill/>
          </a:ln>
        </p:spPr>
        <p:txBody>
          <a:bodyPr lIns="0" tIns="0" rIns="0" bIns="0" anchor="ctr">
            <a:noAutofit/>
          </a:bodyPr>
          <a:lstStyle>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K-Gov AX와 K-AI 협력</a:t>
            </a:r>
          </a:p>
        </p:txBody>
      </p:sp>
      <p:sp>
        <p:nvSpPr>
          <p:cNvPr id="16" name="공공의 수요와 데이터를 국내 AI 생태계의 성장 기회로 연결">
            <a:extLst>
              <a:ext uri="{FF2B5EF4-FFF2-40B4-BE49-F238E27FC236}">
                <a16:creationId xmlns:a16="http://schemas.microsoft.com/office/drawing/2014/main" id="{8E259142-DE88-4C3B-9336-9D6A6718849C}"/>
              </a:ext>
            </a:extLst>
          </p:cNvPr>
          <p:cNvSpPr>
            <a:spLocks noGrp="1"/>
          </p:cNvSpPr>
          <p:nvPr/>
        </p:nvSpPr>
        <p:spPr>
          <a:xfrm>
            <a:off x="609600" y="6334125"/>
            <a:ext cx="10972800" cy="257175"/>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공공의 수요와 데이터를 국내 AI 생태계의 성장 기회로 연결</a:t>
            </a:r>
          </a:p>
        </p:txBody>
      </p:sp>
    </p:spTree>
    <p:extLst>
      <p:ext uri="{BB962C8B-B14F-4D97-AF65-F5344CB8AC3E}">
        <p14:creationId xmlns:p14="http://schemas.microsoft.com/office/powerpoint/2010/main" val="31184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17" name="신뢰 기반 공공 AI 확립">
            <a:extLst>
              <a:ext uri="{FF2B5EF4-FFF2-40B4-BE49-F238E27FC236}">
                <a16:creationId xmlns:a16="http://schemas.microsoft.com/office/drawing/2014/main" id="{F1F00519-A5E2-41BC-8017-2BD6341EB595}"/>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신뢰 기반 공공 AI 확립</a:t>
            </a:r>
          </a:p>
        </p:txBody>
      </p:sp>
      <p:sp>
        <p:nvSpPr>
          <p:cNvPr id="2" name="08">
            <a:extLst>
              <a:ext uri="{FF2B5EF4-FFF2-40B4-BE49-F238E27FC236}">
                <a16:creationId xmlns:a16="http://schemas.microsoft.com/office/drawing/2014/main" id="{E92B1DAE-DE31-41A8-B7E6-C3B7A5099E6D}"/>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08</a:t>
            </a:r>
          </a:p>
        </p:txBody>
      </p:sp>
      <p:sp>
        <p:nvSpPr>
          <p:cNvPr id="3" name="전략목표 4">
            <a:extLst>
              <a:ext uri="{FF2B5EF4-FFF2-40B4-BE49-F238E27FC236}">
                <a16:creationId xmlns:a16="http://schemas.microsoft.com/office/drawing/2014/main" id="{AB3E0871-61CB-49EE-8D6C-DB20766DBD16}"/>
              </a:ext>
            </a:extLst>
          </p:cNvPr>
          <p:cNvSpPr>
            <a:spLocks noGrp="1"/>
          </p:cNvSpPr>
          <p:nvPr/>
        </p:nvSpPr>
        <p:spPr>
          <a:xfrm>
            <a:off x="609600" y="1381125"/>
            <a:ext cx="1097280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전략목표 4</a:t>
            </a:r>
          </a:p>
        </p:txBody>
      </p:sp>
      <p:sp>
        <p:nvSpPr>
          <p:cNvPr id="4" name="도입의 전제는 국민의 권리">
            <a:extLst>
              <a:ext uri="{FF2B5EF4-FFF2-40B4-BE49-F238E27FC236}">
                <a16:creationId xmlns:a16="http://schemas.microsoft.com/office/drawing/2014/main" id="{833A763A-7FBF-42A9-BD46-F88AFD5A48AA}"/>
              </a:ext>
            </a:extLst>
          </p:cNvPr>
          <p:cNvSpPr>
            <a:spLocks noGrp="1"/>
          </p:cNvSpPr>
          <p:nvPr/>
        </p:nvSpPr>
        <p:spPr>
          <a:xfrm>
            <a:off x="609600" y="2333625"/>
            <a:ext cx="5095875" cy="1447800"/>
          </a:xfrm>
          <a:prstGeom prst="rect">
            <a:avLst/>
          </a:prstGeom>
          <a:noFill/>
          <a:ln w="0">
            <a:noFill/>
          </a:ln>
        </p:spPr>
        <p:txBody>
          <a:bodyPr lIns="0" tIns="0" rIns="0" bIns="0" anchor="ctr">
            <a:noAutofit/>
          </a:bodyPr>
          <a:lstStyle>
            <a:defPPr algn="l">
              <a:defRPr sz="3900" b="1">
                <a:solidFill>
                  <a:srgbClr val="17262C"/>
                </a:solidFill>
                <a:latin typeface="Noto Sans KR"/>
                <a:ea typeface="Noto Sans KR"/>
                <a:cs typeface="Noto Sans KR"/>
              </a:defRPr>
            </a:defPPr>
            <a:lvl1pPr algn="l">
              <a:defRPr sz="3900" b="1">
                <a:solidFill>
                  <a:srgbClr val="17262C"/>
                </a:solidFill>
                <a:latin typeface="Noto Sans KR"/>
                <a:ea typeface="Noto Sans KR"/>
                <a:cs typeface="Noto Sans KR"/>
              </a:defRPr>
            </a:lvl1pPr>
            <a:lvl2pPr algn="l">
              <a:defRPr sz="3900" b="1">
                <a:solidFill>
                  <a:srgbClr val="17262C"/>
                </a:solidFill>
                <a:latin typeface="Noto Sans KR"/>
                <a:ea typeface="Noto Sans KR"/>
                <a:cs typeface="Noto Sans KR"/>
              </a:defRPr>
            </a:lvl2pPr>
            <a:lvl3pPr algn="l">
              <a:defRPr sz="3900" b="1">
                <a:solidFill>
                  <a:srgbClr val="17262C"/>
                </a:solidFill>
                <a:latin typeface="Noto Sans KR"/>
                <a:ea typeface="Noto Sans KR"/>
                <a:cs typeface="Noto Sans KR"/>
              </a:defRPr>
            </a:lvl3pPr>
            <a:lvl4pPr algn="l">
              <a:defRPr sz="3900" b="1">
                <a:solidFill>
                  <a:srgbClr val="17262C"/>
                </a:solidFill>
                <a:latin typeface="Noto Sans KR"/>
                <a:ea typeface="Noto Sans KR"/>
                <a:cs typeface="Noto Sans KR"/>
              </a:defRPr>
            </a:lvl4pPr>
            <a:lvl5pPr algn="l">
              <a:defRPr sz="3900" b="1">
                <a:solidFill>
                  <a:srgbClr val="17262C"/>
                </a:solidFill>
                <a:latin typeface="Noto Sans KR"/>
                <a:ea typeface="Noto Sans KR"/>
                <a:cs typeface="Noto Sans KR"/>
              </a:defRPr>
            </a:lvl5pPr>
            <a:lvl6pPr algn="l">
              <a:defRPr sz="3900" b="1">
                <a:solidFill>
                  <a:srgbClr val="17262C"/>
                </a:solidFill>
                <a:latin typeface="Noto Sans KR"/>
                <a:ea typeface="Noto Sans KR"/>
                <a:cs typeface="Noto Sans KR"/>
              </a:defRPr>
            </a:lvl6pPr>
            <a:lvl7pPr algn="l">
              <a:defRPr sz="3900" b="1">
                <a:solidFill>
                  <a:srgbClr val="17262C"/>
                </a:solidFill>
                <a:latin typeface="Noto Sans KR"/>
                <a:ea typeface="Noto Sans KR"/>
                <a:cs typeface="Noto Sans KR"/>
              </a:defRPr>
            </a:lvl7pPr>
            <a:lvl8pPr algn="l">
              <a:defRPr sz="3900" b="1">
                <a:solidFill>
                  <a:srgbClr val="17262C"/>
                </a:solidFill>
                <a:latin typeface="Noto Sans KR"/>
                <a:ea typeface="Noto Sans KR"/>
                <a:cs typeface="Noto Sans KR"/>
              </a:defRPr>
            </a:lvl8pPr>
            <a:lvl9pPr algn="l">
              <a:defRPr sz="3900" b="1">
                <a:solidFill>
                  <a:srgbClr val="17262C"/>
                </a:solidFill>
                <a:latin typeface="Noto Sans KR"/>
                <a:ea typeface="Noto Sans KR"/>
                <a:cs typeface="Noto Sans KR"/>
              </a:defRPr>
            </a:lvl9pPr>
          </a:lstStyle>
          <a:p>
            <a:pPr algn="l">
              <a:defRPr sz="3900" b="1">
                <a:solidFill>
                  <a:srgbClr val="17262C"/>
                </a:solidFill>
                <a:latin typeface="Noto Sans KR"/>
                <a:ea typeface="Noto Sans KR"/>
                <a:cs typeface="Noto Sans KR"/>
              </a:defRPr>
            </a:pPr>
            <a:r>
              <a:rPr sz="3900" b="1">
                <a:solidFill>
                  <a:srgbClr val="17262C"/>
                </a:solidFill>
                <a:latin typeface="Noto Sans KR"/>
                <a:ea typeface="Noto Sans KR"/>
                <a:cs typeface="Noto Sans KR"/>
              </a:rPr>
              <a:t>도입의 전제는</a:t>
            </a:r>
          </a:p>
          <a:p>
            <a:pPr algn="l">
              <a:defRPr sz="3900" b="1">
                <a:solidFill>
                  <a:srgbClr val="17262C"/>
                </a:solidFill>
                <a:latin typeface="Noto Sans KR"/>
                <a:ea typeface="Noto Sans KR"/>
                <a:cs typeface="Noto Sans KR"/>
              </a:defRPr>
            </a:pPr>
            <a:r>
              <a:rPr sz="3900" b="1">
                <a:solidFill>
                  <a:srgbClr val="17262C"/>
                </a:solidFill>
                <a:latin typeface="Noto Sans KR"/>
                <a:ea typeface="Noto Sans KR"/>
                <a:cs typeface="Noto Sans KR"/>
              </a:rPr>
              <a:t>국민의 권리</a:t>
            </a:r>
          </a:p>
        </p:txBody>
      </p:sp>
      <p:sp>
        <p:nvSpPr>
          <p:cNvPr id="5" name="평가와 기준, 포용을 함께 설계">
            <a:extLst>
              <a:ext uri="{FF2B5EF4-FFF2-40B4-BE49-F238E27FC236}">
                <a16:creationId xmlns:a16="http://schemas.microsoft.com/office/drawing/2014/main" id="{94708E37-635A-4E2C-B84C-6D45EFEC6128}"/>
              </a:ext>
            </a:extLst>
          </p:cNvPr>
          <p:cNvSpPr>
            <a:spLocks noGrp="1"/>
          </p:cNvSpPr>
          <p:nvPr/>
        </p:nvSpPr>
        <p:spPr>
          <a:xfrm>
            <a:off x="609600" y="4924425"/>
            <a:ext cx="5095875" cy="666750"/>
          </a:xfrm>
          <a:prstGeom prst="rect">
            <a:avLst/>
          </a:prstGeom>
          <a:noFill/>
          <a:ln w="0">
            <a:noFill/>
          </a:ln>
        </p:spPr>
        <p:txBody>
          <a:bodyPr lIns="0" tIns="0" rIns="0" bIns="0" anchor="ctr">
            <a:noAutofit/>
          </a:bodyPr>
          <a:lstStyle>
            <a:defPPr algn="l">
              <a:defRPr sz="1950" b="0">
                <a:solidFill>
                  <a:srgbClr val="657578"/>
                </a:solidFill>
                <a:latin typeface="Noto Sans KR"/>
                <a:ea typeface="Noto Sans KR"/>
                <a:cs typeface="Noto Sans KR"/>
              </a:defRPr>
            </a:defPPr>
            <a:lvl1pPr algn="l">
              <a:defRPr sz="1950" b="0">
                <a:solidFill>
                  <a:srgbClr val="657578"/>
                </a:solidFill>
                <a:latin typeface="Noto Sans KR"/>
                <a:ea typeface="Noto Sans KR"/>
                <a:cs typeface="Noto Sans KR"/>
              </a:defRPr>
            </a:lvl1pPr>
            <a:lvl2pPr algn="l">
              <a:defRPr sz="1950" b="0">
                <a:solidFill>
                  <a:srgbClr val="657578"/>
                </a:solidFill>
                <a:latin typeface="Noto Sans KR"/>
                <a:ea typeface="Noto Sans KR"/>
                <a:cs typeface="Noto Sans KR"/>
              </a:defRPr>
            </a:lvl2pPr>
            <a:lvl3pPr algn="l">
              <a:defRPr sz="1950" b="0">
                <a:solidFill>
                  <a:srgbClr val="657578"/>
                </a:solidFill>
                <a:latin typeface="Noto Sans KR"/>
                <a:ea typeface="Noto Sans KR"/>
                <a:cs typeface="Noto Sans KR"/>
              </a:defRPr>
            </a:lvl3pPr>
            <a:lvl4pPr algn="l">
              <a:defRPr sz="1950" b="0">
                <a:solidFill>
                  <a:srgbClr val="657578"/>
                </a:solidFill>
                <a:latin typeface="Noto Sans KR"/>
                <a:ea typeface="Noto Sans KR"/>
                <a:cs typeface="Noto Sans KR"/>
              </a:defRPr>
            </a:lvl4pPr>
            <a:lvl5pPr algn="l">
              <a:defRPr sz="1950" b="0">
                <a:solidFill>
                  <a:srgbClr val="657578"/>
                </a:solidFill>
                <a:latin typeface="Noto Sans KR"/>
                <a:ea typeface="Noto Sans KR"/>
                <a:cs typeface="Noto Sans KR"/>
              </a:defRPr>
            </a:lvl5pPr>
            <a:lvl6pPr algn="l">
              <a:defRPr sz="1950" b="0">
                <a:solidFill>
                  <a:srgbClr val="657578"/>
                </a:solidFill>
                <a:latin typeface="Noto Sans KR"/>
                <a:ea typeface="Noto Sans KR"/>
                <a:cs typeface="Noto Sans KR"/>
              </a:defRPr>
            </a:lvl6pPr>
            <a:lvl7pPr algn="l">
              <a:defRPr sz="1950" b="0">
                <a:solidFill>
                  <a:srgbClr val="657578"/>
                </a:solidFill>
                <a:latin typeface="Noto Sans KR"/>
                <a:ea typeface="Noto Sans KR"/>
                <a:cs typeface="Noto Sans KR"/>
              </a:defRPr>
            </a:lvl7pPr>
            <a:lvl8pPr algn="l">
              <a:defRPr sz="1950" b="0">
                <a:solidFill>
                  <a:srgbClr val="657578"/>
                </a:solidFill>
                <a:latin typeface="Noto Sans KR"/>
                <a:ea typeface="Noto Sans KR"/>
                <a:cs typeface="Noto Sans KR"/>
              </a:defRPr>
            </a:lvl8pPr>
            <a:lvl9pPr algn="l">
              <a:defRPr sz="1950" b="0">
                <a:solidFill>
                  <a:srgbClr val="657578"/>
                </a:solidFill>
                <a:latin typeface="Noto Sans KR"/>
                <a:ea typeface="Noto Sans KR"/>
                <a:cs typeface="Noto Sans KR"/>
              </a:defRPr>
            </a:lvl9pPr>
          </a:lstStyle>
          <a:p>
            <a:pPr algn="l">
              <a:defRPr sz="1950" b="0">
                <a:solidFill>
                  <a:srgbClr val="657578"/>
                </a:solidFill>
                <a:latin typeface="Noto Sans KR"/>
                <a:ea typeface="Noto Sans KR"/>
                <a:cs typeface="Noto Sans KR"/>
              </a:defRPr>
            </a:pPr>
            <a:r>
              <a:rPr sz="1950" b="0">
                <a:solidFill>
                  <a:srgbClr val="657578"/>
                </a:solidFill>
                <a:latin typeface="Noto Sans KR"/>
                <a:ea typeface="Noto Sans KR"/>
                <a:cs typeface="Noto Sans KR"/>
              </a:rPr>
              <a:t>평가와 기준, 포용을 함께 설계</a:t>
            </a:r>
          </a:p>
        </p:txBody>
      </p:sp>
      <p:sp>
        <p:nvSpPr>
          <p:cNvPr id="6" name="⑤  공공 AI 영향평가">
            <a:extLst>
              <a:ext uri="{FF2B5EF4-FFF2-40B4-BE49-F238E27FC236}">
                <a16:creationId xmlns:a16="http://schemas.microsoft.com/office/drawing/2014/main" id="{1EAFF29E-5F5B-4804-9476-84FB2907AB76}"/>
              </a:ext>
            </a:extLst>
          </p:cNvPr>
          <p:cNvSpPr>
            <a:spLocks noGrp="1"/>
          </p:cNvSpPr>
          <p:nvPr/>
        </p:nvSpPr>
        <p:spPr>
          <a:xfrm>
            <a:off x="6486525" y="2076450"/>
            <a:ext cx="5095875" cy="295275"/>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⑤  공공 AI 영향평가</a:t>
            </a:r>
          </a:p>
        </p:txBody>
      </p:sp>
      <p:sp>
        <p:nvSpPr>
          <p:cNvPr id="7" name="기본권에 미칠 영향을 사전 점검">
            <a:extLst>
              <a:ext uri="{FF2B5EF4-FFF2-40B4-BE49-F238E27FC236}">
                <a16:creationId xmlns:a16="http://schemas.microsoft.com/office/drawing/2014/main" id="{495644C6-9FA1-4699-90C4-25046988901F}"/>
              </a:ext>
            </a:extLst>
          </p:cNvPr>
          <p:cNvSpPr>
            <a:spLocks noGrp="1"/>
          </p:cNvSpPr>
          <p:nvPr/>
        </p:nvSpPr>
        <p:spPr>
          <a:xfrm>
            <a:off x="6486525" y="2486025"/>
            <a:ext cx="5095875" cy="428625"/>
          </a:xfrm>
          <a:prstGeom prst="rect">
            <a:avLst/>
          </a:prstGeom>
          <a:noFill/>
          <a:ln w="0">
            <a:noFill/>
          </a:ln>
        </p:spPr>
        <p:txBody>
          <a:bodyPr lIns="0" tIns="0" rIns="0" bIns="0" anchor="ctr">
            <a:noAutofit/>
          </a:bodyPr>
          <a:lstStyle>
            <a:defPPr algn="l">
              <a:defRPr sz="2175" b="1">
                <a:solidFill>
                  <a:srgbClr val="17262C"/>
                </a:solidFill>
                <a:latin typeface="Noto Sans KR"/>
                <a:ea typeface="Noto Sans KR"/>
                <a:cs typeface="Noto Sans KR"/>
              </a:defRPr>
            </a:defPPr>
            <a:lvl1pPr algn="l">
              <a:defRPr sz="2175" b="1">
                <a:solidFill>
                  <a:srgbClr val="17262C"/>
                </a:solidFill>
                <a:latin typeface="Noto Sans KR"/>
                <a:ea typeface="Noto Sans KR"/>
                <a:cs typeface="Noto Sans KR"/>
              </a:defRPr>
            </a:lvl1pPr>
            <a:lvl2pPr algn="l">
              <a:defRPr sz="2175" b="1">
                <a:solidFill>
                  <a:srgbClr val="17262C"/>
                </a:solidFill>
                <a:latin typeface="Noto Sans KR"/>
                <a:ea typeface="Noto Sans KR"/>
                <a:cs typeface="Noto Sans KR"/>
              </a:defRPr>
            </a:lvl2pPr>
            <a:lvl3pPr algn="l">
              <a:defRPr sz="2175" b="1">
                <a:solidFill>
                  <a:srgbClr val="17262C"/>
                </a:solidFill>
                <a:latin typeface="Noto Sans KR"/>
                <a:ea typeface="Noto Sans KR"/>
                <a:cs typeface="Noto Sans KR"/>
              </a:defRPr>
            </a:lvl3pPr>
            <a:lvl4pPr algn="l">
              <a:defRPr sz="2175" b="1">
                <a:solidFill>
                  <a:srgbClr val="17262C"/>
                </a:solidFill>
                <a:latin typeface="Noto Sans KR"/>
                <a:ea typeface="Noto Sans KR"/>
                <a:cs typeface="Noto Sans KR"/>
              </a:defRPr>
            </a:lvl4pPr>
            <a:lvl5pPr algn="l">
              <a:defRPr sz="2175" b="1">
                <a:solidFill>
                  <a:srgbClr val="17262C"/>
                </a:solidFill>
                <a:latin typeface="Noto Sans KR"/>
                <a:ea typeface="Noto Sans KR"/>
                <a:cs typeface="Noto Sans KR"/>
              </a:defRPr>
            </a:lvl5pPr>
            <a:lvl6pPr algn="l">
              <a:defRPr sz="2175" b="1">
                <a:solidFill>
                  <a:srgbClr val="17262C"/>
                </a:solidFill>
                <a:latin typeface="Noto Sans KR"/>
                <a:ea typeface="Noto Sans KR"/>
                <a:cs typeface="Noto Sans KR"/>
              </a:defRPr>
            </a:lvl6pPr>
            <a:lvl7pPr algn="l">
              <a:defRPr sz="2175" b="1">
                <a:solidFill>
                  <a:srgbClr val="17262C"/>
                </a:solidFill>
                <a:latin typeface="Noto Sans KR"/>
                <a:ea typeface="Noto Sans KR"/>
                <a:cs typeface="Noto Sans KR"/>
              </a:defRPr>
            </a:lvl7pPr>
            <a:lvl8pPr algn="l">
              <a:defRPr sz="2175" b="1">
                <a:solidFill>
                  <a:srgbClr val="17262C"/>
                </a:solidFill>
                <a:latin typeface="Noto Sans KR"/>
                <a:ea typeface="Noto Sans KR"/>
                <a:cs typeface="Noto Sans KR"/>
              </a:defRPr>
            </a:lvl8pPr>
            <a:lvl9pPr algn="l">
              <a:defRPr sz="2175" b="1">
                <a:solidFill>
                  <a:srgbClr val="17262C"/>
                </a:solidFill>
                <a:latin typeface="Noto Sans KR"/>
                <a:ea typeface="Noto Sans KR"/>
                <a:cs typeface="Noto Sans KR"/>
              </a:defRPr>
            </a:lvl9pPr>
          </a:lstStyle>
          <a:p>
            <a:pPr algn="l">
              <a:defRPr sz="2175" b="1">
                <a:solidFill>
                  <a:srgbClr val="17262C"/>
                </a:solidFill>
                <a:latin typeface="Noto Sans KR"/>
                <a:ea typeface="Noto Sans KR"/>
                <a:cs typeface="Noto Sans KR"/>
              </a:defRPr>
            </a:pPr>
            <a:r>
              <a:rPr sz="2175" b="1">
                <a:solidFill>
                  <a:srgbClr val="17262C"/>
                </a:solidFill>
                <a:latin typeface="Noto Sans KR"/>
                <a:ea typeface="Noto Sans KR"/>
                <a:cs typeface="Noto Sans KR"/>
              </a:rPr>
              <a:t>기본권에 미칠 영향을 사전 점검</a:t>
            </a:r>
          </a:p>
        </p:txBody>
      </p:sp>
      <p:sp>
        <p:nvSpPr>
          <p:cNvPr id="8" name="대상·방법·절차 마련">
            <a:extLst>
              <a:ext uri="{FF2B5EF4-FFF2-40B4-BE49-F238E27FC236}">
                <a16:creationId xmlns:a16="http://schemas.microsoft.com/office/drawing/2014/main" id="{A8ED402F-E74C-476E-B976-A8C9B9AD57F7}"/>
              </a:ext>
            </a:extLst>
          </p:cNvPr>
          <p:cNvSpPr>
            <a:spLocks noGrp="1"/>
          </p:cNvSpPr>
          <p:nvPr/>
        </p:nvSpPr>
        <p:spPr>
          <a:xfrm>
            <a:off x="6486525" y="3019425"/>
            <a:ext cx="5095875" cy="31432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대상·방법·절차 마련</a:t>
            </a:r>
          </a:p>
        </p:txBody>
      </p:sp>
      <p:sp>
        <p:nvSpPr>
          <p:cNvPr id="9" name="직선 연결선 8">
            <a:extLst>
              <a:ext uri="{FF2B5EF4-FFF2-40B4-BE49-F238E27FC236}">
                <a16:creationId xmlns:a16="http://schemas.microsoft.com/office/drawing/2014/main" id="{0EF038B2-80BA-4006-83D6-1D3CE5645BB2}"/>
              </a:ext>
            </a:extLst>
          </p:cNvPr>
          <p:cNvSpPr>
            <a:spLocks noGrp="1"/>
          </p:cNvSpPr>
          <p:nvPr/>
        </p:nvSpPr>
        <p:spPr>
          <a:xfrm>
            <a:off x="6486525" y="3381375"/>
            <a:ext cx="5095875" cy="0"/>
          </a:xfrm>
          <a:prstGeom prst="line">
            <a:avLst/>
          </a:prstGeom>
          <a:noFill/>
          <a:ln w="9525">
            <a:solidFill>
              <a:srgbClr val="B3C3C1"/>
            </a:solidFill>
          </a:ln>
        </p:spPr>
      </p:sp>
      <p:sp>
        <p:nvSpPr>
          <p:cNvPr id="10" name="⑥  공공 AI 윤리기준">
            <a:extLst>
              <a:ext uri="{FF2B5EF4-FFF2-40B4-BE49-F238E27FC236}">
                <a16:creationId xmlns:a16="http://schemas.microsoft.com/office/drawing/2014/main" id="{145333FD-860F-45E6-9F21-07D383676261}"/>
              </a:ext>
            </a:extLst>
          </p:cNvPr>
          <p:cNvSpPr>
            <a:spLocks noGrp="1"/>
          </p:cNvSpPr>
          <p:nvPr/>
        </p:nvSpPr>
        <p:spPr>
          <a:xfrm>
            <a:off x="6486525" y="3514725"/>
            <a:ext cx="5095875" cy="295275"/>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⑥  공공 AI 윤리기준</a:t>
            </a:r>
          </a:p>
        </p:txBody>
      </p:sp>
      <p:sp>
        <p:nvSpPr>
          <p:cNvPr id="11" name="안전하고 책임 있게 활용">
            <a:extLst>
              <a:ext uri="{FF2B5EF4-FFF2-40B4-BE49-F238E27FC236}">
                <a16:creationId xmlns:a16="http://schemas.microsoft.com/office/drawing/2014/main" id="{43672585-2F38-4713-B7CA-391042975D8C}"/>
              </a:ext>
            </a:extLst>
          </p:cNvPr>
          <p:cNvSpPr>
            <a:spLocks noGrp="1"/>
          </p:cNvSpPr>
          <p:nvPr/>
        </p:nvSpPr>
        <p:spPr>
          <a:xfrm>
            <a:off x="6486525" y="3924300"/>
            <a:ext cx="5095875" cy="428625"/>
          </a:xfrm>
          <a:prstGeom prst="rect">
            <a:avLst/>
          </a:prstGeom>
          <a:noFill/>
          <a:ln w="0">
            <a:noFill/>
          </a:ln>
        </p:spPr>
        <p:txBody>
          <a:bodyPr lIns="0" tIns="0" rIns="0" bIns="0" anchor="ctr">
            <a:noAutofit/>
          </a:bodyPr>
          <a:lstStyle>
            <a:defPPr algn="l">
              <a:defRPr sz="2175" b="1">
                <a:solidFill>
                  <a:srgbClr val="17262C"/>
                </a:solidFill>
                <a:latin typeface="Noto Sans KR"/>
                <a:ea typeface="Noto Sans KR"/>
                <a:cs typeface="Noto Sans KR"/>
              </a:defRPr>
            </a:defPPr>
            <a:lvl1pPr algn="l">
              <a:defRPr sz="2175" b="1">
                <a:solidFill>
                  <a:srgbClr val="17262C"/>
                </a:solidFill>
                <a:latin typeface="Noto Sans KR"/>
                <a:ea typeface="Noto Sans KR"/>
                <a:cs typeface="Noto Sans KR"/>
              </a:defRPr>
            </a:lvl1pPr>
            <a:lvl2pPr algn="l">
              <a:defRPr sz="2175" b="1">
                <a:solidFill>
                  <a:srgbClr val="17262C"/>
                </a:solidFill>
                <a:latin typeface="Noto Sans KR"/>
                <a:ea typeface="Noto Sans KR"/>
                <a:cs typeface="Noto Sans KR"/>
              </a:defRPr>
            </a:lvl2pPr>
            <a:lvl3pPr algn="l">
              <a:defRPr sz="2175" b="1">
                <a:solidFill>
                  <a:srgbClr val="17262C"/>
                </a:solidFill>
                <a:latin typeface="Noto Sans KR"/>
                <a:ea typeface="Noto Sans KR"/>
                <a:cs typeface="Noto Sans KR"/>
              </a:defRPr>
            </a:lvl3pPr>
            <a:lvl4pPr algn="l">
              <a:defRPr sz="2175" b="1">
                <a:solidFill>
                  <a:srgbClr val="17262C"/>
                </a:solidFill>
                <a:latin typeface="Noto Sans KR"/>
                <a:ea typeface="Noto Sans KR"/>
                <a:cs typeface="Noto Sans KR"/>
              </a:defRPr>
            </a:lvl4pPr>
            <a:lvl5pPr algn="l">
              <a:defRPr sz="2175" b="1">
                <a:solidFill>
                  <a:srgbClr val="17262C"/>
                </a:solidFill>
                <a:latin typeface="Noto Sans KR"/>
                <a:ea typeface="Noto Sans KR"/>
                <a:cs typeface="Noto Sans KR"/>
              </a:defRPr>
            </a:lvl5pPr>
            <a:lvl6pPr algn="l">
              <a:defRPr sz="2175" b="1">
                <a:solidFill>
                  <a:srgbClr val="17262C"/>
                </a:solidFill>
                <a:latin typeface="Noto Sans KR"/>
                <a:ea typeface="Noto Sans KR"/>
                <a:cs typeface="Noto Sans KR"/>
              </a:defRPr>
            </a:lvl6pPr>
            <a:lvl7pPr algn="l">
              <a:defRPr sz="2175" b="1">
                <a:solidFill>
                  <a:srgbClr val="17262C"/>
                </a:solidFill>
                <a:latin typeface="Noto Sans KR"/>
                <a:ea typeface="Noto Sans KR"/>
                <a:cs typeface="Noto Sans KR"/>
              </a:defRPr>
            </a:lvl7pPr>
            <a:lvl8pPr algn="l">
              <a:defRPr sz="2175" b="1">
                <a:solidFill>
                  <a:srgbClr val="17262C"/>
                </a:solidFill>
                <a:latin typeface="Noto Sans KR"/>
                <a:ea typeface="Noto Sans KR"/>
                <a:cs typeface="Noto Sans KR"/>
              </a:defRPr>
            </a:lvl8pPr>
            <a:lvl9pPr algn="l">
              <a:defRPr sz="2175" b="1">
                <a:solidFill>
                  <a:srgbClr val="17262C"/>
                </a:solidFill>
                <a:latin typeface="Noto Sans KR"/>
                <a:ea typeface="Noto Sans KR"/>
                <a:cs typeface="Noto Sans KR"/>
              </a:defRPr>
            </a:lvl9pPr>
          </a:lstStyle>
          <a:p>
            <a:pPr algn="l">
              <a:defRPr sz="2175" b="1">
                <a:solidFill>
                  <a:srgbClr val="17262C"/>
                </a:solidFill>
                <a:latin typeface="Noto Sans KR"/>
                <a:ea typeface="Noto Sans KR"/>
                <a:cs typeface="Noto Sans KR"/>
              </a:defRPr>
            </a:pPr>
            <a:r>
              <a:rPr sz="2175" b="1">
                <a:solidFill>
                  <a:srgbClr val="17262C"/>
                </a:solidFill>
                <a:latin typeface="Noto Sans KR"/>
                <a:ea typeface="Noto Sans KR"/>
                <a:cs typeface="Noto Sans KR"/>
              </a:rPr>
              <a:t>안전하고 책임 있게 활용</a:t>
            </a:r>
          </a:p>
        </p:txBody>
      </p:sp>
      <p:sp>
        <p:nvSpPr>
          <p:cNvPr id="12" name="투명성·설명 가능성·개인정보 보호">
            <a:extLst>
              <a:ext uri="{FF2B5EF4-FFF2-40B4-BE49-F238E27FC236}">
                <a16:creationId xmlns:a16="http://schemas.microsoft.com/office/drawing/2014/main" id="{76D73FB4-1A01-4DB4-BE89-CBDE131772B1}"/>
              </a:ext>
            </a:extLst>
          </p:cNvPr>
          <p:cNvSpPr>
            <a:spLocks noGrp="1"/>
          </p:cNvSpPr>
          <p:nvPr/>
        </p:nvSpPr>
        <p:spPr>
          <a:xfrm>
            <a:off x="6486525" y="4457700"/>
            <a:ext cx="5095875" cy="31432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투명성·설명 가능성·개인정보 보호</a:t>
            </a:r>
          </a:p>
        </p:txBody>
      </p:sp>
      <p:sp>
        <p:nvSpPr>
          <p:cNvPr id="13" name="직선 연결선 12">
            <a:extLst>
              <a:ext uri="{FF2B5EF4-FFF2-40B4-BE49-F238E27FC236}">
                <a16:creationId xmlns:a16="http://schemas.microsoft.com/office/drawing/2014/main" id="{8436394C-7037-4B6C-9FFB-51744EF43AD2}"/>
              </a:ext>
            </a:extLst>
          </p:cNvPr>
          <p:cNvSpPr>
            <a:spLocks noGrp="1"/>
          </p:cNvSpPr>
          <p:nvPr/>
        </p:nvSpPr>
        <p:spPr>
          <a:xfrm>
            <a:off x="6486525" y="4819650"/>
            <a:ext cx="5095875" cy="0"/>
          </a:xfrm>
          <a:prstGeom prst="line">
            <a:avLst/>
          </a:prstGeom>
          <a:noFill/>
          <a:ln w="9525">
            <a:solidFill>
              <a:srgbClr val="B3C3C1"/>
            </a:solidFill>
          </a:ln>
        </p:spPr>
      </p:sp>
      <p:sp>
        <p:nvSpPr>
          <p:cNvPr id="14" name="⑮  AI·디지털 포용">
            <a:extLst>
              <a:ext uri="{FF2B5EF4-FFF2-40B4-BE49-F238E27FC236}">
                <a16:creationId xmlns:a16="http://schemas.microsoft.com/office/drawing/2014/main" id="{D27BC84F-C744-4B1C-9916-BD0E5D565184}"/>
              </a:ext>
            </a:extLst>
          </p:cNvPr>
          <p:cNvSpPr>
            <a:spLocks noGrp="1"/>
          </p:cNvSpPr>
          <p:nvPr/>
        </p:nvSpPr>
        <p:spPr>
          <a:xfrm>
            <a:off x="6486525" y="4953000"/>
            <a:ext cx="5095875" cy="295275"/>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⑮  AI·디지털 포용</a:t>
            </a:r>
          </a:p>
        </p:txBody>
      </p:sp>
      <p:sp>
        <p:nvSpPr>
          <p:cNvPr id="15" name="누구나 접근할 수 있는 서비스">
            <a:extLst>
              <a:ext uri="{FF2B5EF4-FFF2-40B4-BE49-F238E27FC236}">
                <a16:creationId xmlns:a16="http://schemas.microsoft.com/office/drawing/2014/main" id="{78F08482-B96C-4062-AF06-9D2A8FE5EF06}"/>
              </a:ext>
            </a:extLst>
          </p:cNvPr>
          <p:cNvSpPr>
            <a:spLocks noGrp="1"/>
          </p:cNvSpPr>
          <p:nvPr/>
        </p:nvSpPr>
        <p:spPr>
          <a:xfrm>
            <a:off x="6486525" y="5362575"/>
            <a:ext cx="5095875" cy="428625"/>
          </a:xfrm>
          <a:prstGeom prst="rect">
            <a:avLst/>
          </a:prstGeom>
          <a:noFill/>
          <a:ln w="0">
            <a:noFill/>
          </a:ln>
        </p:spPr>
        <p:txBody>
          <a:bodyPr lIns="0" tIns="0" rIns="0" bIns="0" anchor="ctr">
            <a:noAutofit/>
          </a:bodyPr>
          <a:lstStyle>
            <a:defPPr algn="l">
              <a:defRPr sz="2175" b="1">
                <a:solidFill>
                  <a:srgbClr val="17262C"/>
                </a:solidFill>
                <a:latin typeface="Noto Sans KR"/>
                <a:ea typeface="Noto Sans KR"/>
                <a:cs typeface="Noto Sans KR"/>
              </a:defRPr>
            </a:defPPr>
            <a:lvl1pPr algn="l">
              <a:defRPr sz="2175" b="1">
                <a:solidFill>
                  <a:srgbClr val="17262C"/>
                </a:solidFill>
                <a:latin typeface="Noto Sans KR"/>
                <a:ea typeface="Noto Sans KR"/>
                <a:cs typeface="Noto Sans KR"/>
              </a:defRPr>
            </a:lvl1pPr>
            <a:lvl2pPr algn="l">
              <a:defRPr sz="2175" b="1">
                <a:solidFill>
                  <a:srgbClr val="17262C"/>
                </a:solidFill>
                <a:latin typeface="Noto Sans KR"/>
                <a:ea typeface="Noto Sans KR"/>
                <a:cs typeface="Noto Sans KR"/>
              </a:defRPr>
            </a:lvl2pPr>
            <a:lvl3pPr algn="l">
              <a:defRPr sz="2175" b="1">
                <a:solidFill>
                  <a:srgbClr val="17262C"/>
                </a:solidFill>
                <a:latin typeface="Noto Sans KR"/>
                <a:ea typeface="Noto Sans KR"/>
                <a:cs typeface="Noto Sans KR"/>
              </a:defRPr>
            </a:lvl3pPr>
            <a:lvl4pPr algn="l">
              <a:defRPr sz="2175" b="1">
                <a:solidFill>
                  <a:srgbClr val="17262C"/>
                </a:solidFill>
                <a:latin typeface="Noto Sans KR"/>
                <a:ea typeface="Noto Sans KR"/>
                <a:cs typeface="Noto Sans KR"/>
              </a:defRPr>
            </a:lvl4pPr>
            <a:lvl5pPr algn="l">
              <a:defRPr sz="2175" b="1">
                <a:solidFill>
                  <a:srgbClr val="17262C"/>
                </a:solidFill>
                <a:latin typeface="Noto Sans KR"/>
                <a:ea typeface="Noto Sans KR"/>
                <a:cs typeface="Noto Sans KR"/>
              </a:defRPr>
            </a:lvl5pPr>
            <a:lvl6pPr algn="l">
              <a:defRPr sz="2175" b="1">
                <a:solidFill>
                  <a:srgbClr val="17262C"/>
                </a:solidFill>
                <a:latin typeface="Noto Sans KR"/>
                <a:ea typeface="Noto Sans KR"/>
                <a:cs typeface="Noto Sans KR"/>
              </a:defRPr>
            </a:lvl6pPr>
            <a:lvl7pPr algn="l">
              <a:defRPr sz="2175" b="1">
                <a:solidFill>
                  <a:srgbClr val="17262C"/>
                </a:solidFill>
                <a:latin typeface="Noto Sans KR"/>
                <a:ea typeface="Noto Sans KR"/>
                <a:cs typeface="Noto Sans KR"/>
              </a:defRPr>
            </a:lvl7pPr>
            <a:lvl8pPr algn="l">
              <a:defRPr sz="2175" b="1">
                <a:solidFill>
                  <a:srgbClr val="17262C"/>
                </a:solidFill>
                <a:latin typeface="Noto Sans KR"/>
                <a:ea typeface="Noto Sans KR"/>
                <a:cs typeface="Noto Sans KR"/>
              </a:defRPr>
            </a:lvl8pPr>
            <a:lvl9pPr algn="l">
              <a:defRPr sz="2175" b="1">
                <a:solidFill>
                  <a:srgbClr val="17262C"/>
                </a:solidFill>
                <a:latin typeface="Noto Sans KR"/>
                <a:ea typeface="Noto Sans KR"/>
                <a:cs typeface="Noto Sans KR"/>
              </a:defRPr>
            </a:lvl9pPr>
          </a:lstStyle>
          <a:p>
            <a:pPr algn="l">
              <a:defRPr sz="2175" b="1">
                <a:solidFill>
                  <a:srgbClr val="17262C"/>
                </a:solidFill>
                <a:latin typeface="Noto Sans KR"/>
                <a:ea typeface="Noto Sans KR"/>
                <a:cs typeface="Noto Sans KR"/>
              </a:defRPr>
            </a:pPr>
            <a:r>
              <a:rPr sz="2175" b="1">
                <a:solidFill>
                  <a:srgbClr val="17262C"/>
                </a:solidFill>
                <a:latin typeface="Noto Sans KR"/>
                <a:ea typeface="Noto Sans KR"/>
                <a:cs typeface="Noto Sans KR"/>
              </a:rPr>
              <a:t>누구나 접근할 수 있는 서비스</a:t>
            </a:r>
          </a:p>
        </p:txBody>
      </p:sp>
      <p:sp>
        <p:nvSpPr>
          <p:cNvPr id="16" name="장애인·고령자 등 디지털 취약계층 고려">
            <a:extLst>
              <a:ext uri="{FF2B5EF4-FFF2-40B4-BE49-F238E27FC236}">
                <a16:creationId xmlns:a16="http://schemas.microsoft.com/office/drawing/2014/main" id="{7DA6C0F3-0C92-4A59-B5EB-03C1C5EE2BC0}"/>
              </a:ext>
            </a:extLst>
          </p:cNvPr>
          <p:cNvSpPr>
            <a:spLocks noGrp="1"/>
          </p:cNvSpPr>
          <p:nvPr/>
        </p:nvSpPr>
        <p:spPr>
          <a:xfrm>
            <a:off x="6486525" y="5895975"/>
            <a:ext cx="5095875" cy="314325"/>
          </a:xfrm>
          <a:prstGeom prst="rect">
            <a:avLst/>
          </a:prstGeom>
          <a:noFill/>
          <a:ln w="0">
            <a:noFill/>
          </a:ln>
        </p:spPr>
        <p:txBody>
          <a:bodyPr lIns="0" tIns="0" rIns="0" bIns="0" anchor="ctr">
            <a:noAutofit/>
          </a:bodyPr>
          <a:lstStyle>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장애인·고령자 등 디지털 취약계층 고려</a:t>
            </a:r>
          </a:p>
        </p:txBody>
      </p:sp>
    </p:spTree>
    <p:extLst>
      <p:ext uri="{BB962C8B-B14F-4D97-AF65-F5344CB8AC3E}">
        <p14:creationId xmlns:p14="http://schemas.microsoft.com/office/powerpoint/2010/main" val="1052563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12" name="추진·지원체계">
            <a:extLst>
              <a:ext uri="{FF2B5EF4-FFF2-40B4-BE49-F238E27FC236}">
                <a16:creationId xmlns:a16="http://schemas.microsoft.com/office/drawing/2014/main" id="{9CDA6731-7B50-4BF4-9F93-063D190E6103}"/>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추진·지원체계</a:t>
            </a:r>
          </a:p>
        </p:txBody>
      </p:sp>
      <p:sp>
        <p:nvSpPr>
          <p:cNvPr id="2" name="09">
            <a:extLst>
              <a:ext uri="{FF2B5EF4-FFF2-40B4-BE49-F238E27FC236}">
                <a16:creationId xmlns:a16="http://schemas.microsoft.com/office/drawing/2014/main" id="{E7D112CB-3AF7-4030-AB30-27702C7085E0}"/>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09</a:t>
            </a:r>
          </a:p>
        </p:txBody>
      </p:sp>
      <p:sp>
        <p:nvSpPr>
          <p:cNvPr id="3" name="실행을 뒷받침하는 공통 관리체계">
            <a:extLst>
              <a:ext uri="{FF2B5EF4-FFF2-40B4-BE49-F238E27FC236}">
                <a16:creationId xmlns:a16="http://schemas.microsoft.com/office/drawing/2014/main" id="{DA333413-E492-48E6-8729-BCF69AAA0F70}"/>
              </a:ext>
            </a:extLst>
          </p:cNvPr>
          <p:cNvSpPr>
            <a:spLocks noGrp="1"/>
          </p:cNvSpPr>
          <p:nvPr/>
        </p:nvSpPr>
        <p:spPr>
          <a:xfrm>
            <a:off x="609600" y="1381125"/>
            <a:ext cx="1097280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실행을 뒷받침하는 공통 관리체계</a:t>
            </a:r>
          </a:p>
        </p:txBody>
      </p:sp>
      <p:sp>
        <p:nvSpPr>
          <p:cNvPr id="4" name="⑭  거버넌스·실행체계">
            <a:extLst>
              <a:ext uri="{FF2B5EF4-FFF2-40B4-BE49-F238E27FC236}">
                <a16:creationId xmlns:a16="http://schemas.microsoft.com/office/drawing/2014/main" id="{55D44AA7-1F7C-451E-A04D-E7026749D4C0}"/>
              </a:ext>
            </a:extLst>
          </p:cNvPr>
          <p:cNvSpPr>
            <a:spLocks noGrp="1"/>
          </p:cNvSpPr>
          <p:nvPr/>
        </p:nvSpPr>
        <p:spPr>
          <a:xfrm>
            <a:off x="609600" y="2343150"/>
            <a:ext cx="5048250" cy="314325"/>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⑭  거버넌스·실행체계</a:t>
            </a:r>
          </a:p>
        </p:txBody>
      </p:sp>
      <p:sp>
        <p:nvSpPr>
          <p:cNvPr id="5" name="전문가 중심의 통합 운영·관리">
            <a:extLst>
              <a:ext uri="{FF2B5EF4-FFF2-40B4-BE49-F238E27FC236}">
                <a16:creationId xmlns:a16="http://schemas.microsoft.com/office/drawing/2014/main" id="{7D46A5F7-D5B7-4C24-ADBC-C72E2D7F6C0C}"/>
              </a:ext>
            </a:extLst>
          </p:cNvPr>
          <p:cNvSpPr>
            <a:spLocks noGrp="1"/>
          </p:cNvSpPr>
          <p:nvPr/>
        </p:nvSpPr>
        <p:spPr>
          <a:xfrm>
            <a:off x="609600" y="2952750"/>
            <a:ext cx="5048250" cy="1066800"/>
          </a:xfrm>
          <a:prstGeom prst="rect">
            <a:avLst/>
          </a:prstGeom>
          <a:noFill/>
          <a:ln w="0">
            <a:noFill/>
          </a:ln>
        </p:spPr>
        <p:txBody>
          <a:bodyPr lIns="0" tIns="0" rIns="0" bIns="0" anchor="ctr">
            <a:noAutofit/>
          </a:bodyPr>
          <a:lstStyle>
            <a:defPPr algn="l">
              <a:defRPr sz="3225" b="1">
                <a:solidFill>
                  <a:srgbClr val="17262C"/>
                </a:solidFill>
                <a:latin typeface="Noto Sans KR"/>
                <a:ea typeface="Noto Sans KR"/>
                <a:cs typeface="Noto Sans KR"/>
              </a:defRPr>
            </a:defPPr>
            <a:lvl1pPr algn="l">
              <a:defRPr sz="3225" b="1">
                <a:solidFill>
                  <a:srgbClr val="17262C"/>
                </a:solidFill>
                <a:latin typeface="Noto Sans KR"/>
                <a:ea typeface="Noto Sans KR"/>
                <a:cs typeface="Noto Sans KR"/>
              </a:defRPr>
            </a:lvl1pPr>
            <a:lvl2pPr algn="l">
              <a:defRPr sz="3225" b="1">
                <a:solidFill>
                  <a:srgbClr val="17262C"/>
                </a:solidFill>
                <a:latin typeface="Noto Sans KR"/>
                <a:ea typeface="Noto Sans KR"/>
                <a:cs typeface="Noto Sans KR"/>
              </a:defRPr>
            </a:lvl2pPr>
            <a:lvl3pPr algn="l">
              <a:defRPr sz="3225" b="1">
                <a:solidFill>
                  <a:srgbClr val="17262C"/>
                </a:solidFill>
                <a:latin typeface="Noto Sans KR"/>
                <a:ea typeface="Noto Sans KR"/>
                <a:cs typeface="Noto Sans KR"/>
              </a:defRPr>
            </a:lvl3pPr>
            <a:lvl4pPr algn="l">
              <a:defRPr sz="3225" b="1">
                <a:solidFill>
                  <a:srgbClr val="17262C"/>
                </a:solidFill>
                <a:latin typeface="Noto Sans KR"/>
                <a:ea typeface="Noto Sans KR"/>
                <a:cs typeface="Noto Sans KR"/>
              </a:defRPr>
            </a:lvl4pPr>
            <a:lvl5pPr algn="l">
              <a:defRPr sz="3225" b="1">
                <a:solidFill>
                  <a:srgbClr val="17262C"/>
                </a:solidFill>
                <a:latin typeface="Noto Sans KR"/>
                <a:ea typeface="Noto Sans KR"/>
                <a:cs typeface="Noto Sans KR"/>
              </a:defRPr>
            </a:lvl5pPr>
            <a:lvl6pPr algn="l">
              <a:defRPr sz="3225" b="1">
                <a:solidFill>
                  <a:srgbClr val="17262C"/>
                </a:solidFill>
                <a:latin typeface="Noto Sans KR"/>
                <a:ea typeface="Noto Sans KR"/>
                <a:cs typeface="Noto Sans KR"/>
              </a:defRPr>
            </a:lvl6pPr>
            <a:lvl7pPr algn="l">
              <a:defRPr sz="3225" b="1">
                <a:solidFill>
                  <a:srgbClr val="17262C"/>
                </a:solidFill>
                <a:latin typeface="Noto Sans KR"/>
                <a:ea typeface="Noto Sans KR"/>
                <a:cs typeface="Noto Sans KR"/>
              </a:defRPr>
            </a:lvl7pPr>
            <a:lvl8pPr algn="l">
              <a:defRPr sz="3225" b="1">
                <a:solidFill>
                  <a:srgbClr val="17262C"/>
                </a:solidFill>
                <a:latin typeface="Noto Sans KR"/>
                <a:ea typeface="Noto Sans KR"/>
                <a:cs typeface="Noto Sans KR"/>
              </a:defRPr>
            </a:lvl8pPr>
            <a:lvl9pPr algn="l">
              <a:defRPr sz="3225" b="1">
                <a:solidFill>
                  <a:srgbClr val="17262C"/>
                </a:solidFill>
                <a:latin typeface="Noto Sans KR"/>
                <a:ea typeface="Noto Sans KR"/>
                <a:cs typeface="Noto Sans KR"/>
              </a:defRPr>
            </a:lvl9pPr>
          </a:lstStyle>
          <a:p>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전문가 중심의</a:t>
            </a:r>
          </a:p>
          <a:p>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통합 운영·관리</a:t>
            </a:r>
          </a:p>
        </p:txBody>
      </p:sp>
      <p:sp>
        <p:nvSpPr>
          <p:cNvPr id="6" name="분산된 시스템 관리와 장애 대응 체계 개선">
            <a:extLst>
              <a:ext uri="{FF2B5EF4-FFF2-40B4-BE49-F238E27FC236}">
                <a16:creationId xmlns:a16="http://schemas.microsoft.com/office/drawing/2014/main" id="{8629DAC7-34F5-4ECB-9F63-7812D306A9EA}"/>
              </a:ext>
            </a:extLst>
          </p:cNvPr>
          <p:cNvSpPr>
            <a:spLocks noGrp="1"/>
          </p:cNvSpPr>
          <p:nvPr/>
        </p:nvSpPr>
        <p:spPr>
          <a:xfrm>
            <a:off x="609600" y="4514850"/>
            <a:ext cx="5048250" cy="762000"/>
          </a:xfrm>
          <a:prstGeom prst="rect">
            <a:avLst/>
          </a:prstGeom>
          <a:noFill/>
          <a:ln w="0">
            <a:noFill/>
          </a:ln>
        </p:spPr>
        <p:txBody>
          <a:bodyPr lIns="0" tIns="0" rIns="0" bIns="0" anchor="ctr">
            <a:noAutofit/>
          </a:bodyPr>
          <a:lstStyle>
            <a:defPPr algn="l">
              <a:defRPr sz="1950" b="0">
                <a:solidFill>
                  <a:srgbClr val="17262C"/>
                </a:solidFill>
                <a:latin typeface="Noto Sans KR"/>
                <a:ea typeface="Noto Sans KR"/>
                <a:cs typeface="Noto Sans KR"/>
              </a:defRPr>
            </a:defPPr>
            <a:lvl1pPr algn="l">
              <a:defRPr sz="1950" b="0">
                <a:solidFill>
                  <a:srgbClr val="17262C"/>
                </a:solidFill>
                <a:latin typeface="Noto Sans KR"/>
                <a:ea typeface="Noto Sans KR"/>
                <a:cs typeface="Noto Sans KR"/>
              </a:defRPr>
            </a:lvl1pPr>
            <a:lvl2pPr algn="l">
              <a:defRPr sz="1950" b="0">
                <a:solidFill>
                  <a:srgbClr val="17262C"/>
                </a:solidFill>
                <a:latin typeface="Noto Sans KR"/>
                <a:ea typeface="Noto Sans KR"/>
                <a:cs typeface="Noto Sans KR"/>
              </a:defRPr>
            </a:lvl2pPr>
            <a:lvl3pPr algn="l">
              <a:defRPr sz="1950" b="0">
                <a:solidFill>
                  <a:srgbClr val="17262C"/>
                </a:solidFill>
                <a:latin typeface="Noto Sans KR"/>
                <a:ea typeface="Noto Sans KR"/>
                <a:cs typeface="Noto Sans KR"/>
              </a:defRPr>
            </a:lvl3pPr>
            <a:lvl4pPr algn="l">
              <a:defRPr sz="1950" b="0">
                <a:solidFill>
                  <a:srgbClr val="17262C"/>
                </a:solidFill>
                <a:latin typeface="Noto Sans KR"/>
                <a:ea typeface="Noto Sans KR"/>
                <a:cs typeface="Noto Sans KR"/>
              </a:defRPr>
            </a:lvl4pPr>
            <a:lvl5pPr algn="l">
              <a:defRPr sz="1950" b="0">
                <a:solidFill>
                  <a:srgbClr val="17262C"/>
                </a:solidFill>
                <a:latin typeface="Noto Sans KR"/>
                <a:ea typeface="Noto Sans KR"/>
                <a:cs typeface="Noto Sans KR"/>
              </a:defRPr>
            </a:lvl5pPr>
            <a:lvl6pPr algn="l">
              <a:defRPr sz="1950" b="0">
                <a:solidFill>
                  <a:srgbClr val="17262C"/>
                </a:solidFill>
                <a:latin typeface="Noto Sans KR"/>
                <a:ea typeface="Noto Sans KR"/>
                <a:cs typeface="Noto Sans KR"/>
              </a:defRPr>
            </a:lvl6pPr>
            <a:lvl7pPr algn="l">
              <a:defRPr sz="1950" b="0">
                <a:solidFill>
                  <a:srgbClr val="17262C"/>
                </a:solidFill>
                <a:latin typeface="Noto Sans KR"/>
                <a:ea typeface="Noto Sans KR"/>
                <a:cs typeface="Noto Sans KR"/>
              </a:defRPr>
            </a:lvl7pPr>
            <a:lvl8pPr algn="l">
              <a:defRPr sz="1950" b="0">
                <a:solidFill>
                  <a:srgbClr val="17262C"/>
                </a:solidFill>
                <a:latin typeface="Noto Sans KR"/>
                <a:ea typeface="Noto Sans KR"/>
                <a:cs typeface="Noto Sans KR"/>
              </a:defRPr>
            </a:lvl8pPr>
            <a:lvl9pPr algn="l">
              <a:defRPr sz="1950" b="0">
                <a:solidFill>
                  <a:srgbClr val="17262C"/>
                </a:solidFill>
                <a:latin typeface="Noto Sans KR"/>
                <a:ea typeface="Noto Sans KR"/>
                <a:cs typeface="Noto Sans KR"/>
              </a:defRPr>
            </a:lvl9pPr>
          </a:lstStyle>
          <a:p>
            <a:pPr algn="l">
              <a:defRPr sz="1950" b="0">
                <a:solidFill>
                  <a:srgbClr val="17262C"/>
                </a:solidFill>
                <a:latin typeface="Noto Sans KR"/>
                <a:ea typeface="Noto Sans KR"/>
                <a:cs typeface="Noto Sans KR"/>
              </a:defRPr>
            </a:pPr>
            <a:r>
              <a:rPr sz="1950" b="0">
                <a:solidFill>
                  <a:srgbClr val="17262C"/>
                </a:solidFill>
                <a:latin typeface="Noto Sans KR"/>
                <a:ea typeface="Noto Sans KR"/>
                <a:cs typeface="Noto Sans KR"/>
              </a:rPr>
              <a:t>분산된 시스템 관리와</a:t>
            </a:r>
          </a:p>
          <a:p>
            <a:pPr algn="l">
              <a:defRPr sz="1950" b="0">
                <a:solidFill>
                  <a:srgbClr val="17262C"/>
                </a:solidFill>
                <a:latin typeface="Noto Sans KR"/>
                <a:ea typeface="Noto Sans KR"/>
                <a:cs typeface="Noto Sans KR"/>
              </a:defRPr>
            </a:pPr>
            <a:r>
              <a:rPr sz="1950" b="0">
                <a:solidFill>
                  <a:srgbClr val="17262C"/>
                </a:solidFill>
                <a:latin typeface="Noto Sans KR"/>
                <a:ea typeface="Noto Sans KR"/>
                <a:cs typeface="Noto Sans KR"/>
              </a:rPr>
              <a:t>장애 대응 체계 개선</a:t>
            </a:r>
          </a:p>
        </p:txBody>
      </p:sp>
      <p:sp>
        <p:nvSpPr>
          <p:cNvPr id="7" name="직선 연결선 6">
            <a:extLst>
              <a:ext uri="{FF2B5EF4-FFF2-40B4-BE49-F238E27FC236}">
                <a16:creationId xmlns:a16="http://schemas.microsoft.com/office/drawing/2014/main" id="{5A00CCCF-47BC-4CF7-9C13-CBA1E5D65807}"/>
              </a:ext>
            </a:extLst>
          </p:cNvPr>
          <p:cNvSpPr>
            <a:spLocks noGrp="1"/>
          </p:cNvSpPr>
          <p:nvPr/>
        </p:nvSpPr>
        <p:spPr>
          <a:xfrm>
            <a:off x="6057900" y="2333625"/>
            <a:ext cx="0" cy="3095625"/>
          </a:xfrm>
          <a:prstGeom prst="line">
            <a:avLst/>
          </a:prstGeom>
          <a:noFill/>
          <a:ln w="9525">
            <a:solidFill>
              <a:srgbClr val="B3C3C1"/>
            </a:solidFill>
          </a:ln>
        </p:spPr>
      </p:sp>
      <p:sp>
        <p:nvSpPr>
          <p:cNvPr id="8" name="⑦  적극행정·감사 면책">
            <a:extLst>
              <a:ext uri="{FF2B5EF4-FFF2-40B4-BE49-F238E27FC236}">
                <a16:creationId xmlns:a16="http://schemas.microsoft.com/office/drawing/2014/main" id="{18E5941E-33AE-4DA8-84D8-D287AFEDA234}"/>
              </a:ext>
            </a:extLst>
          </p:cNvPr>
          <p:cNvSpPr>
            <a:spLocks noGrp="1"/>
          </p:cNvSpPr>
          <p:nvPr/>
        </p:nvSpPr>
        <p:spPr>
          <a:xfrm>
            <a:off x="6705600" y="2343150"/>
            <a:ext cx="4876800" cy="314325"/>
          </a:xfrm>
          <a:prstGeom prst="rect">
            <a:avLst/>
          </a:prstGeom>
          <a:noFill/>
          <a:ln w="0">
            <a:noFill/>
          </a:ln>
        </p:spPr>
        <p:txBody>
          <a:bodyPr lIns="0" tIns="0" rIns="0" bIns="0" anchor="ctr">
            <a:noAutofit/>
          </a:bodyPr>
          <a:lstStyle>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⑦  적극행정·감사 면책</a:t>
            </a:r>
          </a:p>
        </p:txBody>
      </p:sp>
      <p:sp>
        <p:nvSpPr>
          <p:cNvPr id="9" name="안전하게 시도할 수 있는 환경">
            <a:extLst>
              <a:ext uri="{FF2B5EF4-FFF2-40B4-BE49-F238E27FC236}">
                <a16:creationId xmlns:a16="http://schemas.microsoft.com/office/drawing/2014/main" id="{0E7B5925-141A-46C1-9F06-B3D5FA64A22F}"/>
              </a:ext>
            </a:extLst>
          </p:cNvPr>
          <p:cNvSpPr>
            <a:spLocks noGrp="1"/>
          </p:cNvSpPr>
          <p:nvPr/>
        </p:nvSpPr>
        <p:spPr>
          <a:xfrm>
            <a:off x="6705600" y="2952750"/>
            <a:ext cx="4876800" cy="1066800"/>
          </a:xfrm>
          <a:prstGeom prst="rect">
            <a:avLst/>
          </a:prstGeom>
          <a:noFill/>
          <a:ln w="0">
            <a:noFill/>
          </a:ln>
        </p:spPr>
        <p:txBody>
          <a:bodyPr lIns="0" tIns="0" rIns="0" bIns="0" anchor="ctr">
            <a:noAutofit/>
          </a:bodyPr>
          <a:lstStyle>
            <a:defPPr algn="l">
              <a:defRPr sz="3225" b="1">
                <a:solidFill>
                  <a:srgbClr val="17262C"/>
                </a:solidFill>
                <a:latin typeface="Noto Sans KR"/>
                <a:ea typeface="Noto Sans KR"/>
                <a:cs typeface="Noto Sans KR"/>
              </a:defRPr>
            </a:defPPr>
            <a:lvl1pPr algn="l">
              <a:defRPr sz="3225" b="1">
                <a:solidFill>
                  <a:srgbClr val="17262C"/>
                </a:solidFill>
                <a:latin typeface="Noto Sans KR"/>
                <a:ea typeface="Noto Sans KR"/>
                <a:cs typeface="Noto Sans KR"/>
              </a:defRPr>
            </a:lvl1pPr>
            <a:lvl2pPr algn="l">
              <a:defRPr sz="3225" b="1">
                <a:solidFill>
                  <a:srgbClr val="17262C"/>
                </a:solidFill>
                <a:latin typeface="Noto Sans KR"/>
                <a:ea typeface="Noto Sans KR"/>
                <a:cs typeface="Noto Sans KR"/>
              </a:defRPr>
            </a:lvl2pPr>
            <a:lvl3pPr algn="l">
              <a:defRPr sz="3225" b="1">
                <a:solidFill>
                  <a:srgbClr val="17262C"/>
                </a:solidFill>
                <a:latin typeface="Noto Sans KR"/>
                <a:ea typeface="Noto Sans KR"/>
                <a:cs typeface="Noto Sans KR"/>
              </a:defRPr>
            </a:lvl3pPr>
            <a:lvl4pPr algn="l">
              <a:defRPr sz="3225" b="1">
                <a:solidFill>
                  <a:srgbClr val="17262C"/>
                </a:solidFill>
                <a:latin typeface="Noto Sans KR"/>
                <a:ea typeface="Noto Sans KR"/>
                <a:cs typeface="Noto Sans KR"/>
              </a:defRPr>
            </a:lvl4pPr>
            <a:lvl5pPr algn="l">
              <a:defRPr sz="3225" b="1">
                <a:solidFill>
                  <a:srgbClr val="17262C"/>
                </a:solidFill>
                <a:latin typeface="Noto Sans KR"/>
                <a:ea typeface="Noto Sans KR"/>
                <a:cs typeface="Noto Sans KR"/>
              </a:defRPr>
            </a:lvl5pPr>
            <a:lvl6pPr algn="l">
              <a:defRPr sz="3225" b="1">
                <a:solidFill>
                  <a:srgbClr val="17262C"/>
                </a:solidFill>
                <a:latin typeface="Noto Sans KR"/>
                <a:ea typeface="Noto Sans KR"/>
                <a:cs typeface="Noto Sans KR"/>
              </a:defRPr>
            </a:lvl6pPr>
            <a:lvl7pPr algn="l">
              <a:defRPr sz="3225" b="1">
                <a:solidFill>
                  <a:srgbClr val="17262C"/>
                </a:solidFill>
                <a:latin typeface="Noto Sans KR"/>
                <a:ea typeface="Noto Sans KR"/>
                <a:cs typeface="Noto Sans KR"/>
              </a:defRPr>
            </a:lvl7pPr>
            <a:lvl8pPr algn="l">
              <a:defRPr sz="3225" b="1">
                <a:solidFill>
                  <a:srgbClr val="17262C"/>
                </a:solidFill>
                <a:latin typeface="Noto Sans KR"/>
                <a:ea typeface="Noto Sans KR"/>
                <a:cs typeface="Noto Sans KR"/>
              </a:defRPr>
            </a:lvl8pPr>
            <a:lvl9pPr algn="l">
              <a:defRPr sz="3225" b="1">
                <a:solidFill>
                  <a:srgbClr val="17262C"/>
                </a:solidFill>
                <a:latin typeface="Noto Sans KR"/>
                <a:ea typeface="Noto Sans KR"/>
                <a:cs typeface="Noto Sans KR"/>
              </a:defRPr>
            </a:lvl9pPr>
          </a:lstStyle>
          <a:p>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안전하게 시도할 수</a:t>
            </a:r>
          </a:p>
          <a:p>
            <a:pPr algn="l">
              <a:defRPr sz="3225" b="1">
                <a:solidFill>
                  <a:srgbClr val="17262C"/>
                </a:solidFill>
                <a:latin typeface="Noto Sans KR"/>
                <a:ea typeface="Noto Sans KR"/>
                <a:cs typeface="Noto Sans KR"/>
              </a:defRPr>
            </a:pPr>
            <a:r>
              <a:rPr sz="3225" b="1">
                <a:solidFill>
                  <a:srgbClr val="17262C"/>
                </a:solidFill>
                <a:latin typeface="Noto Sans KR"/>
                <a:ea typeface="Noto Sans KR"/>
                <a:cs typeface="Noto Sans KR"/>
              </a:rPr>
              <a:t>있는 환경</a:t>
            </a:r>
          </a:p>
        </p:txBody>
      </p:sp>
      <p:sp>
        <p:nvSpPr>
          <p:cNvPr id="10" name="적극행정 인센티브 명확한 감사 면책 기준">
            <a:extLst>
              <a:ext uri="{FF2B5EF4-FFF2-40B4-BE49-F238E27FC236}">
                <a16:creationId xmlns:a16="http://schemas.microsoft.com/office/drawing/2014/main" id="{2C001BB2-E02F-40F9-9891-4E82BB32B1A3}"/>
              </a:ext>
            </a:extLst>
          </p:cNvPr>
          <p:cNvSpPr>
            <a:spLocks noGrp="1"/>
          </p:cNvSpPr>
          <p:nvPr/>
        </p:nvSpPr>
        <p:spPr>
          <a:xfrm>
            <a:off x="6705600" y="4514850"/>
            <a:ext cx="4876800" cy="762000"/>
          </a:xfrm>
          <a:prstGeom prst="rect">
            <a:avLst/>
          </a:prstGeom>
          <a:noFill/>
          <a:ln w="0">
            <a:noFill/>
          </a:ln>
        </p:spPr>
        <p:txBody>
          <a:bodyPr lIns="0" tIns="0" rIns="0" bIns="0" anchor="ctr">
            <a:noAutofit/>
          </a:bodyPr>
          <a:lstStyle>
            <a:defPPr algn="l">
              <a:defRPr sz="1950" b="0">
                <a:solidFill>
                  <a:srgbClr val="17262C"/>
                </a:solidFill>
                <a:latin typeface="Noto Sans KR"/>
                <a:ea typeface="Noto Sans KR"/>
                <a:cs typeface="Noto Sans KR"/>
              </a:defRPr>
            </a:defPPr>
            <a:lvl1pPr algn="l">
              <a:defRPr sz="1950" b="0">
                <a:solidFill>
                  <a:srgbClr val="17262C"/>
                </a:solidFill>
                <a:latin typeface="Noto Sans KR"/>
                <a:ea typeface="Noto Sans KR"/>
                <a:cs typeface="Noto Sans KR"/>
              </a:defRPr>
            </a:lvl1pPr>
            <a:lvl2pPr algn="l">
              <a:defRPr sz="1950" b="0">
                <a:solidFill>
                  <a:srgbClr val="17262C"/>
                </a:solidFill>
                <a:latin typeface="Noto Sans KR"/>
                <a:ea typeface="Noto Sans KR"/>
                <a:cs typeface="Noto Sans KR"/>
              </a:defRPr>
            </a:lvl2pPr>
            <a:lvl3pPr algn="l">
              <a:defRPr sz="1950" b="0">
                <a:solidFill>
                  <a:srgbClr val="17262C"/>
                </a:solidFill>
                <a:latin typeface="Noto Sans KR"/>
                <a:ea typeface="Noto Sans KR"/>
                <a:cs typeface="Noto Sans KR"/>
              </a:defRPr>
            </a:lvl3pPr>
            <a:lvl4pPr algn="l">
              <a:defRPr sz="1950" b="0">
                <a:solidFill>
                  <a:srgbClr val="17262C"/>
                </a:solidFill>
                <a:latin typeface="Noto Sans KR"/>
                <a:ea typeface="Noto Sans KR"/>
                <a:cs typeface="Noto Sans KR"/>
              </a:defRPr>
            </a:lvl4pPr>
            <a:lvl5pPr algn="l">
              <a:defRPr sz="1950" b="0">
                <a:solidFill>
                  <a:srgbClr val="17262C"/>
                </a:solidFill>
                <a:latin typeface="Noto Sans KR"/>
                <a:ea typeface="Noto Sans KR"/>
                <a:cs typeface="Noto Sans KR"/>
              </a:defRPr>
            </a:lvl5pPr>
            <a:lvl6pPr algn="l">
              <a:defRPr sz="1950" b="0">
                <a:solidFill>
                  <a:srgbClr val="17262C"/>
                </a:solidFill>
                <a:latin typeface="Noto Sans KR"/>
                <a:ea typeface="Noto Sans KR"/>
                <a:cs typeface="Noto Sans KR"/>
              </a:defRPr>
            </a:lvl6pPr>
            <a:lvl7pPr algn="l">
              <a:defRPr sz="1950" b="0">
                <a:solidFill>
                  <a:srgbClr val="17262C"/>
                </a:solidFill>
                <a:latin typeface="Noto Sans KR"/>
                <a:ea typeface="Noto Sans KR"/>
                <a:cs typeface="Noto Sans KR"/>
              </a:defRPr>
            </a:lvl7pPr>
            <a:lvl8pPr algn="l">
              <a:defRPr sz="1950" b="0">
                <a:solidFill>
                  <a:srgbClr val="17262C"/>
                </a:solidFill>
                <a:latin typeface="Noto Sans KR"/>
                <a:ea typeface="Noto Sans KR"/>
                <a:cs typeface="Noto Sans KR"/>
              </a:defRPr>
            </a:lvl8pPr>
            <a:lvl9pPr algn="l">
              <a:defRPr sz="1950" b="0">
                <a:solidFill>
                  <a:srgbClr val="17262C"/>
                </a:solidFill>
                <a:latin typeface="Noto Sans KR"/>
                <a:ea typeface="Noto Sans KR"/>
                <a:cs typeface="Noto Sans KR"/>
              </a:defRPr>
            </a:lvl9pPr>
          </a:lstStyle>
          <a:p>
            <a:pPr algn="l">
              <a:defRPr sz="1950" b="0">
                <a:solidFill>
                  <a:srgbClr val="17262C"/>
                </a:solidFill>
                <a:latin typeface="Noto Sans KR"/>
                <a:ea typeface="Noto Sans KR"/>
                <a:cs typeface="Noto Sans KR"/>
              </a:defRPr>
            </a:pPr>
            <a:r>
              <a:rPr sz="1950" b="0">
                <a:solidFill>
                  <a:srgbClr val="17262C"/>
                </a:solidFill>
                <a:latin typeface="Noto Sans KR"/>
                <a:ea typeface="Noto Sans KR"/>
                <a:cs typeface="Noto Sans KR"/>
              </a:rPr>
              <a:t>적극행정 인센티브</a:t>
            </a:r>
          </a:p>
          <a:p>
            <a:pPr algn="l">
              <a:defRPr sz="1950" b="0">
                <a:solidFill>
                  <a:srgbClr val="17262C"/>
                </a:solidFill>
                <a:latin typeface="Noto Sans KR"/>
                <a:ea typeface="Noto Sans KR"/>
                <a:cs typeface="Noto Sans KR"/>
              </a:defRPr>
            </a:pPr>
            <a:r>
              <a:rPr sz="1950" b="0">
                <a:solidFill>
                  <a:srgbClr val="17262C"/>
                </a:solidFill>
                <a:latin typeface="Noto Sans KR"/>
                <a:ea typeface="Noto Sans KR"/>
                <a:cs typeface="Noto Sans KR"/>
              </a:rPr>
              <a:t>명확한 감사 면책 기준</a:t>
            </a:r>
          </a:p>
        </p:txBody>
      </p:sp>
      <p:sp>
        <p:nvSpPr>
          <p:cNvPr id="11" name="혁신을 실행할 조직과 제도를 함께 마련">
            <a:extLst>
              <a:ext uri="{FF2B5EF4-FFF2-40B4-BE49-F238E27FC236}">
                <a16:creationId xmlns:a16="http://schemas.microsoft.com/office/drawing/2014/main" id="{907921B0-1913-48F2-923D-47D2C0BE5AB8}"/>
              </a:ext>
            </a:extLst>
          </p:cNvPr>
          <p:cNvSpPr>
            <a:spLocks noGrp="1"/>
          </p:cNvSpPr>
          <p:nvPr/>
        </p:nvSpPr>
        <p:spPr>
          <a:xfrm>
            <a:off x="609600" y="6334125"/>
            <a:ext cx="10972800" cy="257175"/>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혁신을 실행할 조직과 제도를 함께 마련</a:t>
            </a:r>
          </a:p>
        </p:txBody>
      </p:sp>
    </p:spTree>
    <p:extLst>
      <p:ext uri="{BB962C8B-B14F-4D97-AF65-F5344CB8AC3E}">
        <p14:creationId xmlns:p14="http://schemas.microsoft.com/office/powerpoint/2010/main" val="2030578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18" name="성과관리체계">
            <a:extLst>
              <a:ext uri="{FF2B5EF4-FFF2-40B4-BE49-F238E27FC236}">
                <a16:creationId xmlns:a16="http://schemas.microsoft.com/office/drawing/2014/main" id="{3B582A8B-20D6-4FB7-B2A4-73F4ABB0C18C}"/>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성과관리체계</a:t>
            </a:r>
          </a:p>
        </p:txBody>
      </p:sp>
      <p:sp>
        <p:nvSpPr>
          <p:cNvPr id="2" name="10">
            <a:extLst>
              <a:ext uri="{FF2B5EF4-FFF2-40B4-BE49-F238E27FC236}">
                <a16:creationId xmlns:a16="http://schemas.microsoft.com/office/drawing/2014/main" id="{1B881C2B-557A-45D1-8F85-AFC137156759}"/>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10</a:t>
            </a:r>
          </a:p>
        </p:txBody>
      </p:sp>
      <p:sp>
        <p:nvSpPr>
          <p:cNvPr id="3" name="⑧  공공AX 성과평가">
            <a:extLst>
              <a:ext uri="{FF2B5EF4-FFF2-40B4-BE49-F238E27FC236}">
                <a16:creationId xmlns:a16="http://schemas.microsoft.com/office/drawing/2014/main" id="{FCFDE55D-3026-4ED3-919A-8E2754A25DA8}"/>
              </a:ext>
            </a:extLst>
          </p:cNvPr>
          <p:cNvSpPr>
            <a:spLocks noGrp="1"/>
          </p:cNvSpPr>
          <p:nvPr/>
        </p:nvSpPr>
        <p:spPr>
          <a:xfrm>
            <a:off x="609600" y="1381125"/>
            <a:ext cx="1097280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⑧  공공AX 성과평가</a:t>
            </a:r>
          </a:p>
        </p:txBody>
      </p:sp>
      <p:sp>
        <p:nvSpPr>
          <p:cNvPr id="4" name="평가 결과를 정책에 다시 반영">
            <a:extLst>
              <a:ext uri="{FF2B5EF4-FFF2-40B4-BE49-F238E27FC236}">
                <a16:creationId xmlns:a16="http://schemas.microsoft.com/office/drawing/2014/main" id="{80BEC3D0-E466-4C4D-8B11-81EA3C21CBCF}"/>
              </a:ext>
            </a:extLst>
          </p:cNvPr>
          <p:cNvSpPr>
            <a:spLocks noGrp="1"/>
          </p:cNvSpPr>
          <p:nvPr/>
        </p:nvSpPr>
        <p:spPr>
          <a:xfrm>
            <a:off x="609600" y="2095500"/>
            <a:ext cx="10972800" cy="1200150"/>
          </a:xfrm>
          <a:prstGeom prst="rect">
            <a:avLst/>
          </a:prstGeom>
          <a:noFill/>
          <a:ln w="0">
            <a:noFill/>
          </a:ln>
        </p:spPr>
        <p:txBody>
          <a:bodyPr lIns="0" tIns="0" rIns="0" bIns="0" anchor="ctr">
            <a:noAutofit/>
          </a:bodyPr>
          <a:lstStyle>
            <a:defPPr algn="l">
              <a:defRPr sz="3675" b="1">
                <a:solidFill>
                  <a:srgbClr val="17262C"/>
                </a:solidFill>
                <a:latin typeface="Noto Sans KR"/>
                <a:ea typeface="Noto Sans KR"/>
                <a:cs typeface="Noto Sans KR"/>
              </a:defRPr>
            </a:defPPr>
            <a:lvl1pPr algn="l">
              <a:defRPr sz="3675" b="1">
                <a:solidFill>
                  <a:srgbClr val="17262C"/>
                </a:solidFill>
                <a:latin typeface="Noto Sans KR"/>
                <a:ea typeface="Noto Sans KR"/>
                <a:cs typeface="Noto Sans KR"/>
              </a:defRPr>
            </a:lvl1pPr>
            <a:lvl2pPr algn="l">
              <a:defRPr sz="3675" b="1">
                <a:solidFill>
                  <a:srgbClr val="17262C"/>
                </a:solidFill>
                <a:latin typeface="Noto Sans KR"/>
                <a:ea typeface="Noto Sans KR"/>
                <a:cs typeface="Noto Sans KR"/>
              </a:defRPr>
            </a:lvl2pPr>
            <a:lvl3pPr algn="l">
              <a:defRPr sz="3675" b="1">
                <a:solidFill>
                  <a:srgbClr val="17262C"/>
                </a:solidFill>
                <a:latin typeface="Noto Sans KR"/>
                <a:ea typeface="Noto Sans KR"/>
                <a:cs typeface="Noto Sans KR"/>
              </a:defRPr>
            </a:lvl3pPr>
            <a:lvl4pPr algn="l">
              <a:defRPr sz="3675" b="1">
                <a:solidFill>
                  <a:srgbClr val="17262C"/>
                </a:solidFill>
                <a:latin typeface="Noto Sans KR"/>
                <a:ea typeface="Noto Sans KR"/>
                <a:cs typeface="Noto Sans KR"/>
              </a:defRPr>
            </a:lvl4pPr>
            <a:lvl5pPr algn="l">
              <a:defRPr sz="3675" b="1">
                <a:solidFill>
                  <a:srgbClr val="17262C"/>
                </a:solidFill>
                <a:latin typeface="Noto Sans KR"/>
                <a:ea typeface="Noto Sans KR"/>
                <a:cs typeface="Noto Sans KR"/>
              </a:defRPr>
            </a:lvl5pPr>
            <a:lvl6pPr algn="l">
              <a:defRPr sz="3675" b="1">
                <a:solidFill>
                  <a:srgbClr val="17262C"/>
                </a:solidFill>
                <a:latin typeface="Noto Sans KR"/>
                <a:ea typeface="Noto Sans KR"/>
                <a:cs typeface="Noto Sans KR"/>
              </a:defRPr>
            </a:lvl6pPr>
            <a:lvl7pPr algn="l">
              <a:defRPr sz="3675" b="1">
                <a:solidFill>
                  <a:srgbClr val="17262C"/>
                </a:solidFill>
                <a:latin typeface="Noto Sans KR"/>
                <a:ea typeface="Noto Sans KR"/>
                <a:cs typeface="Noto Sans KR"/>
              </a:defRPr>
            </a:lvl7pPr>
            <a:lvl8pPr algn="l">
              <a:defRPr sz="3675" b="1">
                <a:solidFill>
                  <a:srgbClr val="17262C"/>
                </a:solidFill>
                <a:latin typeface="Noto Sans KR"/>
                <a:ea typeface="Noto Sans KR"/>
                <a:cs typeface="Noto Sans KR"/>
              </a:defRPr>
            </a:lvl8pPr>
            <a:lvl9pPr algn="l">
              <a:defRPr sz="3675" b="1">
                <a:solidFill>
                  <a:srgbClr val="17262C"/>
                </a:solidFill>
                <a:latin typeface="Noto Sans KR"/>
                <a:ea typeface="Noto Sans KR"/>
                <a:cs typeface="Noto Sans KR"/>
              </a:defRPr>
            </a:lvl9pPr>
          </a:lstStyle>
          <a:p>
            <a:pPr algn="l">
              <a:defRPr sz="3675" b="1">
                <a:solidFill>
                  <a:srgbClr val="17262C"/>
                </a:solidFill>
                <a:latin typeface="Noto Sans KR"/>
                <a:ea typeface="Noto Sans KR"/>
                <a:cs typeface="Noto Sans KR"/>
              </a:defRPr>
            </a:pPr>
            <a:r>
              <a:rPr sz="3675" b="1">
                <a:solidFill>
                  <a:srgbClr val="17262C"/>
                </a:solidFill>
                <a:latin typeface="Noto Sans KR"/>
                <a:ea typeface="Noto Sans KR"/>
                <a:cs typeface="Noto Sans KR"/>
              </a:rPr>
              <a:t>평가 결과를</a:t>
            </a:r>
          </a:p>
          <a:p>
            <a:pPr algn="l">
              <a:defRPr sz="3675" b="1">
                <a:solidFill>
                  <a:srgbClr val="17262C"/>
                </a:solidFill>
                <a:latin typeface="Noto Sans KR"/>
                <a:ea typeface="Noto Sans KR"/>
                <a:cs typeface="Noto Sans KR"/>
              </a:defRPr>
            </a:pPr>
            <a:r>
              <a:rPr sz="3675" b="1">
                <a:solidFill>
                  <a:srgbClr val="17262C"/>
                </a:solidFill>
                <a:latin typeface="Noto Sans KR"/>
                <a:ea typeface="Noto Sans KR"/>
                <a:cs typeface="Noto Sans KR"/>
              </a:rPr>
              <a:t>정책에 다시 반영</a:t>
            </a:r>
          </a:p>
        </p:txBody>
      </p:sp>
      <p:sp>
        <p:nvSpPr>
          <p:cNvPr id="5" name="01">
            <a:extLst>
              <a:ext uri="{FF2B5EF4-FFF2-40B4-BE49-F238E27FC236}">
                <a16:creationId xmlns:a16="http://schemas.microsoft.com/office/drawing/2014/main" id="{460CC416-A937-45C5-9F24-D809327901F1}"/>
              </a:ext>
            </a:extLst>
          </p:cNvPr>
          <p:cNvSpPr>
            <a:spLocks noGrp="1"/>
          </p:cNvSpPr>
          <p:nvPr/>
        </p:nvSpPr>
        <p:spPr>
          <a:xfrm>
            <a:off x="609600" y="4000500"/>
            <a:ext cx="3276600" cy="295275"/>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6" name="직선 연결선 5">
            <a:extLst>
              <a:ext uri="{FF2B5EF4-FFF2-40B4-BE49-F238E27FC236}">
                <a16:creationId xmlns:a16="http://schemas.microsoft.com/office/drawing/2014/main" id="{785905D4-3282-4D7C-9DBF-D1CAA621A4E7}"/>
              </a:ext>
            </a:extLst>
          </p:cNvPr>
          <p:cNvSpPr>
            <a:spLocks noGrp="1"/>
          </p:cNvSpPr>
          <p:nvPr/>
        </p:nvSpPr>
        <p:spPr>
          <a:xfrm>
            <a:off x="609600" y="4438650"/>
            <a:ext cx="3276600" cy="0"/>
          </a:xfrm>
          <a:prstGeom prst="line">
            <a:avLst/>
          </a:prstGeom>
          <a:noFill/>
          <a:ln w="9525">
            <a:solidFill>
              <a:srgbClr val="B3C3C1"/>
            </a:solidFill>
          </a:ln>
        </p:spPr>
      </p:sp>
      <p:sp>
        <p:nvSpPr>
          <p:cNvPr id="7" name="정량·정성 평가">
            <a:extLst>
              <a:ext uri="{FF2B5EF4-FFF2-40B4-BE49-F238E27FC236}">
                <a16:creationId xmlns:a16="http://schemas.microsoft.com/office/drawing/2014/main" id="{B2E3276A-7A29-4F1F-86F3-99584D9EDF62}"/>
              </a:ext>
            </a:extLst>
          </p:cNvPr>
          <p:cNvSpPr>
            <a:spLocks noGrp="1"/>
          </p:cNvSpPr>
          <p:nvPr/>
        </p:nvSpPr>
        <p:spPr>
          <a:xfrm>
            <a:off x="609600" y="4695825"/>
            <a:ext cx="3276600" cy="447675"/>
          </a:xfrm>
          <a:prstGeom prst="rect">
            <a:avLst/>
          </a:prstGeom>
          <a:noFill/>
          <a:ln w="0">
            <a:noFill/>
          </a:ln>
        </p:spPr>
        <p:txBody>
          <a:bodyPr lIns="0" tIns="0" rIns="0" bIns="0" anchor="ctr">
            <a:noAutofit/>
          </a:bodyPr>
          <a:lstStyle>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정량·정성 평가</a:t>
            </a:r>
          </a:p>
        </p:txBody>
      </p:sp>
      <p:sp>
        <p:nvSpPr>
          <p:cNvPr id="8" name="부처별 AI 정책 효과 점검">
            <a:extLst>
              <a:ext uri="{FF2B5EF4-FFF2-40B4-BE49-F238E27FC236}">
                <a16:creationId xmlns:a16="http://schemas.microsoft.com/office/drawing/2014/main" id="{E8D85F8E-F7F8-4A12-8AD3-F214ADF8B7C3}"/>
              </a:ext>
            </a:extLst>
          </p:cNvPr>
          <p:cNvSpPr>
            <a:spLocks noGrp="1"/>
          </p:cNvSpPr>
          <p:nvPr/>
        </p:nvSpPr>
        <p:spPr>
          <a:xfrm>
            <a:off x="609600" y="5353050"/>
            <a:ext cx="3276600" cy="6477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부처별 AI 정책 효과 점검</a:t>
            </a:r>
          </a:p>
        </p:txBody>
      </p:sp>
      <p:sp>
        <p:nvSpPr>
          <p:cNvPr id="9" name="02">
            <a:extLst>
              <a:ext uri="{FF2B5EF4-FFF2-40B4-BE49-F238E27FC236}">
                <a16:creationId xmlns:a16="http://schemas.microsoft.com/office/drawing/2014/main" id="{981B35B2-1554-4CDB-9427-6F7B88E75945}"/>
              </a:ext>
            </a:extLst>
          </p:cNvPr>
          <p:cNvSpPr>
            <a:spLocks noGrp="1"/>
          </p:cNvSpPr>
          <p:nvPr/>
        </p:nvSpPr>
        <p:spPr>
          <a:xfrm>
            <a:off x="4457700" y="4000500"/>
            <a:ext cx="3276600" cy="295275"/>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02</a:t>
            </a:r>
          </a:p>
        </p:txBody>
      </p:sp>
      <p:sp>
        <p:nvSpPr>
          <p:cNvPr id="10" name="직선 연결선 9">
            <a:extLst>
              <a:ext uri="{FF2B5EF4-FFF2-40B4-BE49-F238E27FC236}">
                <a16:creationId xmlns:a16="http://schemas.microsoft.com/office/drawing/2014/main" id="{CAD02064-2FB5-4C60-A38C-A892A8E5991C}"/>
              </a:ext>
            </a:extLst>
          </p:cNvPr>
          <p:cNvSpPr>
            <a:spLocks noGrp="1"/>
          </p:cNvSpPr>
          <p:nvPr/>
        </p:nvSpPr>
        <p:spPr>
          <a:xfrm>
            <a:off x="4457700" y="4438650"/>
            <a:ext cx="3276600" cy="0"/>
          </a:xfrm>
          <a:prstGeom prst="line">
            <a:avLst/>
          </a:prstGeom>
          <a:noFill/>
          <a:ln w="9525">
            <a:solidFill>
              <a:srgbClr val="B3C3C1"/>
            </a:solidFill>
          </a:ln>
        </p:spPr>
      </p:sp>
      <p:sp>
        <p:nvSpPr>
          <p:cNvPr id="11" name="예산·조직 연계">
            <a:extLst>
              <a:ext uri="{FF2B5EF4-FFF2-40B4-BE49-F238E27FC236}">
                <a16:creationId xmlns:a16="http://schemas.microsoft.com/office/drawing/2014/main" id="{3E2EF8CA-2AF0-47EC-BB55-09C5E73F05B2}"/>
              </a:ext>
            </a:extLst>
          </p:cNvPr>
          <p:cNvSpPr>
            <a:spLocks noGrp="1"/>
          </p:cNvSpPr>
          <p:nvPr/>
        </p:nvSpPr>
        <p:spPr>
          <a:xfrm>
            <a:off x="4457700" y="4695825"/>
            <a:ext cx="3276600" cy="447675"/>
          </a:xfrm>
          <a:prstGeom prst="rect">
            <a:avLst/>
          </a:prstGeom>
          <a:noFill/>
          <a:ln w="0">
            <a:noFill/>
          </a:ln>
        </p:spPr>
        <p:txBody>
          <a:bodyPr lIns="0" tIns="0" rIns="0" bIns="0" anchor="ctr">
            <a:noAutofit/>
          </a:bodyPr>
          <a:lstStyle>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예산·조직 연계</a:t>
            </a:r>
          </a:p>
        </p:txBody>
      </p:sp>
      <p:sp>
        <p:nvSpPr>
          <p:cNvPr id="12" name="평가 결과를 주요 정책·제도에 반영">
            <a:extLst>
              <a:ext uri="{FF2B5EF4-FFF2-40B4-BE49-F238E27FC236}">
                <a16:creationId xmlns:a16="http://schemas.microsoft.com/office/drawing/2014/main" id="{98685A9D-5B32-404A-872F-A798E761CBE5}"/>
              </a:ext>
            </a:extLst>
          </p:cNvPr>
          <p:cNvSpPr>
            <a:spLocks noGrp="1"/>
          </p:cNvSpPr>
          <p:nvPr/>
        </p:nvSpPr>
        <p:spPr>
          <a:xfrm>
            <a:off x="4457700" y="5353050"/>
            <a:ext cx="3276600" cy="6477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평가 결과를 주요 정책·제도에 반영</a:t>
            </a:r>
          </a:p>
        </p:txBody>
      </p:sp>
      <p:sp>
        <p:nvSpPr>
          <p:cNvPr id="13" name="03">
            <a:extLst>
              <a:ext uri="{FF2B5EF4-FFF2-40B4-BE49-F238E27FC236}">
                <a16:creationId xmlns:a16="http://schemas.microsoft.com/office/drawing/2014/main" id="{6AA46D0C-AEC6-444A-9A5D-226128F8DBE0}"/>
              </a:ext>
            </a:extLst>
          </p:cNvPr>
          <p:cNvSpPr>
            <a:spLocks noGrp="1"/>
          </p:cNvSpPr>
          <p:nvPr/>
        </p:nvSpPr>
        <p:spPr>
          <a:xfrm>
            <a:off x="8305800" y="4000500"/>
            <a:ext cx="3276600" cy="295275"/>
          </a:xfrm>
          <a:prstGeom prst="rect">
            <a:avLst/>
          </a:prstGeom>
          <a:noFill/>
          <a:ln w="0">
            <a:noFill/>
          </a:ln>
        </p:spPr>
        <p:txBody>
          <a:bodyPr lIns="0" tIns="0" rIns="0" bIns="0" anchor="ctr">
            <a:noAutofit/>
          </a:bodyPr>
          <a:lstStyle>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14" name="직선 연결선 13">
            <a:extLst>
              <a:ext uri="{FF2B5EF4-FFF2-40B4-BE49-F238E27FC236}">
                <a16:creationId xmlns:a16="http://schemas.microsoft.com/office/drawing/2014/main" id="{94337C60-ED06-4480-B0AF-0B2F3EB9A590}"/>
              </a:ext>
            </a:extLst>
          </p:cNvPr>
          <p:cNvSpPr>
            <a:spLocks noGrp="1"/>
          </p:cNvSpPr>
          <p:nvPr/>
        </p:nvSpPr>
        <p:spPr>
          <a:xfrm>
            <a:off x="8305800" y="4438650"/>
            <a:ext cx="3276600" cy="0"/>
          </a:xfrm>
          <a:prstGeom prst="line">
            <a:avLst/>
          </a:prstGeom>
          <a:noFill/>
          <a:ln w="9525">
            <a:solidFill>
              <a:srgbClr val="B3C3C1"/>
            </a:solidFill>
          </a:ln>
        </p:spPr>
      </p:sp>
      <p:sp>
        <p:nvSpPr>
          <p:cNvPr id="15" name="성과 공개">
            <a:extLst>
              <a:ext uri="{FF2B5EF4-FFF2-40B4-BE49-F238E27FC236}">
                <a16:creationId xmlns:a16="http://schemas.microsoft.com/office/drawing/2014/main" id="{565FFC1F-CBB3-4D63-8D80-F2A0AF63AF12}"/>
              </a:ext>
            </a:extLst>
          </p:cNvPr>
          <p:cNvSpPr>
            <a:spLocks noGrp="1"/>
          </p:cNvSpPr>
          <p:nvPr/>
        </p:nvSpPr>
        <p:spPr>
          <a:xfrm>
            <a:off x="8305800" y="4695825"/>
            <a:ext cx="3276600" cy="447675"/>
          </a:xfrm>
          <a:prstGeom prst="rect">
            <a:avLst/>
          </a:prstGeom>
          <a:noFill/>
          <a:ln w="0">
            <a:noFill/>
          </a:ln>
        </p:spPr>
        <p:txBody>
          <a:bodyPr lIns="0" tIns="0" rIns="0" bIns="0" anchor="ctr">
            <a:noAutofit/>
          </a:bodyPr>
          <a:lstStyle>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성과 공개</a:t>
            </a:r>
          </a:p>
        </p:txBody>
      </p:sp>
      <p:sp>
        <p:nvSpPr>
          <p:cNvPr id="16" name="성과 점검과 AI 정부혁신 백서">
            <a:extLst>
              <a:ext uri="{FF2B5EF4-FFF2-40B4-BE49-F238E27FC236}">
                <a16:creationId xmlns:a16="http://schemas.microsoft.com/office/drawing/2014/main" id="{1C6E6D9E-9C21-4E1D-BDC8-A38F7604C9AD}"/>
              </a:ext>
            </a:extLst>
          </p:cNvPr>
          <p:cNvSpPr>
            <a:spLocks noGrp="1"/>
          </p:cNvSpPr>
          <p:nvPr/>
        </p:nvSpPr>
        <p:spPr>
          <a:xfrm>
            <a:off x="8305800" y="5353050"/>
            <a:ext cx="3276600" cy="647700"/>
          </a:xfrm>
          <a:prstGeom prst="rect">
            <a:avLst/>
          </a:prstGeom>
          <a:noFill/>
          <a:ln w="0">
            <a:noFill/>
          </a:ln>
        </p:spPr>
        <p:txBody>
          <a:bodyPr lIns="0" tIns="0" rIns="0" bIns="0" anchor="ctr">
            <a:noAutofit/>
          </a:bodyPr>
          <a:lstStyle>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성과 점검과 AI 정부혁신 백서</a:t>
            </a:r>
          </a:p>
        </p:txBody>
      </p:sp>
      <p:sp>
        <p:nvSpPr>
          <p:cNvPr id="17" name="평가체계 마련과 성과 점검·공개를 권고하는 계획">
            <a:extLst>
              <a:ext uri="{FF2B5EF4-FFF2-40B4-BE49-F238E27FC236}">
                <a16:creationId xmlns:a16="http://schemas.microsoft.com/office/drawing/2014/main" id="{037A35DE-93BB-4F5A-97DA-EA3CD3AB0D85}"/>
              </a:ext>
            </a:extLst>
          </p:cNvPr>
          <p:cNvSpPr>
            <a:spLocks noGrp="1"/>
          </p:cNvSpPr>
          <p:nvPr/>
        </p:nvSpPr>
        <p:spPr>
          <a:xfrm>
            <a:off x="609600" y="6334125"/>
            <a:ext cx="10972800" cy="257175"/>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평가체계 마련과 성과 점검·공개를 권고하는 계획</a:t>
            </a:r>
          </a:p>
        </p:txBody>
      </p:sp>
    </p:spTree>
    <p:extLst>
      <p:ext uri="{BB962C8B-B14F-4D97-AF65-F5344CB8AC3E}">
        <p14:creationId xmlns:p14="http://schemas.microsoft.com/office/powerpoint/2010/main" val="655471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DFC"/>
        </a:solidFill>
        <a:effectLst/>
      </p:bgPr>
    </p:bg>
    <p:spTree>
      <p:nvGrpSpPr>
        <p:cNvPr id="1" name=""/>
        <p:cNvGrpSpPr/>
        <p:nvPr/>
      </p:nvGrpSpPr>
      <p:grpSpPr>
        <a:xfrm>
          <a:off x="0" y="0"/>
          <a:ext cx="0" cy="0"/>
          <a:chOff x="0" y="0"/>
          <a:chExt cx="0" cy="0"/>
        </a:xfrm>
      </p:grpSpPr>
      <p:sp>
        <p:nvSpPr>
          <p:cNvPr id="13" name="마무리">
            <a:extLst>
              <a:ext uri="{FF2B5EF4-FFF2-40B4-BE49-F238E27FC236}">
                <a16:creationId xmlns:a16="http://schemas.microsoft.com/office/drawing/2014/main" id="{73B5E4EE-9365-4430-88AC-F9574C07B5D5}"/>
              </a:ext>
            </a:extLst>
          </p:cNvPr>
          <p:cNvSpPr>
            <a:spLocks noGrp="1"/>
          </p:cNvSpPr>
          <p:nvPr/>
        </p:nvSpPr>
        <p:spPr>
          <a:xfrm>
            <a:off x="609600" y="457200"/>
            <a:ext cx="10382250" cy="609600"/>
          </a:xfrm>
          <a:prstGeom prst="rect">
            <a:avLst/>
          </a:prstGeom>
          <a:noFill/>
          <a:ln w="0">
            <a:noFill/>
          </a:ln>
        </p:spPr>
        <p:txBody>
          <a:bodyPr lIns="0" tIns="0" rIns="0" bIns="0" anchor="ctr">
            <a:noAutofit/>
          </a:bodyPr>
          <a:lstStyle>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마무리</a:t>
            </a:r>
          </a:p>
        </p:txBody>
      </p:sp>
      <p:sp>
        <p:nvSpPr>
          <p:cNvPr id="2" name="11">
            <a:extLst>
              <a:ext uri="{FF2B5EF4-FFF2-40B4-BE49-F238E27FC236}">
                <a16:creationId xmlns:a16="http://schemas.microsoft.com/office/drawing/2014/main" id="{9C3A48EE-C810-4120-AB29-86D497CCCCDC}"/>
              </a:ext>
            </a:extLst>
          </p:cNvPr>
          <p:cNvSpPr>
            <a:spLocks noGrp="1"/>
          </p:cNvSpPr>
          <p:nvPr/>
        </p:nvSpPr>
        <p:spPr>
          <a:xfrm>
            <a:off x="11049000" y="533400"/>
            <a:ext cx="533400" cy="304800"/>
          </a:xfrm>
          <a:prstGeom prst="rect">
            <a:avLst/>
          </a:prstGeom>
          <a:noFill/>
          <a:ln w="0">
            <a:noFill/>
          </a:ln>
        </p:spPr>
        <p:txBody>
          <a:bodyPr lIns="0" tIns="0" rIns="0" bIns="0" anchor="ctr">
            <a:noAutofit/>
          </a:bodyPr>
          <a:lstStyle>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11</a:t>
            </a:r>
          </a:p>
        </p:txBody>
      </p:sp>
      <p:sp>
        <p:nvSpPr>
          <p:cNvPr id="3" name="행정의 변화가 국민의 변화로">
            <a:extLst>
              <a:ext uri="{FF2B5EF4-FFF2-40B4-BE49-F238E27FC236}">
                <a16:creationId xmlns:a16="http://schemas.microsoft.com/office/drawing/2014/main" id="{C5963BD5-E89A-423D-9598-EF1C645BB2EA}"/>
              </a:ext>
            </a:extLst>
          </p:cNvPr>
          <p:cNvSpPr>
            <a:spLocks noGrp="1"/>
          </p:cNvSpPr>
          <p:nvPr/>
        </p:nvSpPr>
        <p:spPr>
          <a:xfrm>
            <a:off x="609600" y="2219325"/>
            <a:ext cx="6762750" cy="1609725"/>
          </a:xfrm>
          <a:prstGeom prst="rect">
            <a:avLst/>
          </a:prstGeom>
          <a:noFill/>
          <a:ln w="0">
            <a:noFill/>
          </a:ln>
        </p:spPr>
        <p:txBody>
          <a:bodyPr lIns="0" tIns="0" rIns="0" bIns="0" anchor="ctr">
            <a:noAutofit/>
          </a:bodyPr>
          <a:lstStyle>
            <a:defPPr algn="l">
              <a:defRPr sz="4650" b="1">
                <a:solidFill>
                  <a:srgbClr val="17262C"/>
                </a:solidFill>
                <a:latin typeface="Noto Sans KR"/>
                <a:ea typeface="Noto Sans KR"/>
                <a:cs typeface="Noto Sans KR"/>
              </a:defRPr>
            </a:defPPr>
            <a:lvl1pPr algn="l">
              <a:defRPr sz="4650" b="1">
                <a:solidFill>
                  <a:srgbClr val="17262C"/>
                </a:solidFill>
                <a:latin typeface="Noto Sans KR"/>
                <a:ea typeface="Noto Sans KR"/>
                <a:cs typeface="Noto Sans KR"/>
              </a:defRPr>
            </a:lvl1pPr>
            <a:lvl2pPr algn="l">
              <a:defRPr sz="4650" b="1">
                <a:solidFill>
                  <a:srgbClr val="17262C"/>
                </a:solidFill>
                <a:latin typeface="Noto Sans KR"/>
                <a:ea typeface="Noto Sans KR"/>
                <a:cs typeface="Noto Sans KR"/>
              </a:defRPr>
            </a:lvl2pPr>
            <a:lvl3pPr algn="l">
              <a:defRPr sz="4650" b="1">
                <a:solidFill>
                  <a:srgbClr val="17262C"/>
                </a:solidFill>
                <a:latin typeface="Noto Sans KR"/>
                <a:ea typeface="Noto Sans KR"/>
                <a:cs typeface="Noto Sans KR"/>
              </a:defRPr>
            </a:lvl3pPr>
            <a:lvl4pPr algn="l">
              <a:defRPr sz="4650" b="1">
                <a:solidFill>
                  <a:srgbClr val="17262C"/>
                </a:solidFill>
                <a:latin typeface="Noto Sans KR"/>
                <a:ea typeface="Noto Sans KR"/>
                <a:cs typeface="Noto Sans KR"/>
              </a:defRPr>
            </a:lvl4pPr>
            <a:lvl5pPr algn="l">
              <a:defRPr sz="4650" b="1">
                <a:solidFill>
                  <a:srgbClr val="17262C"/>
                </a:solidFill>
                <a:latin typeface="Noto Sans KR"/>
                <a:ea typeface="Noto Sans KR"/>
                <a:cs typeface="Noto Sans KR"/>
              </a:defRPr>
            </a:lvl5pPr>
            <a:lvl6pPr algn="l">
              <a:defRPr sz="4650" b="1">
                <a:solidFill>
                  <a:srgbClr val="17262C"/>
                </a:solidFill>
                <a:latin typeface="Noto Sans KR"/>
                <a:ea typeface="Noto Sans KR"/>
                <a:cs typeface="Noto Sans KR"/>
              </a:defRPr>
            </a:lvl6pPr>
            <a:lvl7pPr algn="l">
              <a:defRPr sz="4650" b="1">
                <a:solidFill>
                  <a:srgbClr val="17262C"/>
                </a:solidFill>
                <a:latin typeface="Noto Sans KR"/>
                <a:ea typeface="Noto Sans KR"/>
                <a:cs typeface="Noto Sans KR"/>
              </a:defRPr>
            </a:lvl7pPr>
            <a:lvl8pPr algn="l">
              <a:defRPr sz="4650" b="1">
                <a:solidFill>
                  <a:srgbClr val="17262C"/>
                </a:solidFill>
                <a:latin typeface="Noto Sans KR"/>
                <a:ea typeface="Noto Sans KR"/>
                <a:cs typeface="Noto Sans KR"/>
              </a:defRPr>
            </a:lvl8pPr>
            <a:lvl9pPr algn="l">
              <a:defRPr sz="4650" b="1">
                <a:solidFill>
                  <a:srgbClr val="17262C"/>
                </a:solidFill>
                <a:latin typeface="Noto Sans KR"/>
                <a:ea typeface="Noto Sans KR"/>
                <a:cs typeface="Noto Sans KR"/>
              </a:defRPr>
            </a:lvl9pPr>
          </a:lstStyle>
          <a:p>
            <a:pPr algn="l">
              <a:defRPr sz="4650" b="1">
                <a:solidFill>
                  <a:srgbClr val="17262C"/>
                </a:solidFill>
                <a:latin typeface="Noto Sans KR"/>
                <a:ea typeface="Noto Sans KR"/>
                <a:cs typeface="Noto Sans KR"/>
              </a:defRPr>
            </a:pPr>
            <a:r>
              <a:rPr sz="4650" b="1">
                <a:solidFill>
                  <a:srgbClr val="17262C"/>
                </a:solidFill>
                <a:latin typeface="Noto Sans KR"/>
                <a:ea typeface="Noto Sans KR"/>
                <a:cs typeface="Noto Sans KR"/>
              </a:rPr>
              <a:t>행정의 변화가</a:t>
            </a:r>
          </a:p>
          <a:p>
            <a:pPr algn="l">
              <a:defRPr sz="4650" b="1">
                <a:solidFill>
                  <a:srgbClr val="17262C"/>
                </a:solidFill>
                <a:latin typeface="Noto Sans KR"/>
                <a:ea typeface="Noto Sans KR"/>
                <a:cs typeface="Noto Sans KR"/>
              </a:defRPr>
            </a:pPr>
            <a:r>
              <a:rPr sz="4650" b="1">
                <a:solidFill>
                  <a:srgbClr val="17262C"/>
                </a:solidFill>
                <a:latin typeface="Noto Sans KR"/>
                <a:ea typeface="Noto Sans KR"/>
                <a:cs typeface="Noto Sans KR"/>
              </a:rPr>
              <a:t>국민의 변화로</a:t>
            </a:r>
          </a:p>
        </p:txBody>
      </p:sp>
      <p:sp>
        <p:nvSpPr>
          <p:cNvPr id="4" name="일하는 방식">
            <a:extLst>
              <a:ext uri="{FF2B5EF4-FFF2-40B4-BE49-F238E27FC236}">
                <a16:creationId xmlns:a16="http://schemas.microsoft.com/office/drawing/2014/main" id="{7E19BCDF-DC87-4445-8F29-1A7DA5D9FAED}"/>
              </a:ext>
            </a:extLst>
          </p:cNvPr>
          <p:cNvSpPr>
            <a:spLocks noGrp="1"/>
          </p:cNvSpPr>
          <p:nvPr/>
        </p:nvSpPr>
        <p:spPr>
          <a:xfrm>
            <a:off x="7753350" y="2143125"/>
            <a:ext cx="382905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일하는 방식</a:t>
            </a:r>
          </a:p>
        </p:txBody>
      </p:sp>
      <p:sp>
        <p:nvSpPr>
          <p:cNvPr id="5" name="AI와 협업하는 행정">
            <a:extLst>
              <a:ext uri="{FF2B5EF4-FFF2-40B4-BE49-F238E27FC236}">
                <a16:creationId xmlns:a16="http://schemas.microsoft.com/office/drawing/2014/main" id="{ADF8884A-B296-457A-9D7D-0DB75D221470}"/>
              </a:ext>
            </a:extLst>
          </p:cNvPr>
          <p:cNvSpPr>
            <a:spLocks noGrp="1"/>
          </p:cNvSpPr>
          <p:nvPr/>
        </p:nvSpPr>
        <p:spPr>
          <a:xfrm>
            <a:off x="7753350" y="2571750"/>
            <a:ext cx="3829050" cy="647700"/>
          </a:xfrm>
          <a:prstGeom prst="rect">
            <a:avLst/>
          </a:prstGeom>
          <a:noFill/>
          <a:ln w="0">
            <a:noFill/>
          </a:ln>
        </p:spPr>
        <p:txBody>
          <a:bodyPr lIns="0" tIns="0" rIns="0" bIns="0" anchor="ctr">
            <a:noAutofit/>
          </a:bodyPr>
          <a:lstStyle>
            <a:defPPr algn="l">
              <a:defRPr sz="2025" b="1">
                <a:solidFill>
                  <a:srgbClr val="17262C"/>
                </a:solidFill>
                <a:latin typeface="Noto Sans KR"/>
                <a:ea typeface="Noto Sans KR"/>
                <a:cs typeface="Noto Sans KR"/>
              </a:defRPr>
            </a:defPPr>
            <a:lvl1pPr algn="l">
              <a:defRPr sz="2025" b="1">
                <a:solidFill>
                  <a:srgbClr val="17262C"/>
                </a:solidFill>
                <a:latin typeface="Noto Sans KR"/>
                <a:ea typeface="Noto Sans KR"/>
                <a:cs typeface="Noto Sans KR"/>
              </a:defRPr>
            </a:lvl1pPr>
            <a:lvl2pPr algn="l">
              <a:defRPr sz="2025" b="1">
                <a:solidFill>
                  <a:srgbClr val="17262C"/>
                </a:solidFill>
                <a:latin typeface="Noto Sans KR"/>
                <a:ea typeface="Noto Sans KR"/>
                <a:cs typeface="Noto Sans KR"/>
              </a:defRPr>
            </a:lvl2pPr>
            <a:lvl3pPr algn="l">
              <a:defRPr sz="2025" b="1">
                <a:solidFill>
                  <a:srgbClr val="17262C"/>
                </a:solidFill>
                <a:latin typeface="Noto Sans KR"/>
                <a:ea typeface="Noto Sans KR"/>
                <a:cs typeface="Noto Sans KR"/>
              </a:defRPr>
            </a:lvl3pPr>
            <a:lvl4pPr algn="l">
              <a:defRPr sz="2025" b="1">
                <a:solidFill>
                  <a:srgbClr val="17262C"/>
                </a:solidFill>
                <a:latin typeface="Noto Sans KR"/>
                <a:ea typeface="Noto Sans KR"/>
                <a:cs typeface="Noto Sans KR"/>
              </a:defRPr>
            </a:lvl4pPr>
            <a:lvl5pPr algn="l">
              <a:defRPr sz="2025" b="1">
                <a:solidFill>
                  <a:srgbClr val="17262C"/>
                </a:solidFill>
                <a:latin typeface="Noto Sans KR"/>
                <a:ea typeface="Noto Sans KR"/>
                <a:cs typeface="Noto Sans KR"/>
              </a:defRPr>
            </a:lvl5pPr>
            <a:lvl6pPr algn="l">
              <a:defRPr sz="2025" b="1">
                <a:solidFill>
                  <a:srgbClr val="17262C"/>
                </a:solidFill>
                <a:latin typeface="Noto Sans KR"/>
                <a:ea typeface="Noto Sans KR"/>
                <a:cs typeface="Noto Sans KR"/>
              </a:defRPr>
            </a:lvl6pPr>
            <a:lvl7pPr algn="l">
              <a:defRPr sz="2025" b="1">
                <a:solidFill>
                  <a:srgbClr val="17262C"/>
                </a:solidFill>
                <a:latin typeface="Noto Sans KR"/>
                <a:ea typeface="Noto Sans KR"/>
                <a:cs typeface="Noto Sans KR"/>
              </a:defRPr>
            </a:lvl7pPr>
            <a:lvl8pPr algn="l">
              <a:defRPr sz="2025" b="1">
                <a:solidFill>
                  <a:srgbClr val="17262C"/>
                </a:solidFill>
                <a:latin typeface="Noto Sans KR"/>
                <a:ea typeface="Noto Sans KR"/>
                <a:cs typeface="Noto Sans KR"/>
              </a:defRPr>
            </a:lvl8pPr>
            <a:lvl9pPr algn="l">
              <a:defRPr sz="2025" b="1">
                <a:solidFill>
                  <a:srgbClr val="17262C"/>
                </a:solidFill>
                <a:latin typeface="Noto Sans KR"/>
                <a:ea typeface="Noto Sans KR"/>
                <a:cs typeface="Noto Sans KR"/>
              </a:defRPr>
            </a:lvl9pPr>
          </a:lstStyle>
          <a:p>
            <a:pPr algn="l">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AI와 협업하는 행정</a:t>
            </a:r>
          </a:p>
        </p:txBody>
      </p:sp>
      <p:sp>
        <p:nvSpPr>
          <p:cNvPr id="6" name="직선 연결선 5">
            <a:extLst>
              <a:ext uri="{FF2B5EF4-FFF2-40B4-BE49-F238E27FC236}">
                <a16:creationId xmlns:a16="http://schemas.microsoft.com/office/drawing/2014/main" id="{D8985E13-BD88-494D-B26E-E9CB966ADD1E}"/>
              </a:ext>
            </a:extLst>
          </p:cNvPr>
          <p:cNvSpPr>
            <a:spLocks noGrp="1"/>
          </p:cNvSpPr>
          <p:nvPr/>
        </p:nvSpPr>
        <p:spPr>
          <a:xfrm>
            <a:off x="7753350" y="3209925"/>
            <a:ext cx="3829050" cy="0"/>
          </a:xfrm>
          <a:prstGeom prst="line">
            <a:avLst/>
          </a:prstGeom>
          <a:noFill/>
          <a:ln w="9525">
            <a:solidFill>
              <a:srgbClr val="B3C3C1"/>
            </a:solidFill>
          </a:ln>
        </p:spPr>
      </p:sp>
      <p:sp>
        <p:nvSpPr>
          <p:cNvPr id="7" name="국민의 경험">
            <a:extLst>
              <a:ext uri="{FF2B5EF4-FFF2-40B4-BE49-F238E27FC236}">
                <a16:creationId xmlns:a16="http://schemas.microsoft.com/office/drawing/2014/main" id="{61C080C0-7B26-4516-88C5-1064DCD9E0A9}"/>
              </a:ext>
            </a:extLst>
          </p:cNvPr>
          <p:cNvSpPr>
            <a:spLocks noGrp="1"/>
          </p:cNvSpPr>
          <p:nvPr/>
        </p:nvSpPr>
        <p:spPr>
          <a:xfrm>
            <a:off x="7753350" y="3409950"/>
            <a:ext cx="382905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국민의 경험</a:t>
            </a:r>
          </a:p>
        </p:txBody>
      </p:sp>
      <p:sp>
        <p:nvSpPr>
          <p:cNvPr id="8" name="연결되고 접근하기 쉬운 서비스">
            <a:extLst>
              <a:ext uri="{FF2B5EF4-FFF2-40B4-BE49-F238E27FC236}">
                <a16:creationId xmlns:a16="http://schemas.microsoft.com/office/drawing/2014/main" id="{F32DFC35-E431-4D2D-B251-C812BB409F56}"/>
              </a:ext>
            </a:extLst>
          </p:cNvPr>
          <p:cNvSpPr>
            <a:spLocks noGrp="1"/>
          </p:cNvSpPr>
          <p:nvPr/>
        </p:nvSpPr>
        <p:spPr>
          <a:xfrm>
            <a:off x="7753350" y="3838575"/>
            <a:ext cx="3829050" cy="647700"/>
          </a:xfrm>
          <a:prstGeom prst="rect">
            <a:avLst/>
          </a:prstGeom>
          <a:noFill/>
          <a:ln w="0">
            <a:noFill/>
          </a:ln>
        </p:spPr>
        <p:txBody>
          <a:bodyPr lIns="0" tIns="0" rIns="0" bIns="0" anchor="ctr">
            <a:noAutofit/>
          </a:bodyPr>
          <a:lstStyle>
            <a:defPPr algn="l">
              <a:defRPr sz="2025" b="1">
                <a:solidFill>
                  <a:srgbClr val="17262C"/>
                </a:solidFill>
                <a:latin typeface="Noto Sans KR"/>
                <a:ea typeface="Noto Sans KR"/>
                <a:cs typeface="Noto Sans KR"/>
              </a:defRPr>
            </a:defPPr>
            <a:lvl1pPr algn="l">
              <a:defRPr sz="2025" b="1">
                <a:solidFill>
                  <a:srgbClr val="17262C"/>
                </a:solidFill>
                <a:latin typeface="Noto Sans KR"/>
                <a:ea typeface="Noto Sans KR"/>
                <a:cs typeface="Noto Sans KR"/>
              </a:defRPr>
            </a:lvl1pPr>
            <a:lvl2pPr algn="l">
              <a:defRPr sz="2025" b="1">
                <a:solidFill>
                  <a:srgbClr val="17262C"/>
                </a:solidFill>
                <a:latin typeface="Noto Sans KR"/>
                <a:ea typeface="Noto Sans KR"/>
                <a:cs typeface="Noto Sans KR"/>
              </a:defRPr>
            </a:lvl2pPr>
            <a:lvl3pPr algn="l">
              <a:defRPr sz="2025" b="1">
                <a:solidFill>
                  <a:srgbClr val="17262C"/>
                </a:solidFill>
                <a:latin typeface="Noto Sans KR"/>
                <a:ea typeface="Noto Sans KR"/>
                <a:cs typeface="Noto Sans KR"/>
              </a:defRPr>
            </a:lvl3pPr>
            <a:lvl4pPr algn="l">
              <a:defRPr sz="2025" b="1">
                <a:solidFill>
                  <a:srgbClr val="17262C"/>
                </a:solidFill>
                <a:latin typeface="Noto Sans KR"/>
                <a:ea typeface="Noto Sans KR"/>
                <a:cs typeface="Noto Sans KR"/>
              </a:defRPr>
            </a:lvl4pPr>
            <a:lvl5pPr algn="l">
              <a:defRPr sz="2025" b="1">
                <a:solidFill>
                  <a:srgbClr val="17262C"/>
                </a:solidFill>
                <a:latin typeface="Noto Sans KR"/>
                <a:ea typeface="Noto Sans KR"/>
                <a:cs typeface="Noto Sans KR"/>
              </a:defRPr>
            </a:lvl5pPr>
            <a:lvl6pPr algn="l">
              <a:defRPr sz="2025" b="1">
                <a:solidFill>
                  <a:srgbClr val="17262C"/>
                </a:solidFill>
                <a:latin typeface="Noto Sans KR"/>
                <a:ea typeface="Noto Sans KR"/>
                <a:cs typeface="Noto Sans KR"/>
              </a:defRPr>
            </a:lvl6pPr>
            <a:lvl7pPr algn="l">
              <a:defRPr sz="2025" b="1">
                <a:solidFill>
                  <a:srgbClr val="17262C"/>
                </a:solidFill>
                <a:latin typeface="Noto Sans KR"/>
                <a:ea typeface="Noto Sans KR"/>
                <a:cs typeface="Noto Sans KR"/>
              </a:defRPr>
            </a:lvl7pPr>
            <a:lvl8pPr algn="l">
              <a:defRPr sz="2025" b="1">
                <a:solidFill>
                  <a:srgbClr val="17262C"/>
                </a:solidFill>
                <a:latin typeface="Noto Sans KR"/>
                <a:ea typeface="Noto Sans KR"/>
                <a:cs typeface="Noto Sans KR"/>
              </a:defRPr>
            </a:lvl8pPr>
            <a:lvl9pPr algn="l">
              <a:defRPr sz="2025" b="1">
                <a:solidFill>
                  <a:srgbClr val="17262C"/>
                </a:solidFill>
                <a:latin typeface="Noto Sans KR"/>
                <a:ea typeface="Noto Sans KR"/>
                <a:cs typeface="Noto Sans KR"/>
              </a:defRPr>
            </a:lvl9pPr>
          </a:lstStyle>
          <a:p>
            <a:pPr algn="l">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연결되고 접근하기 쉬운 서비스</a:t>
            </a:r>
          </a:p>
        </p:txBody>
      </p:sp>
      <p:sp>
        <p:nvSpPr>
          <p:cNvPr id="9" name="직선 연결선 8">
            <a:extLst>
              <a:ext uri="{FF2B5EF4-FFF2-40B4-BE49-F238E27FC236}">
                <a16:creationId xmlns:a16="http://schemas.microsoft.com/office/drawing/2014/main" id="{26204537-EB54-4A41-9F2E-437085857F41}"/>
              </a:ext>
            </a:extLst>
          </p:cNvPr>
          <p:cNvSpPr>
            <a:spLocks noGrp="1"/>
          </p:cNvSpPr>
          <p:nvPr/>
        </p:nvSpPr>
        <p:spPr>
          <a:xfrm>
            <a:off x="7753350" y="4476750"/>
            <a:ext cx="3829050" cy="0"/>
          </a:xfrm>
          <a:prstGeom prst="line">
            <a:avLst/>
          </a:prstGeom>
          <a:noFill/>
          <a:ln w="9525">
            <a:solidFill>
              <a:srgbClr val="B3C3C1"/>
            </a:solidFill>
          </a:ln>
        </p:spPr>
      </p:sp>
      <p:sp>
        <p:nvSpPr>
          <p:cNvPr id="10" name="실행의 조건">
            <a:extLst>
              <a:ext uri="{FF2B5EF4-FFF2-40B4-BE49-F238E27FC236}">
                <a16:creationId xmlns:a16="http://schemas.microsoft.com/office/drawing/2014/main" id="{FEF6F61F-5FAD-484D-A347-777991518896}"/>
              </a:ext>
            </a:extLst>
          </p:cNvPr>
          <p:cNvSpPr>
            <a:spLocks noGrp="1"/>
          </p:cNvSpPr>
          <p:nvPr/>
        </p:nvSpPr>
        <p:spPr>
          <a:xfrm>
            <a:off x="7753350" y="4676775"/>
            <a:ext cx="3829050" cy="285750"/>
          </a:xfrm>
          <a:prstGeom prst="rect">
            <a:avLst/>
          </a:prstGeom>
          <a:noFill/>
          <a:ln w="0">
            <a:noFill/>
          </a:ln>
        </p:spPr>
        <p:txBody>
          <a:bodyPr lIns="0" tIns="0" rIns="0" bIns="0" anchor="ctr">
            <a:noAutofit/>
          </a:bodyPr>
          <a:lstStyle>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실행의 조건</a:t>
            </a:r>
          </a:p>
        </p:txBody>
      </p:sp>
      <p:sp>
        <p:nvSpPr>
          <p:cNvPr id="11" name="데이터·신뢰·추진체계·평가">
            <a:extLst>
              <a:ext uri="{FF2B5EF4-FFF2-40B4-BE49-F238E27FC236}">
                <a16:creationId xmlns:a16="http://schemas.microsoft.com/office/drawing/2014/main" id="{D4A37BC7-F5C2-4DA1-BE6C-DAEAE4ECB215}"/>
              </a:ext>
            </a:extLst>
          </p:cNvPr>
          <p:cNvSpPr>
            <a:spLocks noGrp="1"/>
          </p:cNvSpPr>
          <p:nvPr/>
        </p:nvSpPr>
        <p:spPr>
          <a:xfrm>
            <a:off x="7753350" y="5105400"/>
            <a:ext cx="3829050" cy="647700"/>
          </a:xfrm>
          <a:prstGeom prst="rect">
            <a:avLst/>
          </a:prstGeom>
          <a:noFill/>
          <a:ln w="0">
            <a:noFill/>
          </a:ln>
        </p:spPr>
        <p:txBody>
          <a:bodyPr lIns="0" tIns="0" rIns="0" bIns="0" anchor="ctr">
            <a:noAutofit/>
          </a:bodyPr>
          <a:lstStyle>
            <a:defPPr algn="l">
              <a:defRPr sz="2025" b="1">
                <a:solidFill>
                  <a:srgbClr val="17262C"/>
                </a:solidFill>
                <a:latin typeface="Noto Sans KR"/>
                <a:ea typeface="Noto Sans KR"/>
                <a:cs typeface="Noto Sans KR"/>
              </a:defRPr>
            </a:defPPr>
            <a:lvl1pPr algn="l">
              <a:defRPr sz="2025" b="1">
                <a:solidFill>
                  <a:srgbClr val="17262C"/>
                </a:solidFill>
                <a:latin typeface="Noto Sans KR"/>
                <a:ea typeface="Noto Sans KR"/>
                <a:cs typeface="Noto Sans KR"/>
              </a:defRPr>
            </a:lvl1pPr>
            <a:lvl2pPr algn="l">
              <a:defRPr sz="2025" b="1">
                <a:solidFill>
                  <a:srgbClr val="17262C"/>
                </a:solidFill>
                <a:latin typeface="Noto Sans KR"/>
                <a:ea typeface="Noto Sans KR"/>
                <a:cs typeface="Noto Sans KR"/>
              </a:defRPr>
            </a:lvl2pPr>
            <a:lvl3pPr algn="l">
              <a:defRPr sz="2025" b="1">
                <a:solidFill>
                  <a:srgbClr val="17262C"/>
                </a:solidFill>
                <a:latin typeface="Noto Sans KR"/>
                <a:ea typeface="Noto Sans KR"/>
                <a:cs typeface="Noto Sans KR"/>
              </a:defRPr>
            </a:lvl3pPr>
            <a:lvl4pPr algn="l">
              <a:defRPr sz="2025" b="1">
                <a:solidFill>
                  <a:srgbClr val="17262C"/>
                </a:solidFill>
                <a:latin typeface="Noto Sans KR"/>
                <a:ea typeface="Noto Sans KR"/>
                <a:cs typeface="Noto Sans KR"/>
              </a:defRPr>
            </a:lvl4pPr>
            <a:lvl5pPr algn="l">
              <a:defRPr sz="2025" b="1">
                <a:solidFill>
                  <a:srgbClr val="17262C"/>
                </a:solidFill>
                <a:latin typeface="Noto Sans KR"/>
                <a:ea typeface="Noto Sans KR"/>
                <a:cs typeface="Noto Sans KR"/>
              </a:defRPr>
            </a:lvl5pPr>
            <a:lvl6pPr algn="l">
              <a:defRPr sz="2025" b="1">
                <a:solidFill>
                  <a:srgbClr val="17262C"/>
                </a:solidFill>
                <a:latin typeface="Noto Sans KR"/>
                <a:ea typeface="Noto Sans KR"/>
                <a:cs typeface="Noto Sans KR"/>
              </a:defRPr>
            </a:lvl6pPr>
            <a:lvl7pPr algn="l">
              <a:defRPr sz="2025" b="1">
                <a:solidFill>
                  <a:srgbClr val="17262C"/>
                </a:solidFill>
                <a:latin typeface="Noto Sans KR"/>
                <a:ea typeface="Noto Sans KR"/>
                <a:cs typeface="Noto Sans KR"/>
              </a:defRPr>
            </a:lvl7pPr>
            <a:lvl8pPr algn="l">
              <a:defRPr sz="2025" b="1">
                <a:solidFill>
                  <a:srgbClr val="17262C"/>
                </a:solidFill>
                <a:latin typeface="Noto Sans KR"/>
                <a:ea typeface="Noto Sans KR"/>
                <a:cs typeface="Noto Sans KR"/>
              </a:defRPr>
            </a:lvl8pPr>
            <a:lvl9pPr algn="l">
              <a:defRPr sz="2025" b="1">
                <a:solidFill>
                  <a:srgbClr val="17262C"/>
                </a:solidFill>
                <a:latin typeface="Noto Sans KR"/>
                <a:ea typeface="Noto Sans KR"/>
                <a:cs typeface="Noto Sans KR"/>
              </a:defRPr>
            </a:lvl9pPr>
          </a:lstStyle>
          <a:p>
            <a:pPr algn="l">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데이터·신뢰·추진체계·평가</a:t>
            </a:r>
          </a:p>
        </p:txBody>
      </p:sp>
      <p:sp>
        <p:nvSpPr>
          <p:cNvPr id="12" name="공공AX의 목표는 국민 삶의 질과 행정의 효율·신뢰">
            <a:extLst>
              <a:ext uri="{FF2B5EF4-FFF2-40B4-BE49-F238E27FC236}">
                <a16:creationId xmlns:a16="http://schemas.microsoft.com/office/drawing/2014/main" id="{CACAAA67-AAA5-436A-800C-E35EC33D2EA2}"/>
              </a:ext>
            </a:extLst>
          </p:cNvPr>
          <p:cNvSpPr>
            <a:spLocks noGrp="1"/>
          </p:cNvSpPr>
          <p:nvPr/>
        </p:nvSpPr>
        <p:spPr>
          <a:xfrm>
            <a:off x="609600" y="6334125"/>
            <a:ext cx="10972800" cy="257175"/>
          </a:xfrm>
          <a:prstGeom prst="rect">
            <a:avLst/>
          </a:prstGeom>
          <a:noFill/>
          <a:ln w="0">
            <a:noFill/>
          </a:ln>
        </p:spPr>
        <p:txBody>
          <a:bodyPr lIns="0" tIns="0" rIns="0" bIns="0" anchor="ctr">
            <a:noAutofit/>
          </a:bodyPr>
          <a:lstStyle>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공공AX의 목표는 국민 삶의 질과 행정의 효율·신뢰</a:t>
            </a:r>
          </a:p>
        </p:txBody>
      </p:sp>
    </p:spTree>
    <p:extLst>
      <p:ext uri="{BB962C8B-B14F-4D97-AF65-F5344CB8AC3E}">
        <p14:creationId xmlns:p14="http://schemas.microsoft.com/office/powerpoint/2010/main" val="3072733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1934</Words>
  <Application>Microsoft Office PowerPoint</Application>
  <DocSecurity>0</DocSecurity>
  <PresentationFormat>와이드스크린</PresentationFormat>
  <Paragraphs>245</Paragraphs>
  <Slides>11</Slides>
  <Notes>11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11</vt:i4>
      </vt:variant>
    </vt:vector>
  </HeadingPairs>
  <TitlesOfParts>
    <vt:vector size="14" baseType="lpstr">
      <vt:lpstr>Noto Sans KR</vt: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동현 김</cp:lastModifiedBy>
  <cp:revision>1</cp:revision>
  <dcterms:created xsi:type="dcterms:W3CDTF">2026-10-22T14:33:02Z</dcterms:created>
  <dcterms:modified xsi:type="dcterms:W3CDTF">2026-10-22T15:31:46Z</dcterms:modified>
</cp:coreProperties>
</file>