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9aaa55c9574d7d" /><Relationship Type="http://schemas.openxmlformats.org/officeDocument/2006/relationships/extended-properties" Target="/docProps/app.xml" Id="Rfa83f1fb1a10475e" /><Relationship Type="http://schemas.openxmlformats.org/officeDocument/2006/relationships/officeDocument" Target="/ppt/presentation.xml" Id="R1a95f36225e848a5" /></Relationships>
</file>

<file path=ppt/presentation.xml><?xml version="1.0" encoding="utf-8"?>
<p:presentation xmlns:p="http://schemas.openxmlformats.org/presentationml/2006/main">
  <p:sldMasterIdLst>
    <p:sldMasterId xmlns:r="http://schemas.openxmlformats.org/officeDocument/2006/relationships" id="2147483648" r:id="Rd4dd437366de4c11"/>
  </p:sldMasterIdLst>
  <p:notesMasterIdLst>
    <p:notesMasterId xmlns:r="http://schemas.openxmlformats.org/officeDocument/2006/relationships" r:id="Raac28bbd395d44b9"/>
  </p:notesMasterIdLst>
  <p:sldIdLst>
    <p:sldId xmlns:r="http://schemas.openxmlformats.org/officeDocument/2006/relationships" id="256" r:id="Ra88ce5e601c14420"/>
    <p:sldId xmlns:r="http://schemas.openxmlformats.org/officeDocument/2006/relationships" id="257" r:id="R0a7db6722f814887"/>
    <p:sldId xmlns:r="http://schemas.openxmlformats.org/officeDocument/2006/relationships" id="258" r:id="R616696fe151b4027"/>
    <p:sldId xmlns:r="http://schemas.openxmlformats.org/officeDocument/2006/relationships" id="259" r:id="R8b4da837fe604525"/>
    <p:sldId xmlns:r="http://schemas.openxmlformats.org/officeDocument/2006/relationships" id="260" r:id="R657a2e7205584351"/>
    <p:sldId xmlns:r="http://schemas.openxmlformats.org/officeDocument/2006/relationships" id="261" r:id="Rd1bdd2166b644fe7"/>
    <p:sldId xmlns:r="http://schemas.openxmlformats.org/officeDocument/2006/relationships" id="262" r:id="R7747cbe2412d48f4"/>
    <p:sldId xmlns:r="http://schemas.openxmlformats.org/officeDocument/2006/relationships" id="263" r:id="R1eecdff5dadd48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d51f3624a240c2" /><Relationship Type="http://schemas.openxmlformats.org/officeDocument/2006/relationships/slideMaster" Target="/ppt/slideMasters/slideMaster1.xml" Id="Rd4dd437366de4c11" /><Relationship Type="http://schemas.openxmlformats.org/officeDocument/2006/relationships/notesMaster" Target="/ppt/notesMasters/notesMaster1.xml" Id="Raac28bbd395d44b9" /><Relationship Type="http://schemas.openxmlformats.org/officeDocument/2006/relationships/presProps" Target="/ppt/presProps.xml" Id="Ra2b032deed074c09" /><Relationship Type="http://schemas.openxmlformats.org/officeDocument/2006/relationships/tableStyles" Target="/ppt/tableStyles.xml" Id="Rc828246214804a7d" /><Relationship Type="http://schemas.openxmlformats.org/officeDocument/2006/relationships/slide" Target="/ppt/slides/slide1.xml" Id="Ra88ce5e601c14420" /><Relationship Type="http://schemas.openxmlformats.org/officeDocument/2006/relationships/slide" Target="/ppt/slides/slide2.xml" Id="R0a7db6722f814887" /><Relationship Type="http://schemas.openxmlformats.org/officeDocument/2006/relationships/slide" Target="/ppt/slides/slide3.xml" Id="R616696fe151b4027" /><Relationship Type="http://schemas.openxmlformats.org/officeDocument/2006/relationships/slide" Target="/ppt/slides/slide4.xml" Id="R8b4da837fe604525" /><Relationship Type="http://schemas.openxmlformats.org/officeDocument/2006/relationships/slide" Target="/ppt/slides/slide5.xml" Id="R657a2e7205584351" /><Relationship Type="http://schemas.openxmlformats.org/officeDocument/2006/relationships/slide" Target="/ppt/slides/slide6.xml" Id="Rd1bdd2166b644fe7" /><Relationship Type="http://schemas.openxmlformats.org/officeDocument/2006/relationships/slide" Target="/ppt/slides/slide7.xml" Id="R7747cbe2412d48f4" /><Relationship Type="http://schemas.openxmlformats.org/officeDocument/2006/relationships/slide" Target="/ppt/slides/slide8.xml" Id="R1eecdff5dadd48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19ba838a7646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a6a4d9e5ee4a00" /><Relationship Type="http://schemas.openxmlformats.org/officeDocument/2006/relationships/notesMaster" Target="/ppt/notesMasters/notesMaster1.xml" Id="R64f2a6e4446b4e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e87c13c758423b" /><Relationship Type="http://schemas.openxmlformats.org/officeDocument/2006/relationships/notesMaster" Target="/ppt/notesMasters/notesMaster1.xml" Id="R007d72e19afb46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7dc16cc75749e6" /><Relationship Type="http://schemas.openxmlformats.org/officeDocument/2006/relationships/notesMaster" Target="/ppt/notesMasters/notesMaster1.xml" Id="R7774d687ee7a4a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15447c34d34fbb" /><Relationship Type="http://schemas.openxmlformats.org/officeDocument/2006/relationships/notesMaster" Target="/ppt/notesMasters/notesMaster1.xml" Id="R6170420ac20947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2e2a32cf764a17" /><Relationship Type="http://schemas.openxmlformats.org/officeDocument/2006/relationships/notesMaster" Target="/ppt/notesMasters/notesMaster1.xml" Id="R8227af11c61e49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a9452a5ac04d07" /><Relationship Type="http://schemas.openxmlformats.org/officeDocument/2006/relationships/notesMaster" Target="/ppt/notesMasters/notesMaster1.xml" Id="R9e3627c639234d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9b04024f4e4e5c" /><Relationship Type="http://schemas.openxmlformats.org/officeDocument/2006/relationships/notesMaster" Target="/ppt/notesMasters/notesMaster1.xml" Id="Rc9708d43d2db46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2c07e6b57f4f3d" /><Relationship Type="http://schemas.openxmlformats.org/officeDocument/2006/relationships/notesMaster" Target="/ppt/notesMasters/notesMaster1.xml" Id="Rc6341b7e719b49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25초</a:t>
            </a:r>
          </a:p>
          <a:p xmlns:a="http://schemas.openxmlformats.org/drawingml/2006/main">
            <a:r>
              <a:t/>
            </a:r>
          </a:p>
          <a:p xmlns:a="http://schemas.openxmlformats.org/drawingml/2006/main">
            <a:r>
              <a:t>안녕하세요. 김동현입니다. 오늘은 ‘Attention Is All You Need’라는 논문을 한 문장으로 풀어보겠습니다. 이 논문이 제안한 Transformer는 문장의 말들이 서로 어떤 관계인지 계산해 문맥을 만드는 모델입니다. ‘나는 사과를 먹었다’라는 문장을 계속 예로 들면서, 다른 말을 참고하고 그 정보를 섞는 과정부터 차근차근 살펴보겠습니다.</a:t>
            </a:r>
          </a:p>
          <a:p xmlns:a="http://schemas.openxmlformats.org/drawingml/2006/main">
            <a:r>
              <a:t/>
            </a:r>
          </a:p>
          <a:p xmlns:a="http://schemas.openxmlformats.org/drawingml/2006/main">
            <a:r>
              <a:t>출처: Vaswani et al. (2017), Attention Is All You Need, https://arxiv.org/pdf/1706.03762 — 초록·§1.</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40초</a:t>
            </a:r>
          </a:p>
          <a:p xmlns:a="http://schemas.openxmlformats.org/drawingml/2006/main">
            <a:r>
              <a:t/>
            </a:r>
          </a:p>
          <a:p xmlns:a="http://schemas.openxmlformats.org/drawingml/2006/main">
            <a:r>
              <a:t>‘먹었다’라는 말만 보면 누가 무엇을 먹었는지 알 수 없습니다. ‘나는’과 ‘사과를’도 함께 봐야 문장 전체의 뜻이 드러납니다. Attention도 현재 위치의 말을 다른 위치의 정보와 연결합니다. 예를 들어 ‘먹었다’를 표현할 때 앞의 두 말뿐 아니라 자기 자신의 정보도 함께 참고할 수 있습니다. 여기서 중요한 것은 문장에서 단어 하나를 골라내고 끝나는 방식이 아니라는 점입니다. 여러 말의 정보를 서로 다른 비율로 섞어, 주변 문맥이 반영된 새로운 표현을 만듭니다. 화면에서는 이해를 돕기 위해 세 어절을 각각 하나의 토큰처럼 다루겠습니다.</a:t>
            </a:r>
          </a:p>
          <a:p xmlns:a="http://schemas.openxmlformats.org/drawingml/2006/main">
            <a:r>
              <a:t/>
            </a:r>
          </a:p>
          <a:p xmlns:a="http://schemas.openxmlformats.org/drawingml/2006/main">
            <a:r>
              <a:t>출처: Vaswani et al. (2017), Attention Is All You Need, https://arxiv.org/pdf/1706.03762 — §3.2. 문장은 발표자가 만든 설명용 예이며 어절을 토큰으로 단순화.</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45초</a:t>
            </a:r>
          </a:p>
          <a:p xmlns:a="http://schemas.openxmlformats.org/drawingml/2006/main">
            <a:r>
              <a:t/>
            </a:r>
          </a:p>
          <a:p xmlns:a="http://schemas.openxmlformats.org/drawingml/2006/main">
            <a:r>
              <a:t>이제 참고하는 비율을 생각해보겠습니다. ‘먹었다’ 위치에서 ‘나는’의 정보를 20퍼센트, ‘사과를’을 50퍼센트, ‘먹었다’ 자신을 30퍼센트 참고한다고 가정해보겠습니다. 각 말은 모델 안에서 숫자로 된 정보로 표현됩니다. 그 정보에 이 비율을 곱해 모두 더하는 것이 attention의 가중합입니다. 지금 비율은 설명을 위해 만든 예입니다. 실제 모델에서는 학습한 변환을 이용해 입력의 관계를 비교하고, 그때그때 비율을 계산합니다. 입력 문장이 달라지면 비율도 달라집니다. 따라서 attention을 ‘어떤 말을 얼마나 참고해 정보를 섞을까’를 계산하는 과정으로 이해하면 됩니다.</a:t>
            </a:r>
          </a:p>
          <a:p xmlns:a="http://schemas.openxmlformats.org/drawingml/2006/main">
            <a:r>
              <a:t/>
            </a:r>
          </a:p>
          <a:p xmlns:a="http://schemas.openxmlformats.org/drawingml/2006/main">
            <a:r>
              <a:t>출처: Vaswani et al. (2017), Attention Is All You Need, https://arxiv.org/pdf/1706.03762 — §3.2.1. 참고 비율 20%·50%·30%는 교육용 가상값이며 실제 학습 결과가 아님.</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40초</a:t>
            </a:r>
          </a:p>
          <a:p xmlns:a="http://schemas.openxmlformats.org/drawingml/2006/main">
            <a:r>
              <a:t/>
            </a:r>
          </a:p>
          <a:p xmlns:a="http://schemas.openxmlformats.org/drawingml/2006/main">
            <a:r>
              <a:t>관계를 살펴보는 방식이 하나뿐이면 한 가지 표현에 여러 정보를 모아야 합니다. 논문은 서로 다른 방식으로 관계를 계산하는 작업을 여러 개 나란히 수행합니다. 이것이 multi-head attention입니다. 같은 ‘나는 사과를 먹었다’를 보더라도 각 head는 서로 다른 변환을 거쳐 정보를 참고합니다. 그런 다음 각각의 결과를 합쳐 하나의 표현으로 만듭니다. 다만 첫 번째는 주어, 두 번째는 목적어를 담당하도록 역할을 미리 정해놓는 것은 아닙니다. 어떤 관계를 활용할지는 학습을 통해 달라집니다. 여러 방식으로 살펴본 결과를 함께 사용한다는 점만 기억하시면 됩니다.</a:t>
            </a:r>
          </a:p>
          <a:p xmlns:a="http://schemas.openxmlformats.org/drawingml/2006/main">
            <a:r>
              <a:t/>
            </a:r>
          </a:p>
          <a:p xmlns:a="http://schemas.openxmlformats.org/drawingml/2006/main">
            <a:r>
              <a:t>출처: Vaswani et al. (2017), Attention Is All You Need, https://arxiv.org/pdf/1706.03762 — §3.2.2. 그림은 여러 head를 축약한 설명용 구조.</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35초</a:t>
            </a:r>
          </a:p>
          <a:p xmlns:a="http://schemas.openxmlformats.org/drawingml/2006/main">
            <a:r>
              <a:t/>
            </a:r>
          </a:p>
          <a:p xmlns:a="http://schemas.openxmlformats.org/drawingml/2006/main">
            <a:r>
              <a:t>그런데 어떤 말들이 있는지만으로는 문장 속 순서를 충분히 알려줄 수 없습니다. 그래서 Transformer는 말 자체의 정보에 그 말이 놓인 자리의 정보를 더합니다. 예문에서 ‘나는’은 첫 번째, ‘사과를’은 두 번째, ‘먹었다’는 세 번째라는 정보를 함께 전달하는 것입니다. 논문에서는 이 자리 정보를 위치인코딩이라고 부릅니다. 원문은 위치마다 일정한 규칙의 숫자 패턴을 만들어 사용했습니다. 이렇게 하면 모델은 말의 내용과 문장 안의 위치를 함께 활용해 관계를 계산할 수 있습니다.</a:t>
            </a:r>
          </a:p>
          <a:p xmlns:a="http://schemas.openxmlformats.org/drawingml/2006/main">
            <a:r>
              <a:t/>
            </a:r>
          </a:p>
          <a:p xmlns:a="http://schemas.openxmlformats.org/drawingml/2006/main">
            <a:r>
              <a:t>출처: Vaswani et al. (2017), Attention Is All You Need, https://arxiv.org/pdf/1706.03762 — §3.5.</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55초</a:t>
            </a:r>
          </a:p>
          <a:p xmlns:a="http://schemas.openxmlformats.org/drawingml/2006/main">
            <a:r>
              <a:t/>
            </a:r>
          </a:p>
          <a:p xmlns:a="http://schemas.openxmlformats.org/drawingml/2006/main">
            <a:r>
              <a:t>전체 모델은 입력을 읽는 부분과 출력을 만드는 부분으로 나뉩니다. 읽는 부분은 ‘나는 사과를 먹었다’의 말들이 서로를 참고하도록 해서 문맥을 정리합니다. 만드는 부분은 그 입력 문맥과 앞서 만든 말을 함께 참고해 다음 말을 예측합니다. 번역을 예로 들면 ‘I’를 만든 뒤 ‘ate’, 이어서 ‘an’, ‘apple’을 만드는 식입니다. 학습할 때는 뒤에 올 정답을 미리 보지 못하도록 가립니다. 실제로 문장을 만들 때도 앞서 나온 말에 이어 다음 말을 하나씩 만듭니다. 그리고 이 구조에는 attention 외에도 각 위치의 정보를 가공하고 계산을 안정시키는 연산이 함께 들어갑니다. 논문 제목처럼 모든 계산이 attention 하나로 끝나는 것은 아닙니다.</a:t>
            </a:r>
          </a:p>
          <a:p xmlns:a="http://schemas.openxmlformats.org/drawingml/2006/main">
            <a:r>
              <a:t/>
            </a:r>
          </a:p>
          <a:p xmlns:a="http://schemas.openxmlformats.org/drawingml/2006/main">
            <a:r>
              <a:t>출처: Vaswani et al. (2017), Attention Is All You Need, https://arxiv.org/pdf/1706.03762 — §3.1~§3.4, Figure 1. 한국어→영어 문장은 구조를 설명하기 위한 예시이며 논문 실험이 아님.</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55초</a:t>
            </a:r>
          </a:p>
          <a:p xmlns:a="http://schemas.openxmlformats.org/drawingml/2006/main">
            <a:r>
              <a:t/>
            </a:r>
          </a:p>
          <a:p xmlns:a="http://schemas.openxmlformats.org/drawingml/2006/main">
            <a:r>
              <a:t>이 방식의 장점은 문장의 여러 위치를 학습 과정에서 병렬로 계산하기 좋다는 점입니다. 앞선 상태의 계산을 계속 기다려야 하는 순환 방식의 제약을 줄였습니다. 논문의 영어에서 독일어로 번역하는 실험에서 큰 Transformer 모델은 28.4 BLEU를 기록했습니다. BLEU는 높을수록 좋은 번역 평가점수이며 정답률은 아닙니다. 다만 장점과 한계를 함께 봐야 합니다. 입력이 길어지면 서로 비교할 말의 쌍이 빠르게 늘어나 계산과 메모리가 많이 필요합니다. 학습을 병렬화하기 좋다는 점도 문장을 한 번에 모두 생성한다는 의미는 아닙니다. 실제 출력은 앞서 만든 말을 바탕으로 순차적으로 만들어집니다.</a:t>
            </a:r>
          </a:p>
          <a:p xmlns:a="http://schemas.openxmlformats.org/drawingml/2006/main">
            <a:r>
              <a:t/>
            </a:r>
          </a:p>
          <a:p xmlns:a="http://schemas.openxmlformats.org/drawingml/2006/main">
            <a:r>
              <a:t>출처: Vaswani et al. (2017), Attention Is All You Need, https://arxiv.org/pdf/1706.03762 — Table 2: Transformer big, EN-DE newstest2014, BLEU 28.4. 병렬화·비용은 §1·§4 및 Table 1; 생성 순차성은 §3.</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35초</a:t>
            </a:r>
          </a:p>
          <a:p xmlns:a="http://schemas.openxmlformats.org/drawingml/2006/main">
            <a:r>
              <a:t/>
            </a:r>
          </a:p>
          <a:p xmlns:a="http://schemas.openxmlformats.org/drawingml/2006/main">
            <a:r>
              <a:t>오늘 살펴본 내용을 예문으로 다시 정리하겠습니다. ‘먹었다’를 이해할 때 다른 말의 정보도 참고하고, 그 정보를 입력에 따라 계산한 비율로 섞습니다. 이 계산을 여러 방식으로 수행하고, 말의 순서도 함께 알려줍니다. Transformer는 이렇게 정리한 입력 문맥을 이용해 출력을 만듭니다. 필요한 문맥을 직접 연결하는 방식으로 문장을 처리하는 구조를 바꾸었다는 것이 이 논문의 핵심입니다. 감사합니다.</a:t>
            </a:r>
          </a:p>
          <a:p xmlns:a="http://schemas.openxmlformats.org/drawingml/2006/main">
            <a:r>
              <a:t/>
            </a:r>
          </a:p>
          <a:p xmlns:a="http://schemas.openxmlformats.org/drawingml/2006/main">
            <a:r>
              <a:t>출처: Vaswani et al. (2017), Attention Is All You Need, https://arxiv.org/pdf/1706.03762 — §3·§4·§7을 종합한 발표자 요약.</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1cd087a7a147a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b665dec0169487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33bda95ccd84e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2960e0b4d194f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43c58366a0428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bb3a8a926246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9335B2-3D08-42A2-BCF2-08717B06C1A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DB437AA-411E-485E-9B33-31C45CFB79E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8646739-8219-4ABD-A0B8-417C6AAA5DB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C79198-2689-45A7-95A1-286E88AE7A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857C25-E871-44A8-A531-74569C0957E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C0C782-103F-4D49-B1BB-ED0EC18D63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5968E6-58D1-43CC-9349-5B30418282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0A7982-6D04-4A7B-867C-8ACCD35705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7FD6A4-B646-4ECE-B231-C01167B06D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664260-8469-4740-AB6C-C864CA215F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da2ee21ab94dfa" /><Relationship Type="http://schemas.openxmlformats.org/officeDocument/2006/relationships/slideLayout" Target="/ppt/slideLayouts/slideLayout1.xml" Id="Rd131283812a04e35" /><Relationship Type="http://schemas.openxmlformats.org/officeDocument/2006/relationships/slideLayout" Target="/ppt/slideLayouts/slideLayout2.xml" Id="Rfbdfa9c8bb7849cc" /><Relationship Type="http://schemas.openxmlformats.org/officeDocument/2006/relationships/slideLayout" Target="/ppt/slideLayouts/slideLayout3.xml" Id="R5de7d0a758c84a16" /><Relationship Type="http://schemas.openxmlformats.org/officeDocument/2006/relationships/slideLayout" Target="/ppt/slideLayouts/slideLayout4.xml" Id="Rff9d43c062234e33" /><Relationship Type="http://schemas.openxmlformats.org/officeDocument/2006/relationships/slideLayout" Target="/ppt/slideLayouts/slideLayout5.xml" Id="Rd28f10370f794851" /><Relationship Type="http://schemas.openxmlformats.org/officeDocument/2006/relationships/slideLayout" Target="/ppt/slideLayouts/slideLayout6.xml" Id="Rb502fbc0cc7746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31283812a04e35"/>
    <p:sldLayoutId xmlns:r="http://schemas.openxmlformats.org/officeDocument/2006/relationships" id="2147483650" r:id="Rfbdfa9c8bb7849cc"/>
    <p:sldLayoutId xmlns:r="http://schemas.openxmlformats.org/officeDocument/2006/relationships" id="2147483651" r:id="R5de7d0a758c84a16"/>
    <p:sldLayoutId xmlns:r="http://schemas.openxmlformats.org/officeDocument/2006/relationships" id="2147483652" r:id="Rff9d43c062234e33"/>
    <p:sldLayoutId xmlns:r="http://schemas.openxmlformats.org/officeDocument/2006/relationships" id="2147483653" r:id="Rd28f10370f794851"/>
    <p:sldLayoutId xmlns:r="http://schemas.openxmlformats.org/officeDocument/2006/relationships" id="2147483654" r:id="Rb502fbc0cc7746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b4032176504480c" /><Relationship Type="http://schemas.openxmlformats.org/officeDocument/2006/relationships/notesSlide" Target="/ppt/notesSlides/notesSlide1.xml" Id="R26f2076499dc4b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3d8ac8cc3e348ea" /><Relationship Type="http://schemas.openxmlformats.org/officeDocument/2006/relationships/notesSlide" Target="/ppt/notesSlides/notesSlide2.xml" Id="Rd1f7ec10828e43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1233ba316214f7c" /><Relationship Type="http://schemas.openxmlformats.org/officeDocument/2006/relationships/notesSlide" Target="/ppt/notesSlides/notesSlide3.xml" Id="Rc78217fe338c46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d9692e580f40f8" /><Relationship Type="http://schemas.openxmlformats.org/officeDocument/2006/relationships/notesSlide" Target="/ppt/notesSlides/notesSlide4.xml" Id="R8724ef33e1b841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181dc0c7a8b46ff" /><Relationship Type="http://schemas.openxmlformats.org/officeDocument/2006/relationships/notesSlide" Target="/ppt/notesSlides/notesSlide5.xml" Id="R5d8c76a25b1b48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c6607c296274afe" /><Relationship Type="http://schemas.openxmlformats.org/officeDocument/2006/relationships/notesSlide" Target="/ppt/notesSlides/notesSlide6.xml" Id="R8e5e6cfd319c42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48fa68943304514" /><Relationship Type="http://schemas.openxmlformats.org/officeDocument/2006/relationships/notesSlide" Target="/ppt/notesSlides/notesSlide7.xml" Id="Rc90e1fcc8cb14b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afde290ed9846a5" /><Relationship Type="http://schemas.openxmlformats.org/officeDocument/2006/relationships/notesSlide" Target="/ppt/notesSlides/notesSlide8.xml" Id="Rf4624789e2304778" /></Relationships>
</file>

<file path=ppt/slides/slide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0" name="01">
            <a:extLst xmlns:a="http://schemas.openxmlformats.org/drawingml/2006/main">
              <a:ext uri="{FF2B5EF4-FFF2-40B4-BE49-F238E27FC236}">
                <a16:creationId xmlns:a16="http://schemas.microsoft.com/office/drawing/2014/main" id="{D409398F-3B81-43E5-B883-33FE8432D07E}"/>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01</a:t>
            </a:r>
          </a:p>
        </p:txBody>
      </p:sp>
      <p:sp>
        <p:nvSpPr>
          <p:cNvPr id="2" name="고급통계학습   중간대체 과제">
            <a:extLst xmlns:a="http://schemas.openxmlformats.org/drawingml/2006/main">
              <a:ext uri="{FF2B5EF4-FFF2-40B4-BE49-F238E27FC236}">
                <a16:creationId xmlns:a16="http://schemas.microsoft.com/office/drawing/2014/main" id="{5FBA7AFA-34D9-4D3C-BFE9-53C3C5F7CBCF}"/>
              </a:ext>
            </a:extLst>
          </p:cNvPr>
          <p:cNvSpPr>
            <a:spLocks xmlns:a="http://schemas.openxmlformats.org/drawingml/2006/main" noGrp="1"/>
          </p:cNvSpPr>
          <p:nvPr/>
        </p:nvSpPr>
        <p:spPr>
          <a:xfrm xmlns:a="http://schemas.openxmlformats.org/drawingml/2006/main">
            <a:off x="609600" y="504825"/>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고급통계학습   중간대체 과제</a:t>
            </a:r>
          </a:p>
        </p:txBody>
      </p:sp>
      <p:sp>
        <p:nvSpPr>
          <p:cNvPr id="3" name="Attention Is All You Need">
            <a:extLst xmlns:a="http://schemas.openxmlformats.org/drawingml/2006/main">
              <a:ext uri="{FF2B5EF4-FFF2-40B4-BE49-F238E27FC236}">
                <a16:creationId xmlns:a16="http://schemas.microsoft.com/office/drawing/2014/main" id="{13741F5A-FC1F-4E4B-A47D-29BCD3A8D765}"/>
              </a:ext>
            </a:extLst>
          </p:cNvPr>
          <p:cNvSpPr>
            <a:spLocks xmlns:a="http://schemas.openxmlformats.org/drawingml/2006/main" noGrp="1"/>
          </p:cNvSpPr>
          <p:nvPr/>
        </p:nvSpPr>
        <p:spPr>
          <a:xfrm xmlns:a="http://schemas.openxmlformats.org/drawingml/2006/main">
            <a:off x="561975" y="1714500"/>
            <a:ext cx="80962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5925" b="1">
                <a:solidFill>
                  <a:srgbClr val="17262C"/>
                </a:solidFill>
                <a:latin typeface="Noto Sans KR"/>
                <a:ea typeface="Noto Sans KR"/>
                <a:cs typeface="Noto Sans KR"/>
              </a:defRPr>
            </a:defPPr>
            <a:lvl1pPr algn="l">
              <a:defRPr sz="5925" b="1">
                <a:solidFill>
                  <a:srgbClr val="17262C"/>
                </a:solidFill>
                <a:latin typeface="Noto Sans KR"/>
                <a:ea typeface="Noto Sans KR"/>
                <a:cs typeface="Noto Sans KR"/>
              </a:defRPr>
            </a:lvl1pPr>
            <a:lvl2pPr algn="l">
              <a:defRPr sz="5925" b="1">
                <a:solidFill>
                  <a:srgbClr val="17262C"/>
                </a:solidFill>
                <a:latin typeface="Noto Sans KR"/>
                <a:ea typeface="Noto Sans KR"/>
                <a:cs typeface="Noto Sans KR"/>
              </a:defRPr>
            </a:lvl2pPr>
            <a:lvl3pPr algn="l">
              <a:defRPr sz="5925" b="1">
                <a:solidFill>
                  <a:srgbClr val="17262C"/>
                </a:solidFill>
                <a:latin typeface="Noto Sans KR"/>
                <a:ea typeface="Noto Sans KR"/>
                <a:cs typeface="Noto Sans KR"/>
              </a:defRPr>
            </a:lvl3pPr>
            <a:lvl4pPr algn="l">
              <a:defRPr sz="5925" b="1">
                <a:solidFill>
                  <a:srgbClr val="17262C"/>
                </a:solidFill>
                <a:latin typeface="Noto Sans KR"/>
                <a:ea typeface="Noto Sans KR"/>
                <a:cs typeface="Noto Sans KR"/>
              </a:defRPr>
            </a:lvl4pPr>
            <a:lvl5pPr algn="l">
              <a:defRPr sz="5925" b="1">
                <a:solidFill>
                  <a:srgbClr val="17262C"/>
                </a:solidFill>
                <a:latin typeface="Noto Sans KR"/>
                <a:ea typeface="Noto Sans KR"/>
                <a:cs typeface="Noto Sans KR"/>
              </a:defRPr>
            </a:lvl5pPr>
            <a:lvl6pPr algn="l">
              <a:defRPr sz="5925" b="1">
                <a:solidFill>
                  <a:srgbClr val="17262C"/>
                </a:solidFill>
                <a:latin typeface="Noto Sans KR"/>
                <a:ea typeface="Noto Sans KR"/>
                <a:cs typeface="Noto Sans KR"/>
              </a:defRPr>
            </a:lvl6pPr>
            <a:lvl7pPr algn="l">
              <a:defRPr sz="5925" b="1">
                <a:solidFill>
                  <a:srgbClr val="17262C"/>
                </a:solidFill>
                <a:latin typeface="Noto Sans KR"/>
                <a:ea typeface="Noto Sans KR"/>
                <a:cs typeface="Noto Sans KR"/>
              </a:defRPr>
            </a:lvl7pPr>
            <a:lvl8pPr algn="l">
              <a:defRPr sz="5925" b="1">
                <a:solidFill>
                  <a:srgbClr val="17262C"/>
                </a:solidFill>
                <a:latin typeface="Noto Sans KR"/>
                <a:ea typeface="Noto Sans KR"/>
                <a:cs typeface="Noto Sans KR"/>
              </a:defRPr>
            </a:lvl8pPr>
            <a:lvl9pPr algn="l">
              <a:defRPr sz="5925" b="1">
                <a:solidFill>
                  <a:srgbClr val="17262C"/>
                </a:solidFill>
                <a:latin typeface="Noto Sans KR"/>
                <a:ea typeface="Noto Sans KR"/>
                <a:cs typeface="Noto Sans KR"/>
              </a:defRPr>
            </a:lvl9pPr>
          </a:lstStyle>
          <a:p xmlns:a="http://schemas.openxmlformats.org/drawingml/2006/main">
            <a:pPr algn="l">
              <a:defRPr sz="5925" b="1">
                <a:solidFill>
                  <a:srgbClr val="17262C"/>
                </a:solidFill>
                <a:latin typeface="Noto Sans KR"/>
                <a:ea typeface="Noto Sans KR"/>
                <a:cs typeface="Noto Sans KR"/>
              </a:defRPr>
            </a:pPr>
            <a:r>
              <a:rPr sz="5925" b="1">
                <a:solidFill>
                  <a:srgbClr val="17262C"/>
                </a:solidFill>
                <a:latin typeface="Noto Sans KR"/>
                <a:ea typeface="Noto Sans KR"/>
                <a:cs typeface="Noto Sans KR"/>
              </a:rPr>
              <a:t>Attention Is</a:t>
            </a:r>
          </a:p>
          <a:p xmlns:a="http://schemas.openxmlformats.org/drawingml/2006/main">
            <a:pPr algn="l">
              <a:defRPr sz="5925" b="1">
                <a:solidFill>
                  <a:srgbClr val="17262C"/>
                </a:solidFill>
                <a:latin typeface="Noto Sans KR"/>
                <a:ea typeface="Noto Sans KR"/>
                <a:cs typeface="Noto Sans KR"/>
              </a:defRPr>
            </a:pPr>
            <a:r>
              <a:rPr sz="5925" b="1">
                <a:solidFill>
                  <a:srgbClr val="17262C"/>
                </a:solidFill>
                <a:latin typeface="Noto Sans KR"/>
                <a:ea typeface="Noto Sans KR"/>
                <a:cs typeface="Noto Sans KR"/>
              </a:rPr>
              <a:t>All You Need</a:t>
            </a:r>
          </a:p>
        </p:txBody>
      </p:sp>
      <p:sp>
        <p:nvSpPr>
          <p:cNvPr id="4" name="한 문장으로 이해하는 Transformer">
            <a:extLst xmlns:a="http://schemas.openxmlformats.org/drawingml/2006/main">
              <a:ext uri="{FF2B5EF4-FFF2-40B4-BE49-F238E27FC236}">
                <a16:creationId xmlns:a16="http://schemas.microsoft.com/office/drawing/2014/main" id="{5D146A32-6FE1-48E7-8CEC-60CE3A4EA331}"/>
              </a:ext>
            </a:extLst>
          </p:cNvPr>
          <p:cNvSpPr>
            <a:spLocks xmlns:a="http://schemas.openxmlformats.org/drawingml/2006/main" noGrp="1"/>
          </p:cNvSpPr>
          <p:nvPr/>
        </p:nvSpPr>
        <p:spPr>
          <a:xfrm xmlns:a="http://schemas.openxmlformats.org/drawingml/2006/main">
            <a:off x="609600" y="4019550"/>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0">
                <a:solidFill>
                  <a:srgbClr val="17262C"/>
                </a:solidFill>
                <a:latin typeface="Noto Sans KR"/>
                <a:ea typeface="Noto Sans KR"/>
                <a:cs typeface="Noto Sans KR"/>
              </a:defRPr>
            </a:defPPr>
            <a:lvl1pPr algn="l">
              <a:defRPr sz="2550" b="0">
                <a:solidFill>
                  <a:srgbClr val="17262C"/>
                </a:solidFill>
                <a:latin typeface="Noto Sans KR"/>
                <a:ea typeface="Noto Sans KR"/>
                <a:cs typeface="Noto Sans KR"/>
              </a:defRPr>
            </a:lvl1pPr>
            <a:lvl2pPr algn="l">
              <a:defRPr sz="2550" b="0">
                <a:solidFill>
                  <a:srgbClr val="17262C"/>
                </a:solidFill>
                <a:latin typeface="Noto Sans KR"/>
                <a:ea typeface="Noto Sans KR"/>
                <a:cs typeface="Noto Sans KR"/>
              </a:defRPr>
            </a:lvl2pPr>
            <a:lvl3pPr algn="l">
              <a:defRPr sz="2550" b="0">
                <a:solidFill>
                  <a:srgbClr val="17262C"/>
                </a:solidFill>
                <a:latin typeface="Noto Sans KR"/>
                <a:ea typeface="Noto Sans KR"/>
                <a:cs typeface="Noto Sans KR"/>
              </a:defRPr>
            </a:lvl3pPr>
            <a:lvl4pPr algn="l">
              <a:defRPr sz="2550" b="0">
                <a:solidFill>
                  <a:srgbClr val="17262C"/>
                </a:solidFill>
                <a:latin typeface="Noto Sans KR"/>
                <a:ea typeface="Noto Sans KR"/>
                <a:cs typeface="Noto Sans KR"/>
              </a:defRPr>
            </a:lvl4pPr>
            <a:lvl5pPr algn="l">
              <a:defRPr sz="2550" b="0">
                <a:solidFill>
                  <a:srgbClr val="17262C"/>
                </a:solidFill>
                <a:latin typeface="Noto Sans KR"/>
                <a:ea typeface="Noto Sans KR"/>
                <a:cs typeface="Noto Sans KR"/>
              </a:defRPr>
            </a:lvl5pPr>
            <a:lvl6pPr algn="l">
              <a:defRPr sz="2550" b="0">
                <a:solidFill>
                  <a:srgbClr val="17262C"/>
                </a:solidFill>
                <a:latin typeface="Noto Sans KR"/>
                <a:ea typeface="Noto Sans KR"/>
                <a:cs typeface="Noto Sans KR"/>
              </a:defRPr>
            </a:lvl6pPr>
            <a:lvl7pPr algn="l">
              <a:defRPr sz="2550" b="0">
                <a:solidFill>
                  <a:srgbClr val="17262C"/>
                </a:solidFill>
                <a:latin typeface="Noto Sans KR"/>
                <a:ea typeface="Noto Sans KR"/>
                <a:cs typeface="Noto Sans KR"/>
              </a:defRPr>
            </a:lvl7pPr>
            <a:lvl8pPr algn="l">
              <a:defRPr sz="2550" b="0">
                <a:solidFill>
                  <a:srgbClr val="17262C"/>
                </a:solidFill>
                <a:latin typeface="Noto Sans KR"/>
                <a:ea typeface="Noto Sans KR"/>
                <a:cs typeface="Noto Sans KR"/>
              </a:defRPr>
            </a:lvl8pPr>
            <a:lvl9pPr algn="l">
              <a:defRPr sz="2550" b="0">
                <a:solidFill>
                  <a:srgbClr val="17262C"/>
                </a:solidFill>
                <a:latin typeface="Noto Sans KR"/>
                <a:ea typeface="Noto Sans KR"/>
                <a:cs typeface="Noto Sans KR"/>
              </a:defRPr>
            </a:lvl9pPr>
          </a:lstStyle>
          <a:p xmlns:a="http://schemas.openxmlformats.org/drawingml/2006/main">
            <a:pPr algn="l">
              <a:defRPr sz="2550" b="0">
                <a:solidFill>
                  <a:srgbClr val="17262C"/>
                </a:solidFill>
                <a:latin typeface="Noto Sans KR"/>
                <a:ea typeface="Noto Sans KR"/>
                <a:cs typeface="Noto Sans KR"/>
              </a:defRPr>
            </a:pPr>
            <a:r>
              <a:rPr sz="2550" b="0">
                <a:solidFill>
                  <a:srgbClr val="17262C"/>
                </a:solidFill>
                <a:latin typeface="Noto Sans KR"/>
                <a:ea typeface="Noto Sans KR"/>
                <a:cs typeface="Noto Sans KR"/>
              </a:rPr>
              <a:t>한 문장으로 이해하는 Transformer</a:t>
            </a:r>
          </a:p>
        </p:txBody>
      </p:sp>
      <p:sp>
        <p:nvSpPr>
          <p:cNvPr id="5" name="">
            <a:extLst xmlns:a="http://schemas.openxmlformats.org/drawingml/2006/main">
              <a:ext uri="{FF2B5EF4-FFF2-40B4-BE49-F238E27FC236}">
                <a16:creationId xmlns:a16="http://schemas.microsoft.com/office/drawing/2014/main" id="{DCDB9963-91AA-4750-989A-5077574C1B48}"/>
              </a:ext>
            </a:extLst>
          </p:cNvPr>
          <p:cNvSpPr>
            <a:spLocks xmlns:a="http://schemas.openxmlformats.org/drawingml/2006/main" noGrp="1"/>
          </p:cNvSpPr>
          <p:nvPr/>
        </p:nvSpPr>
        <p:spPr>
          <a:xfrm xmlns:a="http://schemas.openxmlformats.org/drawingml/2006/main">
            <a:off x="9096375" y="1800225"/>
            <a:ext cx="0" cy="323850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6" name="Vaswani et al.">
            <a:extLst xmlns:a="http://schemas.openxmlformats.org/drawingml/2006/main">
              <a:ext uri="{FF2B5EF4-FFF2-40B4-BE49-F238E27FC236}">
                <a16:creationId xmlns:a16="http://schemas.microsoft.com/office/drawing/2014/main" id="{DB0777FE-5C17-4E96-AF3A-1C52962E5373}"/>
              </a:ext>
            </a:extLst>
          </p:cNvPr>
          <p:cNvSpPr>
            <a:spLocks xmlns:a="http://schemas.openxmlformats.org/drawingml/2006/main" noGrp="1"/>
          </p:cNvSpPr>
          <p:nvPr/>
        </p:nvSpPr>
        <p:spPr>
          <a:xfrm xmlns:a="http://schemas.openxmlformats.org/drawingml/2006/main">
            <a:off x="9525000" y="1857375"/>
            <a:ext cx="2047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1">
                <a:solidFill>
                  <a:srgbClr val="17262C"/>
                </a:solidFill>
                <a:latin typeface="Noto Sans KR"/>
                <a:ea typeface="Noto Sans KR"/>
                <a:cs typeface="Noto Sans KR"/>
              </a:defRPr>
            </a:defPPr>
            <a:lvl1pPr algn="l">
              <a:defRPr sz="1800" b="1">
                <a:solidFill>
                  <a:srgbClr val="17262C"/>
                </a:solidFill>
                <a:latin typeface="Noto Sans KR"/>
                <a:ea typeface="Noto Sans KR"/>
                <a:cs typeface="Noto Sans KR"/>
              </a:defRPr>
            </a:lvl1pPr>
            <a:lvl2pPr algn="l">
              <a:defRPr sz="1800" b="1">
                <a:solidFill>
                  <a:srgbClr val="17262C"/>
                </a:solidFill>
                <a:latin typeface="Noto Sans KR"/>
                <a:ea typeface="Noto Sans KR"/>
                <a:cs typeface="Noto Sans KR"/>
              </a:defRPr>
            </a:lvl2pPr>
            <a:lvl3pPr algn="l">
              <a:defRPr sz="1800" b="1">
                <a:solidFill>
                  <a:srgbClr val="17262C"/>
                </a:solidFill>
                <a:latin typeface="Noto Sans KR"/>
                <a:ea typeface="Noto Sans KR"/>
                <a:cs typeface="Noto Sans KR"/>
              </a:defRPr>
            </a:lvl3pPr>
            <a:lvl4pPr algn="l">
              <a:defRPr sz="1800" b="1">
                <a:solidFill>
                  <a:srgbClr val="17262C"/>
                </a:solidFill>
                <a:latin typeface="Noto Sans KR"/>
                <a:ea typeface="Noto Sans KR"/>
                <a:cs typeface="Noto Sans KR"/>
              </a:defRPr>
            </a:lvl4pPr>
            <a:lvl5pPr algn="l">
              <a:defRPr sz="1800" b="1">
                <a:solidFill>
                  <a:srgbClr val="17262C"/>
                </a:solidFill>
                <a:latin typeface="Noto Sans KR"/>
                <a:ea typeface="Noto Sans KR"/>
                <a:cs typeface="Noto Sans KR"/>
              </a:defRPr>
            </a:lvl5pPr>
            <a:lvl6pPr algn="l">
              <a:defRPr sz="1800" b="1">
                <a:solidFill>
                  <a:srgbClr val="17262C"/>
                </a:solidFill>
                <a:latin typeface="Noto Sans KR"/>
                <a:ea typeface="Noto Sans KR"/>
                <a:cs typeface="Noto Sans KR"/>
              </a:defRPr>
            </a:lvl6pPr>
            <a:lvl7pPr algn="l">
              <a:defRPr sz="1800" b="1">
                <a:solidFill>
                  <a:srgbClr val="17262C"/>
                </a:solidFill>
                <a:latin typeface="Noto Sans KR"/>
                <a:ea typeface="Noto Sans KR"/>
                <a:cs typeface="Noto Sans KR"/>
              </a:defRPr>
            </a:lvl7pPr>
            <a:lvl8pPr algn="l">
              <a:defRPr sz="1800" b="1">
                <a:solidFill>
                  <a:srgbClr val="17262C"/>
                </a:solidFill>
                <a:latin typeface="Noto Sans KR"/>
                <a:ea typeface="Noto Sans KR"/>
                <a:cs typeface="Noto Sans KR"/>
              </a:defRPr>
            </a:lvl8pPr>
            <a:lvl9pPr algn="l">
              <a:defRPr sz="1800" b="1">
                <a:solidFill>
                  <a:srgbClr val="17262C"/>
                </a:solidFill>
                <a:latin typeface="Noto Sans KR"/>
                <a:ea typeface="Noto Sans KR"/>
                <a:cs typeface="Noto Sans KR"/>
              </a:defRPr>
            </a:lvl9pPr>
          </a:lstStyle>
          <a:p xmlns:a="http://schemas.openxmlformats.org/drawingml/2006/main">
            <a:pPr algn="l">
              <a:defRPr sz="1800" b="1">
                <a:solidFill>
                  <a:srgbClr val="17262C"/>
                </a:solidFill>
                <a:latin typeface="Noto Sans KR"/>
                <a:ea typeface="Noto Sans KR"/>
                <a:cs typeface="Noto Sans KR"/>
              </a:defRPr>
            </a:pPr>
            <a:r>
              <a:rPr sz="1800" b="1">
                <a:solidFill>
                  <a:srgbClr val="17262C"/>
                </a:solidFill>
                <a:latin typeface="Noto Sans KR"/>
                <a:ea typeface="Noto Sans KR"/>
                <a:cs typeface="Noto Sans KR"/>
              </a:rPr>
              <a:t>Vaswani et al.</a:t>
            </a:r>
          </a:p>
        </p:txBody>
      </p:sp>
      <p:sp>
        <p:nvSpPr>
          <p:cNvPr id="7" name="NIPS 2017">
            <a:extLst xmlns:a="http://schemas.openxmlformats.org/drawingml/2006/main">
              <a:ext uri="{FF2B5EF4-FFF2-40B4-BE49-F238E27FC236}">
                <a16:creationId xmlns:a16="http://schemas.microsoft.com/office/drawing/2014/main" id="{E981F688-A4B2-4F34-9FFC-625EA5B61461}"/>
              </a:ext>
            </a:extLst>
          </p:cNvPr>
          <p:cNvSpPr>
            <a:spLocks xmlns:a="http://schemas.openxmlformats.org/drawingml/2006/main" noGrp="1"/>
          </p:cNvSpPr>
          <p:nvPr/>
        </p:nvSpPr>
        <p:spPr>
          <a:xfrm xmlns:a="http://schemas.openxmlformats.org/drawingml/2006/main">
            <a:off x="9525000" y="2428875"/>
            <a:ext cx="2047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NIPS 2017</a:t>
            </a:r>
          </a:p>
        </p:txBody>
      </p:sp>
      <p:sp>
        <p:nvSpPr>
          <p:cNvPr id="8" name="나는 사과를 먹었다">
            <a:extLst xmlns:a="http://schemas.openxmlformats.org/drawingml/2006/main">
              <a:ext uri="{FF2B5EF4-FFF2-40B4-BE49-F238E27FC236}">
                <a16:creationId xmlns:a16="http://schemas.microsoft.com/office/drawing/2014/main" id="{64A14F1C-52D0-45D6-8D95-3EF37A6237D9}"/>
              </a:ext>
            </a:extLst>
          </p:cNvPr>
          <p:cNvSpPr>
            <a:spLocks xmlns:a="http://schemas.openxmlformats.org/drawingml/2006/main" noGrp="1"/>
          </p:cNvSpPr>
          <p:nvPr/>
        </p:nvSpPr>
        <p:spPr>
          <a:xfrm xmlns:a="http://schemas.openxmlformats.org/drawingml/2006/main">
            <a:off x="9525000" y="3390900"/>
            <a:ext cx="2047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0">
                <a:solidFill>
                  <a:srgbClr val="17262C"/>
                </a:solidFill>
                <a:latin typeface="Noto Sans KR"/>
                <a:ea typeface="Noto Sans KR"/>
                <a:cs typeface="Noto Sans KR"/>
              </a:defRPr>
            </a:defPPr>
            <a:lvl1pPr algn="l">
              <a:defRPr sz="2250" b="0">
                <a:solidFill>
                  <a:srgbClr val="17262C"/>
                </a:solidFill>
                <a:latin typeface="Noto Sans KR"/>
                <a:ea typeface="Noto Sans KR"/>
                <a:cs typeface="Noto Sans KR"/>
              </a:defRPr>
            </a:lvl1pPr>
            <a:lvl2pPr algn="l">
              <a:defRPr sz="2250" b="0">
                <a:solidFill>
                  <a:srgbClr val="17262C"/>
                </a:solidFill>
                <a:latin typeface="Noto Sans KR"/>
                <a:ea typeface="Noto Sans KR"/>
                <a:cs typeface="Noto Sans KR"/>
              </a:defRPr>
            </a:lvl2pPr>
            <a:lvl3pPr algn="l">
              <a:defRPr sz="2250" b="0">
                <a:solidFill>
                  <a:srgbClr val="17262C"/>
                </a:solidFill>
                <a:latin typeface="Noto Sans KR"/>
                <a:ea typeface="Noto Sans KR"/>
                <a:cs typeface="Noto Sans KR"/>
              </a:defRPr>
            </a:lvl3pPr>
            <a:lvl4pPr algn="l">
              <a:defRPr sz="2250" b="0">
                <a:solidFill>
                  <a:srgbClr val="17262C"/>
                </a:solidFill>
                <a:latin typeface="Noto Sans KR"/>
                <a:ea typeface="Noto Sans KR"/>
                <a:cs typeface="Noto Sans KR"/>
              </a:defRPr>
            </a:lvl4pPr>
            <a:lvl5pPr algn="l">
              <a:defRPr sz="2250" b="0">
                <a:solidFill>
                  <a:srgbClr val="17262C"/>
                </a:solidFill>
                <a:latin typeface="Noto Sans KR"/>
                <a:ea typeface="Noto Sans KR"/>
                <a:cs typeface="Noto Sans KR"/>
              </a:defRPr>
            </a:lvl5pPr>
            <a:lvl6pPr algn="l">
              <a:defRPr sz="2250" b="0">
                <a:solidFill>
                  <a:srgbClr val="17262C"/>
                </a:solidFill>
                <a:latin typeface="Noto Sans KR"/>
                <a:ea typeface="Noto Sans KR"/>
                <a:cs typeface="Noto Sans KR"/>
              </a:defRPr>
            </a:lvl6pPr>
            <a:lvl7pPr algn="l">
              <a:defRPr sz="2250" b="0">
                <a:solidFill>
                  <a:srgbClr val="17262C"/>
                </a:solidFill>
                <a:latin typeface="Noto Sans KR"/>
                <a:ea typeface="Noto Sans KR"/>
                <a:cs typeface="Noto Sans KR"/>
              </a:defRPr>
            </a:lvl7pPr>
            <a:lvl8pPr algn="l">
              <a:defRPr sz="2250" b="0">
                <a:solidFill>
                  <a:srgbClr val="17262C"/>
                </a:solidFill>
                <a:latin typeface="Noto Sans KR"/>
                <a:ea typeface="Noto Sans KR"/>
                <a:cs typeface="Noto Sans KR"/>
              </a:defRPr>
            </a:lvl8pPr>
            <a:lvl9pPr algn="l">
              <a:defRPr sz="2250" b="0">
                <a:solidFill>
                  <a:srgbClr val="17262C"/>
                </a:solidFill>
                <a:latin typeface="Noto Sans KR"/>
                <a:ea typeface="Noto Sans KR"/>
                <a:cs typeface="Noto Sans KR"/>
              </a:defRPr>
            </a:lvl9pPr>
          </a:lstStyle>
          <a:p xmlns:a="http://schemas.openxmlformats.org/drawingml/2006/main">
            <a:pPr algn="l">
              <a:defRPr sz="2250" b="0">
                <a:solidFill>
                  <a:srgbClr val="17262C"/>
                </a:solidFill>
                <a:latin typeface="Noto Sans KR"/>
                <a:ea typeface="Noto Sans KR"/>
                <a:cs typeface="Noto Sans KR"/>
              </a:defRPr>
            </a:pPr>
            <a:r>
              <a:rPr sz="2250" b="0">
                <a:solidFill>
                  <a:srgbClr val="17262C"/>
                </a:solidFill>
                <a:latin typeface="Noto Sans KR"/>
                <a:ea typeface="Noto Sans KR"/>
                <a:cs typeface="Noto Sans KR"/>
              </a:rPr>
              <a:t>나는</a:t>
            </a:r>
          </a:p>
          <a:p xmlns:a="http://schemas.openxmlformats.org/drawingml/2006/main">
            <a:pPr algn="l">
              <a:defRPr sz="2250" b="0">
                <a:solidFill>
                  <a:srgbClr val="17262C"/>
                </a:solidFill>
                <a:latin typeface="Noto Sans KR"/>
                <a:ea typeface="Noto Sans KR"/>
                <a:cs typeface="Noto Sans KR"/>
              </a:defRPr>
            </a:pPr>
            <a:r>
              <a:rPr sz="2250" b="0">
                <a:solidFill>
                  <a:srgbClr val="17262C"/>
                </a:solidFill>
                <a:latin typeface="Noto Sans KR"/>
                <a:ea typeface="Noto Sans KR"/>
                <a:cs typeface="Noto Sans KR"/>
              </a:rPr>
              <a:t>사과를</a:t>
            </a:r>
          </a:p>
          <a:p xmlns:a="http://schemas.openxmlformats.org/drawingml/2006/main">
            <a:pPr algn="l">
              <a:defRPr sz="2250" b="0">
                <a:solidFill>
                  <a:srgbClr val="17262C"/>
                </a:solidFill>
                <a:latin typeface="Noto Sans KR"/>
                <a:ea typeface="Noto Sans KR"/>
                <a:cs typeface="Noto Sans KR"/>
              </a:defRPr>
            </a:pPr>
            <a:r>
              <a:rPr sz="2250" b="0">
                <a:solidFill>
                  <a:srgbClr val="17262C"/>
                </a:solidFill>
                <a:latin typeface="Noto Sans KR"/>
                <a:ea typeface="Noto Sans KR"/>
                <a:cs typeface="Noto Sans KR"/>
              </a:rPr>
              <a:t>먹었다</a:t>
            </a:r>
          </a:p>
        </p:txBody>
      </p:sp>
      <p:sp>
        <p:nvSpPr>
          <p:cNvPr id="9" name="202485-010007 김동현">
            <a:extLst xmlns:a="http://schemas.openxmlformats.org/drawingml/2006/main">
              <a:ext uri="{FF2B5EF4-FFF2-40B4-BE49-F238E27FC236}">
                <a16:creationId xmlns:a16="http://schemas.microsoft.com/office/drawing/2014/main" id="{0D0F2100-5506-49F9-985B-F2F2DFEA2EA2}"/>
              </a:ext>
            </a:extLst>
          </p:cNvPr>
          <p:cNvSpPr>
            <a:spLocks xmlns:a="http://schemas.openxmlformats.org/drawingml/2006/main" noGrp="1"/>
          </p:cNvSpPr>
          <p:nvPr/>
        </p:nvSpPr>
        <p:spPr>
          <a:xfrm xmlns:a="http://schemas.openxmlformats.org/drawingml/2006/main">
            <a:off x="609600" y="60483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657578"/>
                </a:solidFill>
                <a:latin typeface="Noto Sans KR"/>
                <a:ea typeface="Noto Sans KR"/>
                <a:cs typeface="Noto Sans KR"/>
              </a:defRPr>
            </a:defPPr>
            <a:lvl1pPr algn="l">
              <a:defRPr sz="1650" b="0">
                <a:solidFill>
                  <a:srgbClr val="657578"/>
                </a:solidFill>
                <a:latin typeface="Noto Sans KR"/>
                <a:ea typeface="Noto Sans KR"/>
                <a:cs typeface="Noto Sans KR"/>
              </a:defRPr>
            </a:lvl1pPr>
            <a:lvl2pPr algn="l">
              <a:defRPr sz="1650" b="0">
                <a:solidFill>
                  <a:srgbClr val="657578"/>
                </a:solidFill>
                <a:latin typeface="Noto Sans KR"/>
                <a:ea typeface="Noto Sans KR"/>
                <a:cs typeface="Noto Sans KR"/>
              </a:defRPr>
            </a:lvl2pPr>
            <a:lvl3pPr algn="l">
              <a:defRPr sz="1650" b="0">
                <a:solidFill>
                  <a:srgbClr val="657578"/>
                </a:solidFill>
                <a:latin typeface="Noto Sans KR"/>
                <a:ea typeface="Noto Sans KR"/>
                <a:cs typeface="Noto Sans KR"/>
              </a:defRPr>
            </a:lvl3pPr>
            <a:lvl4pPr algn="l">
              <a:defRPr sz="1650" b="0">
                <a:solidFill>
                  <a:srgbClr val="657578"/>
                </a:solidFill>
                <a:latin typeface="Noto Sans KR"/>
                <a:ea typeface="Noto Sans KR"/>
                <a:cs typeface="Noto Sans KR"/>
              </a:defRPr>
            </a:lvl4pPr>
            <a:lvl5pPr algn="l">
              <a:defRPr sz="1650" b="0">
                <a:solidFill>
                  <a:srgbClr val="657578"/>
                </a:solidFill>
                <a:latin typeface="Noto Sans KR"/>
                <a:ea typeface="Noto Sans KR"/>
                <a:cs typeface="Noto Sans KR"/>
              </a:defRPr>
            </a:lvl5pPr>
            <a:lvl6pPr algn="l">
              <a:defRPr sz="1650" b="0">
                <a:solidFill>
                  <a:srgbClr val="657578"/>
                </a:solidFill>
                <a:latin typeface="Noto Sans KR"/>
                <a:ea typeface="Noto Sans KR"/>
                <a:cs typeface="Noto Sans KR"/>
              </a:defRPr>
            </a:lvl6pPr>
            <a:lvl7pPr algn="l">
              <a:defRPr sz="1650" b="0">
                <a:solidFill>
                  <a:srgbClr val="657578"/>
                </a:solidFill>
                <a:latin typeface="Noto Sans KR"/>
                <a:ea typeface="Noto Sans KR"/>
                <a:cs typeface="Noto Sans KR"/>
              </a:defRPr>
            </a:lvl7pPr>
            <a:lvl8pPr algn="l">
              <a:defRPr sz="1650" b="0">
                <a:solidFill>
                  <a:srgbClr val="657578"/>
                </a:solidFill>
                <a:latin typeface="Noto Sans KR"/>
                <a:ea typeface="Noto Sans KR"/>
                <a:cs typeface="Noto Sans KR"/>
              </a:defRPr>
            </a:lvl8pPr>
            <a:lvl9pPr algn="l">
              <a:defRPr sz="1650" b="0">
                <a:solidFill>
                  <a:srgbClr val="657578"/>
                </a:solidFill>
                <a:latin typeface="Noto Sans KR"/>
                <a:ea typeface="Noto Sans KR"/>
                <a:cs typeface="Noto Sans KR"/>
              </a:defRPr>
            </a:lvl9pPr>
          </a:lstStyle>
          <a:p xmlns:a="http://schemas.openxmlformats.org/drawingml/2006/main">
            <a:pPr algn="l">
              <a:defRPr sz="1650" b="0">
                <a:solidFill>
                  <a:srgbClr val="657578"/>
                </a:solidFill>
                <a:latin typeface="Noto Sans KR"/>
                <a:ea typeface="Noto Sans KR"/>
                <a:cs typeface="Noto Sans KR"/>
              </a:defRPr>
            </a:pPr>
            <a:r>
              <a:rPr sz="1650" b="0">
                <a:solidFill>
                  <a:srgbClr val="657578"/>
                </a:solidFill>
                <a:latin typeface="Noto Sans KR"/>
                <a:ea typeface="Noto Sans KR"/>
                <a:cs typeface="Noto Sans KR"/>
              </a:rPr>
              <a:t>202485-010007 김동현</a:t>
            </a:r>
          </a:p>
        </p:txBody>
      </p:sp>
    </p:spTree>
    <p:extLst>
      <p:ext uri="{BB962C8B-B14F-4D97-AF65-F5344CB8AC3E}">
        <p14:creationId xmlns:p14="http://schemas.microsoft.com/office/powerpoint/2010/main" val="176237612"/>
      </p:ext>
    </p:extLst>
  </p:cSld>
</p:sld>
</file>

<file path=ppt/slides/slide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1" name="한 문장을 이해하려면">
            <a:extLst xmlns:a="http://schemas.openxmlformats.org/drawingml/2006/main">
              <a:ext uri="{FF2B5EF4-FFF2-40B4-BE49-F238E27FC236}">
                <a16:creationId xmlns:a16="http://schemas.microsoft.com/office/drawing/2014/main" id="{AA768FB6-8A76-4671-A694-E43AB765DF77}"/>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한 문장을 이해하려면</a:t>
            </a:r>
          </a:p>
        </p:txBody>
      </p:sp>
      <p:sp>
        <p:nvSpPr>
          <p:cNvPr id="2" name="02">
            <a:extLst xmlns:a="http://schemas.openxmlformats.org/drawingml/2006/main">
              <a:ext uri="{FF2B5EF4-FFF2-40B4-BE49-F238E27FC236}">
                <a16:creationId xmlns:a16="http://schemas.microsoft.com/office/drawing/2014/main" id="{23A9D185-765D-4C49-855D-4361582E5AB1}"/>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02</a:t>
            </a:r>
          </a:p>
        </p:txBody>
      </p:sp>
      <p:sp>
        <p:nvSpPr>
          <p:cNvPr id="3" name="나는">
            <a:extLst xmlns:a="http://schemas.openxmlformats.org/drawingml/2006/main">
              <a:ext uri="{FF2B5EF4-FFF2-40B4-BE49-F238E27FC236}">
                <a16:creationId xmlns:a16="http://schemas.microsoft.com/office/drawing/2014/main" id="{CE62F496-EC50-4F5D-9633-1E9D26CB4F88}"/>
              </a:ext>
            </a:extLst>
          </p:cNvPr>
          <p:cNvSpPr>
            <a:spLocks xmlns:a="http://schemas.openxmlformats.org/drawingml/2006/main" noGrp="1"/>
          </p:cNvSpPr>
          <p:nvPr/>
        </p:nvSpPr>
        <p:spPr>
          <a:xfrm xmlns:a="http://schemas.openxmlformats.org/drawingml/2006/main">
            <a:off x="609600" y="2219325"/>
            <a:ext cx="327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75" b="1">
                <a:solidFill>
                  <a:srgbClr val="17262C"/>
                </a:solidFill>
                <a:latin typeface="Noto Sans KR"/>
                <a:ea typeface="Noto Sans KR"/>
                <a:cs typeface="Noto Sans KR"/>
              </a:defRPr>
            </a:defPPr>
            <a:lvl1pPr algn="l">
              <a:defRPr sz="3375" b="1">
                <a:solidFill>
                  <a:srgbClr val="17262C"/>
                </a:solidFill>
                <a:latin typeface="Noto Sans KR"/>
                <a:ea typeface="Noto Sans KR"/>
                <a:cs typeface="Noto Sans KR"/>
              </a:defRPr>
            </a:lvl1pPr>
            <a:lvl2pPr algn="l">
              <a:defRPr sz="3375" b="1">
                <a:solidFill>
                  <a:srgbClr val="17262C"/>
                </a:solidFill>
                <a:latin typeface="Noto Sans KR"/>
                <a:ea typeface="Noto Sans KR"/>
                <a:cs typeface="Noto Sans KR"/>
              </a:defRPr>
            </a:lvl2pPr>
            <a:lvl3pPr algn="l">
              <a:defRPr sz="3375" b="1">
                <a:solidFill>
                  <a:srgbClr val="17262C"/>
                </a:solidFill>
                <a:latin typeface="Noto Sans KR"/>
                <a:ea typeface="Noto Sans KR"/>
                <a:cs typeface="Noto Sans KR"/>
              </a:defRPr>
            </a:lvl3pPr>
            <a:lvl4pPr algn="l">
              <a:defRPr sz="3375" b="1">
                <a:solidFill>
                  <a:srgbClr val="17262C"/>
                </a:solidFill>
                <a:latin typeface="Noto Sans KR"/>
                <a:ea typeface="Noto Sans KR"/>
                <a:cs typeface="Noto Sans KR"/>
              </a:defRPr>
            </a:lvl4pPr>
            <a:lvl5pPr algn="l">
              <a:defRPr sz="3375" b="1">
                <a:solidFill>
                  <a:srgbClr val="17262C"/>
                </a:solidFill>
                <a:latin typeface="Noto Sans KR"/>
                <a:ea typeface="Noto Sans KR"/>
                <a:cs typeface="Noto Sans KR"/>
              </a:defRPr>
            </a:lvl5pPr>
            <a:lvl6pPr algn="l">
              <a:defRPr sz="3375" b="1">
                <a:solidFill>
                  <a:srgbClr val="17262C"/>
                </a:solidFill>
                <a:latin typeface="Noto Sans KR"/>
                <a:ea typeface="Noto Sans KR"/>
                <a:cs typeface="Noto Sans KR"/>
              </a:defRPr>
            </a:lvl6pPr>
            <a:lvl7pPr algn="l">
              <a:defRPr sz="3375" b="1">
                <a:solidFill>
                  <a:srgbClr val="17262C"/>
                </a:solidFill>
                <a:latin typeface="Noto Sans KR"/>
                <a:ea typeface="Noto Sans KR"/>
                <a:cs typeface="Noto Sans KR"/>
              </a:defRPr>
            </a:lvl7pPr>
            <a:lvl8pPr algn="l">
              <a:defRPr sz="3375" b="1">
                <a:solidFill>
                  <a:srgbClr val="17262C"/>
                </a:solidFill>
                <a:latin typeface="Noto Sans KR"/>
                <a:ea typeface="Noto Sans KR"/>
                <a:cs typeface="Noto Sans KR"/>
              </a:defRPr>
            </a:lvl8pPr>
            <a:lvl9pPr algn="l">
              <a:defRPr sz="3375" b="1">
                <a:solidFill>
                  <a:srgbClr val="17262C"/>
                </a:solidFill>
                <a:latin typeface="Noto Sans KR"/>
                <a:ea typeface="Noto Sans KR"/>
                <a:cs typeface="Noto Sans KR"/>
              </a:defRPr>
            </a:lvl9pPr>
          </a:lstStyle>
          <a:p xmlns:a="http://schemas.openxmlformats.org/drawingml/2006/main">
            <a:pPr algn="l">
              <a:defRPr sz="3375" b="1">
                <a:solidFill>
                  <a:srgbClr val="17262C"/>
                </a:solidFill>
                <a:latin typeface="Noto Sans KR"/>
                <a:ea typeface="Noto Sans KR"/>
                <a:cs typeface="Noto Sans KR"/>
              </a:defRPr>
            </a:pPr>
            <a:r>
              <a:rPr sz="3375" b="1">
                <a:solidFill>
                  <a:srgbClr val="17262C"/>
                </a:solidFill>
                <a:latin typeface="Noto Sans KR"/>
                <a:ea typeface="Noto Sans KR"/>
                <a:cs typeface="Noto Sans KR"/>
              </a:rPr>
              <a:t>나는</a:t>
            </a:r>
          </a:p>
        </p:txBody>
      </p:sp>
      <p:sp>
        <p:nvSpPr>
          <p:cNvPr id="4" name="사과를">
            <a:extLst xmlns:a="http://schemas.openxmlformats.org/drawingml/2006/main">
              <a:ext uri="{FF2B5EF4-FFF2-40B4-BE49-F238E27FC236}">
                <a16:creationId xmlns:a16="http://schemas.microsoft.com/office/drawing/2014/main" id="{827DA4CB-AB0A-4ED4-ADAA-E2C5E81CB2D5}"/>
              </a:ext>
            </a:extLst>
          </p:cNvPr>
          <p:cNvSpPr>
            <a:spLocks xmlns:a="http://schemas.openxmlformats.org/drawingml/2006/main" noGrp="1"/>
          </p:cNvSpPr>
          <p:nvPr/>
        </p:nvSpPr>
        <p:spPr>
          <a:xfrm xmlns:a="http://schemas.openxmlformats.org/drawingml/2006/main">
            <a:off x="4457700" y="2219325"/>
            <a:ext cx="327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75" b="1">
                <a:solidFill>
                  <a:srgbClr val="17262C"/>
                </a:solidFill>
                <a:latin typeface="Noto Sans KR"/>
                <a:ea typeface="Noto Sans KR"/>
                <a:cs typeface="Noto Sans KR"/>
              </a:defRPr>
            </a:defPPr>
            <a:lvl1pPr algn="l">
              <a:defRPr sz="3375" b="1">
                <a:solidFill>
                  <a:srgbClr val="17262C"/>
                </a:solidFill>
                <a:latin typeface="Noto Sans KR"/>
                <a:ea typeface="Noto Sans KR"/>
                <a:cs typeface="Noto Sans KR"/>
              </a:defRPr>
            </a:lvl1pPr>
            <a:lvl2pPr algn="l">
              <a:defRPr sz="3375" b="1">
                <a:solidFill>
                  <a:srgbClr val="17262C"/>
                </a:solidFill>
                <a:latin typeface="Noto Sans KR"/>
                <a:ea typeface="Noto Sans KR"/>
                <a:cs typeface="Noto Sans KR"/>
              </a:defRPr>
            </a:lvl2pPr>
            <a:lvl3pPr algn="l">
              <a:defRPr sz="3375" b="1">
                <a:solidFill>
                  <a:srgbClr val="17262C"/>
                </a:solidFill>
                <a:latin typeface="Noto Sans KR"/>
                <a:ea typeface="Noto Sans KR"/>
                <a:cs typeface="Noto Sans KR"/>
              </a:defRPr>
            </a:lvl3pPr>
            <a:lvl4pPr algn="l">
              <a:defRPr sz="3375" b="1">
                <a:solidFill>
                  <a:srgbClr val="17262C"/>
                </a:solidFill>
                <a:latin typeface="Noto Sans KR"/>
                <a:ea typeface="Noto Sans KR"/>
                <a:cs typeface="Noto Sans KR"/>
              </a:defRPr>
            </a:lvl4pPr>
            <a:lvl5pPr algn="l">
              <a:defRPr sz="3375" b="1">
                <a:solidFill>
                  <a:srgbClr val="17262C"/>
                </a:solidFill>
                <a:latin typeface="Noto Sans KR"/>
                <a:ea typeface="Noto Sans KR"/>
                <a:cs typeface="Noto Sans KR"/>
              </a:defRPr>
            </a:lvl5pPr>
            <a:lvl6pPr algn="l">
              <a:defRPr sz="3375" b="1">
                <a:solidFill>
                  <a:srgbClr val="17262C"/>
                </a:solidFill>
                <a:latin typeface="Noto Sans KR"/>
                <a:ea typeface="Noto Sans KR"/>
                <a:cs typeface="Noto Sans KR"/>
              </a:defRPr>
            </a:lvl6pPr>
            <a:lvl7pPr algn="l">
              <a:defRPr sz="3375" b="1">
                <a:solidFill>
                  <a:srgbClr val="17262C"/>
                </a:solidFill>
                <a:latin typeface="Noto Sans KR"/>
                <a:ea typeface="Noto Sans KR"/>
                <a:cs typeface="Noto Sans KR"/>
              </a:defRPr>
            </a:lvl7pPr>
            <a:lvl8pPr algn="l">
              <a:defRPr sz="3375" b="1">
                <a:solidFill>
                  <a:srgbClr val="17262C"/>
                </a:solidFill>
                <a:latin typeface="Noto Sans KR"/>
                <a:ea typeface="Noto Sans KR"/>
                <a:cs typeface="Noto Sans KR"/>
              </a:defRPr>
            </a:lvl8pPr>
            <a:lvl9pPr algn="l">
              <a:defRPr sz="3375" b="1">
                <a:solidFill>
                  <a:srgbClr val="17262C"/>
                </a:solidFill>
                <a:latin typeface="Noto Sans KR"/>
                <a:ea typeface="Noto Sans KR"/>
                <a:cs typeface="Noto Sans KR"/>
              </a:defRPr>
            </a:lvl9pPr>
          </a:lstStyle>
          <a:p xmlns:a="http://schemas.openxmlformats.org/drawingml/2006/main">
            <a:pPr algn="l">
              <a:defRPr sz="3375" b="1">
                <a:solidFill>
                  <a:srgbClr val="17262C"/>
                </a:solidFill>
                <a:latin typeface="Noto Sans KR"/>
                <a:ea typeface="Noto Sans KR"/>
                <a:cs typeface="Noto Sans KR"/>
              </a:defRPr>
            </a:pPr>
            <a:r>
              <a:rPr sz="3375" b="1">
                <a:solidFill>
                  <a:srgbClr val="17262C"/>
                </a:solidFill>
                <a:latin typeface="Noto Sans KR"/>
                <a:ea typeface="Noto Sans KR"/>
                <a:cs typeface="Noto Sans KR"/>
              </a:rPr>
              <a:t>사과를</a:t>
            </a:r>
          </a:p>
        </p:txBody>
      </p:sp>
      <p:sp>
        <p:nvSpPr>
          <p:cNvPr id="5" name="먹었다">
            <a:extLst xmlns:a="http://schemas.openxmlformats.org/drawingml/2006/main">
              <a:ext uri="{FF2B5EF4-FFF2-40B4-BE49-F238E27FC236}">
                <a16:creationId xmlns:a16="http://schemas.microsoft.com/office/drawing/2014/main" id="{B0B0E97E-85DF-493B-9CAC-91ABBA961C48}"/>
              </a:ext>
            </a:extLst>
          </p:cNvPr>
          <p:cNvSpPr>
            <a:spLocks xmlns:a="http://schemas.openxmlformats.org/drawingml/2006/main" noGrp="1"/>
          </p:cNvSpPr>
          <p:nvPr/>
        </p:nvSpPr>
        <p:spPr>
          <a:xfrm xmlns:a="http://schemas.openxmlformats.org/drawingml/2006/main">
            <a:off x="8305800" y="2219325"/>
            <a:ext cx="327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75" b="1">
                <a:solidFill>
                  <a:srgbClr val="17262C"/>
                </a:solidFill>
                <a:latin typeface="Noto Sans KR"/>
                <a:ea typeface="Noto Sans KR"/>
                <a:cs typeface="Noto Sans KR"/>
              </a:defRPr>
            </a:defPPr>
            <a:lvl1pPr algn="l">
              <a:defRPr sz="3375" b="1">
                <a:solidFill>
                  <a:srgbClr val="17262C"/>
                </a:solidFill>
                <a:latin typeface="Noto Sans KR"/>
                <a:ea typeface="Noto Sans KR"/>
                <a:cs typeface="Noto Sans KR"/>
              </a:defRPr>
            </a:lvl1pPr>
            <a:lvl2pPr algn="l">
              <a:defRPr sz="3375" b="1">
                <a:solidFill>
                  <a:srgbClr val="17262C"/>
                </a:solidFill>
                <a:latin typeface="Noto Sans KR"/>
                <a:ea typeface="Noto Sans KR"/>
                <a:cs typeface="Noto Sans KR"/>
              </a:defRPr>
            </a:lvl2pPr>
            <a:lvl3pPr algn="l">
              <a:defRPr sz="3375" b="1">
                <a:solidFill>
                  <a:srgbClr val="17262C"/>
                </a:solidFill>
                <a:latin typeface="Noto Sans KR"/>
                <a:ea typeface="Noto Sans KR"/>
                <a:cs typeface="Noto Sans KR"/>
              </a:defRPr>
            </a:lvl3pPr>
            <a:lvl4pPr algn="l">
              <a:defRPr sz="3375" b="1">
                <a:solidFill>
                  <a:srgbClr val="17262C"/>
                </a:solidFill>
                <a:latin typeface="Noto Sans KR"/>
                <a:ea typeface="Noto Sans KR"/>
                <a:cs typeface="Noto Sans KR"/>
              </a:defRPr>
            </a:lvl4pPr>
            <a:lvl5pPr algn="l">
              <a:defRPr sz="3375" b="1">
                <a:solidFill>
                  <a:srgbClr val="17262C"/>
                </a:solidFill>
                <a:latin typeface="Noto Sans KR"/>
                <a:ea typeface="Noto Sans KR"/>
                <a:cs typeface="Noto Sans KR"/>
              </a:defRPr>
            </a:lvl5pPr>
            <a:lvl6pPr algn="l">
              <a:defRPr sz="3375" b="1">
                <a:solidFill>
                  <a:srgbClr val="17262C"/>
                </a:solidFill>
                <a:latin typeface="Noto Sans KR"/>
                <a:ea typeface="Noto Sans KR"/>
                <a:cs typeface="Noto Sans KR"/>
              </a:defRPr>
            </a:lvl6pPr>
            <a:lvl7pPr algn="l">
              <a:defRPr sz="3375" b="1">
                <a:solidFill>
                  <a:srgbClr val="17262C"/>
                </a:solidFill>
                <a:latin typeface="Noto Sans KR"/>
                <a:ea typeface="Noto Sans KR"/>
                <a:cs typeface="Noto Sans KR"/>
              </a:defRPr>
            </a:lvl7pPr>
            <a:lvl8pPr algn="l">
              <a:defRPr sz="3375" b="1">
                <a:solidFill>
                  <a:srgbClr val="17262C"/>
                </a:solidFill>
                <a:latin typeface="Noto Sans KR"/>
                <a:ea typeface="Noto Sans KR"/>
                <a:cs typeface="Noto Sans KR"/>
              </a:defRPr>
            </a:lvl8pPr>
            <a:lvl9pPr algn="l">
              <a:defRPr sz="3375" b="1">
                <a:solidFill>
                  <a:srgbClr val="17262C"/>
                </a:solidFill>
                <a:latin typeface="Noto Sans KR"/>
                <a:ea typeface="Noto Sans KR"/>
                <a:cs typeface="Noto Sans KR"/>
              </a:defRPr>
            </a:lvl9pPr>
          </a:lstStyle>
          <a:p xmlns:a="http://schemas.openxmlformats.org/drawingml/2006/main">
            <a:pPr algn="l">
              <a:defRPr sz="3375" b="1">
                <a:solidFill>
                  <a:srgbClr val="17262C"/>
                </a:solidFill>
                <a:latin typeface="Noto Sans KR"/>
                <a:ea typeface="Noto Sans KR"/>
                <a:cs typeface="Noto Sans KR"/>
              </a:defRPr>
            </a:pPr>
            <a:r>
              <a:rPr sz="3375" b="1">
                <a:solidFill>
                  <a:srgbClr val="17262C"/>
                </a:solidFill>
                <a:latin typeface="Noto Sans KR"/>
                <a:ea typeface="Noto Sans KR"/>
                <a:cs typeface="Noto Sans KR"/>
              </a:rPr>
              <a:t>먹었다</a:t>
            </a:r>
          </a:p>
        </p:txBody>
      </p:sp>
      <p:sp>
        <p:nvSpPr>
          <p:cNvPr id="6" name="">
            <a:extLst xmlns:a="http://schemas.openxmlformats.org/drawingml/2006/main">
              <a:ext uri="{FF2B5EF4-FFF2-40B4-BE49-F238E27FC236}">
                <a16:creationId xmlns:a16="http://schemas.microsoft.com/office/drawing/2014/main" id="{A633E674-2526-4AED-A392-D8772699AD2E}"/>
              </a:ext>
            </a:extLst>
          </p:cNvPr>
          <p:cNvSpPr>
            <a:spLocks xmlns:a="http://schemas.openxmlformats.org/drawingml/2006/main" noGrp="1"/>
          </p:cNvSpPr>
          <p:nvPr/>
        </p:nvSpPr>
        <p:spPr>
          <a:xfrm xmlns:a="http://schemas.openxmlformats.org/drawingml/2006/main">
            <a:off x="609600" y="3238500"/>
            <a:ext cx="109728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7" name="먹었다">
            <a:extLst xmlns:a="http://schemas.openxmlformats.org/drawingml/2006/main">
              <a:ext uri="{FF2B5EF4-FFF2-40B4-BE49-F238E27FC236}">
                <a16:creationId xmlns:a16="http://schemas.microsoft.com/office/drawing/2014/main" id="{5489B1F2-7772-4862-B92F-5E23EE5EB032}"/>
              </a:ext>
            </a:extLst>
          </p:cNvPr>
          <p:cNvSpPr>
            <a:spLocks xmlns:a="http://schemas.openxmlformats.org/drawingml/2006/main" noGrp="1"/>
          </p:cNvSpPr>
          <p:nvPr/>
        </p:nvSpPr>
        <p:spPr>
          <a:xfrm xmlns:a="http://schemas.openxmlformats.org/drawingml/2006/main">
            <a:off x="609600" y="3914775"/>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5250" b="1">
                <a:solidFill>
                  <a:srgbClr val="17262C"/>
                </a:solidFill>
                <a:latin typeface="Noto Sans KR"/>
                <a:ea typeface="Noto Sans KR"/>
                <a:cs typeface="Noto Sans KR"/>
              </a:defRPr>
            </a:defPPr>
            <a:lvl1pPr algn="l">
              <a:defRPr sz="5250" b="1">
                <a:solidFill>
                  <a:srgbClr val="17262C"/>
                </a:solidFill>
                <a:latin typeface="Noto Sans KR"/>
                <a:ea typeface="Noto Sans KR"/>
                <a:cs typeface="Noto Sans KR"/>
              </a:defRPr>
            </a:lvl1pPr>
            <a:lvl2pPr algn="l">
              <a:defRPr sz="5250" b="1">
                <a:solidFill>
                  <a:srgbClr val="17262C"/>
                </a:solidFill>
                <a:latin typeface="Noto Sans KR"/>
                <a:ea typeface="Noto Sans KR"/>
                <a:cs typeface="Noto Sans KR"/>
              </a:defRPr>
            </a:lvl2pPr>
            <a:lvl3pPr algn="l">
              <a:defRPr sz="5250" b="1">
                <a:solidFill>
                  <a:srgbClr val="17262C"/>
                </a:solidFill>
                <a:latin typeface="Noto Sans KR"/>
                <a:ea typeface="Noto Sans KR"/>
                <a:cs typeface="Noto Sans KR"/>
              </a:defRPr>
            </a:lvl3pPr>
            <a:lvl4pPr algn="l">
              <a:defRPr sz="5250" b="1">
                <a:solidFill>
                  <a:srgbClr val="17262C"/>
                </a:solidFill>
                <a:latin typeface="Noto Sans KR"/>
                <a:ea typeface="Noto Sans KR"/>
                <a:cs typeface="Noto Sans KR"/>
              </a:defRPr>
            </a:lvl4pPr>
            <a:lvl5pPr algn="l">
              <a:defRPr sz="5250" b="1">
                <a:solidFill>
                  <a:srgbClr val="17262C"/>
                </a:solidFill>
                <a:latin typeface="Noto Sans KR"/>
                <a:ea typeface="Noto Sans KR"/>
                <a:cs typeface="Noto Sans KR"/>
              </a:defRPr>
            </a:lvl5pPr>
            <a:lvl6pPr algn="l">
              <a:defRPr sz="5250" b="1">
                <a:solidFill>
                  <a:srgbClr val="17262C"/>
                </a:solidFill>
                <a:latin typeface="Noto Sans KR"/>
                <a:ea typeface="Noto Sans KR"/>
                <a:cs typeface="Noto Sans KR"/>
              </a:defRPr>
            </a:lvl6pPr>
            <a:lvl7pPr algn="l">
              <a:defRPr sz="5250" b="1">
                <a:solidFill>
                  <a:srgbClr val="17262C"/>
                </a:solidFill>
                <a:latin typeface="Noto Sans KR"/>
                <a:ea typeface="Noto Sans KR"/>
                <a:cs typeface="Noto Sans KR"/>
              </a:defRPr>
            </a:lvl7pPr>
            <a:lvl8pPr algn="l">
              <a:defRPr sz="5250" b="1">
                <a:solidFill>
                  <a:srgbClr val="17262C"/>
                </a:solidFill>
                <a:latin typeface="Noto Sans KR"/>
                <a:ea typeface="Noto Sans KR"/>
                <a:cs typeface="Noto Sans KR"/>
              </a:defRPr>
            </a:lvl8pPr>
            <a:lvl9pPr algn="l">
              <a:defRPr sz="5250" b="1">
                <a:solidFill>
                  <a:srgbClr val="17262C"/>
                </a:solidFill>
                <a:latin typeface="Noto Sans KR"/>
                <a:ea typeface="Noto Sans KR"/>
                <a:cs typeface="Noto Sans KR"/>
              </a:defRPr>
            </a:lvl9pPr>
          </a:lstStyle>
          <a:p xmlns:a="http://schemas.openxmlformats.org/drawingml/2006/main">
            <a:pPr algn="l">
              <a:defRPr sz="5250" b="1">
                <a:solidFill>
                  <a:srgbClr val="17262C"/>
                </a:solidFill>
                <a:latin typeface="Noto Sans KR"/>
                <a:ea typeface="Noto Sans KR"/>
                <a:cs typeface="Noto Sans KR"/>
              </a:defRPr>
            </a:pPr>
            <a:r>
              <a:rPr sz="5250" b="1">
                <a:solidFill>
                  <a:srgbClr val="17262C"/>
                </a:solidFill>
                <a:latin typeface="Noto Sans KR"/>
                <a:ea typeface="Noto Sans KR"/>
                <a:cs typeface="Noto Sans KR"/>
              </a:rPr>
              <a:t>먹었다</a:t>
            </a:r>
          </a:p>
        </p:txBody>
      </p:sp>
      <p:sp>
        <p:nvSpPr>
          <p:cNvPr id="8" name="누가?   무엇을?">
            <a:extLst xmlns:a="http://schemas.openxmlformats.org/drawingml/2006/main">
              <a:ext uri="{FF2B5EF4-FFF2-40B4-BE49-F238E27FC236}">
                <a16:creationId xmlns:a16="http://schemas.microsoft.com/office/drawing/2014/main" id="{BEF0E4CE-48AA-495A-A5AA-6750FE33230C}"/>
              </a:ext>
            </a:extLst>
          </p:cNvPr>
          <p:cNvSpPr>
            <a:spLocks xmlns:a="http://schemas.openxmlformats.org/drawingml/2006/main" noGrp="1"/>
          </p:cNvSpPr>
          <p:nvPr/>
        </p:nvSpPr>
        <p:spPr>
          <a:xfrm xmlns:a="http://schemas.openxmlformats.org/drawingml/2006/main">
            <a:off x="6486525" y="4076700"/>
            <a:ext cx="509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625" b="1">
                <a:solidFill>
                  <a:srgbClr val="17262C"/>
                </a:solidFill>
                <a:latin typeface="Noto Sans KR"/>
                <a:ea typeface="Noto Sans KR"/>
                <a:cs typeface="Noto Sans KR"/>
              </a:defRPr>
            </a:defPPr>
            <a:lvl1pPr algn="l">
              <a:defRPr sz="2625" b="1">
                <a:solidFill>
                  <a:srgbClr val="17262C"/>
                </a:solidFill>
                <a:latin typeface="Noto Sans KR"/>
                <a:ea typeface="Noto Sans KR"/>
                <a:cs typeface="Noto Sans KR"/>
              </a:defRPr>
            </a:lvl1pPr>
            <a:lvl2pPr algn="l">
              <a:defRPr sz="2625" b="1">
                <a:solidFill>
                  <a:srgbClr val="17262C"/>
                </a:solidFill>
                <a:latin typeface="Noto Sans KR"/>
                <a:ea typeface="Noto Sans KR"/>
                <a:cs typeface="Noto Sans KR"/>
              </a:defRPr>
            </a:lvl2pPr>
            <a:lvl3pPr algn="l">
              <a:defRPr sz="2625" b="1">
                <a:solidFill>
                  <a:srgbClr val="17262C"/>
                </a:solidFill>
                <a:latin typeface="Noto Sans KR"/>
                <a:ea typeface="Noto Sans KR"/>
                <a:cs typeface="Noto Sans KR"/>
              </a:defRPr>
            </a:lvl3pPr>
            <a:lvl4pPr algn="l">
              <a:defRPr sz="2625" b="1">
                <a:solidFill>
                  <a:srgbClr val="17262C"/>
                </a:solidFill>
                <a:latin typeface="Noto Sans KR"/>
                <a:ea typeface="Noto Sans KR"/>
                <a:cs typeface="Noto Sans KR"/>
              </a:defRPr>
            </a:lvl4pPr>
            <a:lvl5pPr algn="l">
              <a:defRPr sz="2625" b="1">
                <a:solidFill>
                  <a:srgbClr val="17262C"/>
                </a:solidFill>
                <a:latin typeface="Noto Sans KR"/>
                <a:ea typeface="Noto Sans KR"/>
                <a:cs typeface="Noto Sans KR"/>
              </a:defRPr>
            </a:lvl5pPr>
            <a:lvl6pPr algn="l">
              <a:defRPr sz="2625" b="1">
                <a:solidFill>
                  <a:srgbClr val="17262C"/>
                </a:solidFill>
                <a:latin typeface="Noto Sans KR"/>
                <a:ea typeface="Noto Sans KR"/>
                <a:cs typeface="Noto Sans KR"/>
              </a:defRPr>
            </a:lvl6pPr>
            <a:lvl7pPr algn="l">
              <a:defRPr sz="2625" b="1">
                <a:solidFill>
                  <a:srgbClr val="17262C"/>
                </a:solidFill>
                <a:latin typeface="Noto Sans KR"/>
                <a:ea typeface="Noto Sans KR"/>
                <a:cs typeface="Noto Sans KR"/>
              </a:defRPr>
            </a:lvl7pPr>
            <a:lvl8pPr algn="l">
              <a:defRPr sz="2625" b="1">
                <a:solidFill>
                  <a:srgbClr val="17262C"/>
                </a:solidFill>
                <a:latin typeface="Noto Sans KR"/>
                <a:ea typeface="Noto Sans KR"/>
                <a:cs typeface="Noto Sans KR"/>
              </a:defRPr>
            </a:lvl8pPr>
            <a:lvl9pPr algn="l">
              <a:defRPr sz="2625" b="1">
                <a:solidFill>
                  <a:srgbClr val="17262C"/>
                </a:solidFill>
                <a:latin typeface="Noto Sans KR"/>
                <a:ea typeface="Noto Sans KR"/>
                <a:cs typeface="Noto Sans KR"/>
              </a:defRPr>
            </a:lvl9pPr>
          </a:lstStyle>
          <a:p xmlns:a="http://schemas.openxmlformats.org/drawingml/2006/main">
            <a:pPr algn="l">
              <a:defRPr sz="2625" b="1">
                <a:solidFill>
                  <a:srgbClr val="17262C"/>
                </a:solidFill>
                <a:latin typeface="Noto Sans KR"/>
                <a:ea typeface="Noto Sans KR"/>
                <a:cs typeface="Noto Sans KR"/>
              </a:defRPr>
            </a:pPr>
            <a:r>
              <a:rPr sz="2625" b="1">
                <a:solidFill>
                  <a:srgbClr val="17262C"/>
                </a:solidFill>
                <a:latin typeface="Noto Sans KR"/>
                <a:ea typeface="Noto Sans KR"/>
                <a:cs typeface="Noto Sans KR"/>
              </a:rPr>
              <a:t>누가?   무엇을?</a:t>
            </a:r>
          </a:p>
        </p:txBody>
      </p:sp>
      <p:sp>
        <p:nvSpPr>
          <p:cNvPr id="9" name="문장 속 다른 말의 정보도 함께 참고">
            <a:extLst xmlns:a="http://schemas.openxmlformats.org/drawingml/2006/main">
              <a:ext uri="{FF2B5EF4-FFF2-40B4-BE49-F238E27FC236}">
                <a16:creationId xmlns:a16="http://schemas.microsoft.com/office/drawing/2014/main" id="{B9ACEC16-4D78-4719-B92D-A81E12B630F9}"/>
              </a:ext>
            </a:extLst>
          </p:cNvPr>
          <p:cNvSpPr>
            <a:spLocks xmlns:a="http://schemas.openxmlformats.org/drawingml/2006/main" noGrp="1"/>
          </p:cNvSpPr>
          <p:nvPr/>
        </p:nvSpPr>
        <p:spPr>
          <a:xfrm xmlns:a="http://schemas.openxmlformats.org/drawingml/2006/main">
            <a:off x="6486525" y="4867275"/>
            <a:ext cx="50958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17262C"/>
                </a:solidFill>
                <a:latin typeface="Noto Sans KR"/>
                <a:ea typeface="Noto Sans KR"/>
                <a:cs typeface="Noto Sans KR"/>
              </a:defRPr>
            </a:defPPr>
            <a:lvl1pPr algn="l">
              <a:defRPr sz="2175" b="0">
                <a:solidFill>
                  <a:srgbClr val="17262C"/>
                </a:solidFill>
                <a:latin typeface="Noto Sans KR"/>
                <a:ea typeface="Noto Sans KR"/>
                <a:cs typeface="Noto Sans KR"/>
              </a:defRPr>
            </a:lvl1pPr>
            <a:lvl2pPr algn="l">
              <a:defRPr sz="2175" b="0">
                <a:solidFill>
                  <a:srgbClr val="17262C"/>
                </a:solidFill>
                <a:latin typeface="Noto Sans KR"/>
                <a:ea typeface="Noto Sans KR"/>
                <a:cs typeface="Noto Sans KR"/>
              </a:defRPr>
            </a:lvl2pPr>
            <a:lvl3pPr algn="l">
              <a:defRPr sz="2175" b="0">
                <a:solidFill>
                  <a:srgbClr val="17262C"/>
                </a:solidFill>
                <a:latin typeface="Noto Sans KR"/>
                <a:ea typeface="Noto Sans KR"/>
                <a:cs typeface="Noto Sans KR"/>
              </a:defRPr>
            </a:lvl3pPr>
            <a:lvl4pPr algn="l">
              <a:defRPr sz="2175" b="0">
                <a:solidFill>
                  <a:srgbClr val="17262C"/>
                </a:solidFill>
                <a:latin typeface="Noto Sans KR"/>
                <a:ea typeface="Noto Sans KR"/>
                <a:cs typeface="Noto Sans KR"/>
              </a:defRPr>
            </a:lvl4pPr>
            <a:lvl5pPr algn="l">
              <a:defRPr sz="2175" b="0">
                <a:solidFill>
                  <a:srgbClr val="17262C"/>
                </a:solidFill>
                <a:latin typeface="Noto Sans KR"/>
                <a:ea typeface="Noto Sans KR"/>
                <a:cs typeface="Noto Sans KR"/>
              </a:defRPr>
            </a:lvl5pPr>
            <a:lvl6pPr algn="l">
              <a:defRPr sz="2175" b="0">
                <a:solidFill>
                  <a:srgbClr val="17262C"/>
                </a:solidFill>
                <a:latin typeface="Noto Sans KR"/>
                <a:ea typeface="Noto Sans KR"/>
                <a:cs typeface="Noto Sans KR"/>
              </a:defRPr>
            </a:lvl6pPr>
            <a:lvl7pPr algn="l">
              <a:defRPr sz="2175" b="0">
                <a:solidFill>
                  <a:srgbClr val="17262C"/>
                </a:solidFill>
                <a:latin typeface="Noto Sans KR"/>
                <a:ea typeface="Noto Sans KR"/>
                <a:cs typeface="Noto Sans KR"/>
              </a:defRPr>
            </a:lvl7pPr>
            <a:lvl8pPr algn="l">
              <a:defRPr sz="2175" b="0">
                <a:solidFill>
                  <a:srgbClr val="17262C"/>
                </a:solidFill>
                <a:latin typeface="Noto Sans KR"/>
                <a:ea typeface="Noto Sans KR"/>
                <a:cs typeface="Noto Sans KR"/>
              </a:defRPr>
            </a:lvl8pPr>
            <a:lvl9pPr algn="l">
              <a:defRPr sz="2175" b="0">
                <a:solidFill>
                  <a:srgbClr val="17262C"/>
                </a:solidFill>
                <a:latin typeface="Noto Sans KR"/>
                <a:ea typeface="Noto Sans KR"/>
                <a:cs typeface="Noto Sans KR"/>
              </a:defRPr>
            </a:lvl9pPr>
          </a:lstStyle>
          <a:p xmlns:a="http://schemas.openxmlformats.org/drawingml/2006/main">
            <a:pPr algn="l">
              <a:defRPr sz="2175" b="0">
                <a:solidFill>
                  <a:srgbClr val="17262C"/>
                </a:solidFill>
                <a:latin typeface="Noto Sans KR"/>
                <a:ea typeface="Noto Sans KR"/>
                <a:cs typeface="Noto Sans KR"/>
              </a:defRPr>
            </a:pPr>
            <a:r>
              <a:rPr sz="2175" b="0">
                <a:solidFill>
                  <a:srgbClr val="17262C"/>
                </a:solidFill>
                <a:latin typeface="Noto Sans KR"/>
                <a:ea typeface="Noto Sans KR"/>
                <a:cs typeface="Noto Sans KR"/>
              </a:rPr>
              <a:t>문장 속 다른 말의 정보도 함께 참고</a:t>
            </a:r>
          </a:p>
        </p:txBody>
      </p:sp>
      <p:sp>
        <p:nvSpPr>
          <p:cNvPr id="10" name="어절 단위로 단순화한 설명용 예시">
            <a:extLst xmlns:a="http://schemas.openxmlformats.org/drawingml/2006/main">
              <a:ext uri="{FF2B5EF4-FFF2-40B4-BE49-F238E27FC236}">
                <a16:creationId xmlns:a16="http://schemas.microsoft.com/office/drawing/2014/main" id="{40C59EB0-E207-4D51-8C67-D7ED5DDA949D}"/>
              </a:ext>
            </a:extLst>
          </p:cNvPr>
          <p:cNvSpPr>
            <a:spLocks xmlns:a="http://schemas.openxmlformats.org/drawingml/2006/main" noGrp="1"/>
          </p:cNvSpPr>
          <p:nvPr/>
        </p:nvSpPr>
        <p:spPr>
          <a:xfrm xmlns:a="http://schemas.openxmlformats.org/drawingml/2006/main">
            <a:off x="609600" y="63341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657578"/>
                </a:solidFill>
                <a:latin typeface="Noto Sans KR"/>
                <a:ea typeface="Noto Sans KR"/>
                <a:cs typeface="Noto Sans KR"/>
              </a:defRPr>
            </a:defPPr>
            <a:lvl1pPr algn="l">
              <a:defRPr sz="1425" b="0">
                <a:solidFill>
                  <a:srgbClr val="657578"/>
                </a:solidFill>
                <a:latin typeface="Noto Sans KR"/>
                <a:ea typeface="Noto Sans KR"/>
                <a:cs typeface="Noto Sans KR"/>
              </a:defRPr>
            </a:lvl1pPr>
            <a:lvl2pPr algn="l">
              <a:defRPr sz="1425" b="0">
                <a:solidFill>
                  <a:srgbClr val="657578"/>
                </a:solidFill>
                <a:latin typeface="Noto Sans KR"/>
                <a:ea typeface="Noto Sans KR"/>
                <a:cs typeface="Noto Sans KR"/>
              </a:defRPr>
            </a:lvl2pPr>
            <a:lvl3pPr algn="l">
              <a:defRPr sz="1425" b="0">
                <a:solidFill>
                  <a:srgbClr val="657578"/>
                </a:solidFill>
                <a:latin typeface="Noto Sans KR"/>
                <a:ea typeface="Noto Sans KR"/>
                <a:cs typeface="Noto Sans KR"/>
              </a:defRPr>
            </a:lvl3pPr>
            <a:lvl4pPr algn="l">
              <a:defRPr sz="1425" b="0">
                <a:solidFill>
                  <a:srgbClr val="657578"/>
                </a:solidFill>
                <a:latin typeface="Noto Sans KR"/>
                <a:ea typeface="Noto Sans KR"/>
                <a:cs typeface="Noto Sans KR"/>
              </a:defRPr>
            </a:lvl4pPr>
            <a:lvl5pPr algn="l">
              <a:defRPr sz="1425" b="0">
                <a:solidFill>
                  <a:srgbClr val="657578"/>
                </a:solidFill>
                <a:latin typeface="Noto Sans KR"/>
                <a:ea typeface="Noto Sans KR"/>
                <a:cs typeface="Noto Sans KR"/>
              </a:defRPr>
            </a:lvl5pPr>
            <a:lvl6pPr algn="l">
              <a:defRPr sz="1425" b="0">
                <a:solidFill>
                  <a:srgbClr val="657578"/>
                </a:solidFill>
                <a:latin typeface="Noto Sans KR"/>
                <a:ea typeface="Noto Sans KR"/>
                <a:cs typeface="Noto Sans KR"/>
              </a:defRPr>
            </a:lvl6pPr>
            <a:lvl7pPr algn="l">
              <a:defRPr sz="1425" b="0">
                <a:solidFill>
                  <a:srgbClr val="657578"/>
                </a:solidFill>
                <a:latin typeface="Noto Sans KR"/>
                <a:ea typeface="Noto Sans KR"/>
                <a:cs typeface="Noto Sans KR"/>
              </a:defRPr>
            </a:lvl7pPr>
            <a:lvl8pPr algn="l">
              <a:defRPr sz="1425" b="0">
                <a:solidFill>
                  <a:srgbClr val="657578"/>
                </a:solidFill>
                <a:latin typeface="Noto Sans KR"/>
                <a:ea typeface="Noto Sans KR"/>
                <a:cs typeface="Noto Sans KR"/>
              </a:defRPr>
            </a:lvl8pPr>
            <a:lvl9pPr algn="l">
              <a:defRPr sz="1425" b="0">
                <a:solidFill>
                  <a:srgbClr val="657578"/>
                </a:solidFill>
                <a:latin typeface="Noto Sans KR"/>
                <a:ea typeface="Noto Sans KR"/>
                <a:cs typeface="Noto Sans KR"/>
              </a:defRPr>
            </a:lvl9pPr>
          </a:lstStyle>
          <a:p xmlns:a="http://schemas.openxmlformats.org/drawingml/2006/main">
            <a:pPr algn="l">
              <a:defRPr sz="1425" b="0">
                <a:solidFill>
                  <a:srgbClr val="657578"/>
                </a:solidFill>
                <a:latin typeface="Noto Sans KR"/>
                <a:ea typeface="Noto Sans KR"/>
                <a:cs typeface="Noto Sans KR"/>
              </a:defRPr>
            </a:pPr>
            <a:r>
              <a:rPr sz="1425" b="0">
                <a:solidFill>
                  <a:srgbClr val="657578"/>
                </a:solidFill>
                <a:latin typeface="Noto Sans KR"/>
                <a:ea typeface="Noto Sans KR"/>
                <a:cs typeface="Noto Sans KR"/>
              </a:rPr>
              <a:t>어절 단위로 단순화한 설명용 예시</a:t>
            </a:r>
          </a:p>
        </p:txBody>
      </p:sp>
    </p:spTree>
    <p:extLst>
      <p:ext uri="{BB962C8B-B14F-4D97-AF65-F5344CB8AC3E}">
        <p14:creationId xmlns:p14="http://schemas.microsoft.com/office/powerpoint/2010/main" val="44696833"/>
      </p:ext>
    </p:extLst>
  </p:cSld>
</p:sld>
</file>

<file path=ppt/slides/slide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참고하는 비율로 정보를 섞기">
            <a:extLst xmlns:a="http://schemas.openxmlformats.org/drawingml/2006/main">
              <a:ext uri="{FF2B5EF4-FFF2-40B4-BE49-F238E27FC236}">
                <a16:creationId xmlns:a16="http://schemas.microsoft.com/office/drawing/2014/main" id="{843476AA-7EA7-4633-9DFD-ED97BC3AA3BD}"/>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참고하는 비율로 정보를 섞기</a:t>
            </a:r>
          </a:p>
        </p:txBody>
      </p:sp>
      <p:sp>
        <p:nvSpPr>
          <p:cNvPr id="2" name="03">
            <a:extLst xmlns:a="http://schemas.openxmlformats.org/drawingml/2006/main">
              <a:ext uri="{FF2B5EF4-FFF2-40B4-BE49-F238E27FC236}">
                <a16:creationId xmlns:a16="http://schemas.microsoft.com/office/drawing/2014/main" id="{A44E5363-F429-4BBF-A113-937F74124CC2}"/>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03</a:t>
            </a:r>
          </a:p>
        </p:txBody>
      </p:sp>
      <p:sp>
        <p:nvSpPr>
          <p:cNvPr id="3" name="먹었다">
            <a:extLst xmlns:a="http://schemas.openxmlformats.org/drawingml/2006/main">
              <a:ext uri="{FF2B5EF4-FFF2-40B4-BE49-F238E27FC236}">
                <a16:creationId xmlns:a16="http://schemas.microsoft.com/office/drawing/2014/main" id="{945CFAB2-E049-46A2-8564-708573860310}"/>
              </a:ext>
            </a:extLst>
          </p:cNvPr>
          <p:cNvSpPr>
            <a:spLocks xmlns:a="http://schemas.openxmlformats.org/drawingml/2006/main" noGrp="1"/>
          </p:cNvSpPr>
          <p:nvPr/>
        </p:nvSpPr>
        <p:spPr>
          <a:xfrm xmlns:a="http://schemas.openxmlformats.org/drawingml/2006/main">
            <a:off x="609600" y="2400300"/>
            <a:ext cx="4953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5250" b="1">
                <a:solidFill>
                  <a:srgbClr val="17262C"/>
                </a:solidFill>
                <a:latin typeface="Noto Sans KR"/>
                <a:ea typeface="Noto Sans KR"/>
                <a:cs typeface="Noto Sans KR"/>
              </a:defRPr>
            </a:defPPr>
            <a:lvl1pPr algn="l">
              <a:defRPr sz="5250" b="1">
                <a:solidFill>
                  <a:srgbClr val="17262C"/>
                </a:solidFill>
                <a:latin typeface="Noto Sans KR"/>
                <a:ea typeface="Noto Sans KR"/>
                <a:cs typeface="Noto Sans KR"/>
              </a:defRPr>
            </a:lvl1pPr>
            <a:lvl2pPr algn="l">
              <a:defRPr sz="5250" b="1">
                <a:solidFill>
                  <a:srgbClr val="17262C"/>
                </a:solidFill>
                <a:latin typeface="Noto Sans KR"/>
                <a:ea typeface="Noto Sans KR"/>
                <a:cs typeface="Noto Sans KR"/>
              </a:defRPr>
            </a:lvl2pPr>
            <a:lvl3pPr algn="l">
              <a:defRPr sz="5250" b="1">
                <a:solidFill>
                  <a:srgbClr val="17262C"/>
                </a:solidFill>
                <a:latin typeface="Noto Sans KR"/>
                <a:ea typeface="Noto Sans KR"/>
                <a:cs typeface="Noto Sans KR"/>
              </a:defRPr>
            </a:lvl3pPr>
            <a:lvl4pPr algn="l">
              <a:defRPr sz="5250" b="1">
                <a:solidFill>
                  <a:srgbClr val="17262C"/>
                </a:solidFill>
                <a:latin typeface="Noto Sans KR"/>
                <a:ea typeface="Noto Sans KR"/>
                <a:cs typeface="Noto Sans KR"/>
              </a:defRPr>
            </a:lvl4pPr>
            <a:lvl5pPr algn="l">
              <a:defRPr sz="5250" b="1">
                <a:solidFill>
                  <a:srgbClr val="17262C"/>
                </a:solidFill>
                <a:latin typeface="Noto Sans KR"/>
                <a:ea typeface="Noto Sans KR"/>
                <a:cs typeface="Noto Sans KR"/>
              </a:defRPr>
            </a:lvl5pPr>
            <a:lvl6pPr algn="l">
              <a:defRPr sz="5250" b="1">
                <a:solidFill>
                  <a:srgbClr val="17262C"/>
                </a:solidFill>
                <a:latin typeface="Noto Sans KR"/>
                <a:ea typeface="Noto Sans KR"/>
                <a:cs typeface="Noto Sans KR"/>
              </a:defRPr>
            </a:lvl6pPr>
            <a:lvl7pPr algn="l">
              <a:defRPr sz="5250" b="1">
                <a:solidFill>
                  <a:srgbClr val="17262C"/>
                </a:solidFill>
                <a:latin typeface="Noto Sans KR"/>
                <a:ea typeface="Noto Sans KR"/>
                <a:cs typeface="Noto Sans KR"/>
              </a:defRPr>
            </a:lvl7pPr>
            <a:lvl8pPr algn="l">
              <a:defRPr sz="5250" b="1">
                <a:solidFill>
                  <a:srgbClr val="17262C"/>
                </a:solidFill>
                <a:latin typeface="Noto Sans KR"/>
                <a:ea typeface="Noto Sans KR"/>
                <a:cs typeface="Noto Sans KR"/>
              </a:defRPr>
            </a:lvl8pPr>
            <a:lvl9pPr algn="l">
              <a:defRPr sz="5250" b="1">
                <a:solidFill>
                  <a:srgbClr val="17262C"/>
                </a:solidFill>
                <a:latin typeface="Noto Sans KR"/>
                <a:ea typeface="Noto Sans KR"/>
                <a:cs typeface="Noto Sans KR"/>
              </a:defRPr>
            </a:lvl9pPr>
          </a:lstStyle>
          <a:p xmlns:a="http://schemas.openxmlformats.org/drawingml/2006/main">
            <a:pPr algn="l">
              <a:defRPr sz="5250" b="1">
                <a:solidFill>
                  <a:srgbClr val="17262C"/>
                </a:solidFill>
                <a:latin typeface="Noto Sans KR"/>
                <a:ea typeface="Noto Sans KR"/>
                <a:cs typeface="Noto Sans KR"/>
              </a:defRPr>
            </a:pPr>
            <a:r>
              <a:rPr sz="5250" b="1">
                <a:solidFill>
                  <a:srgbClr val="17262C"/>
                </a:solidFill>
                <a:latin typeface="Noto Sans KR"/>
                <a:ea typeface="Noto Sans KR"/>
                <a:cs typeface="Noto Sans KR"/>
              </a:rPr>
              <a:t>먹었다</a:t>
            </a:r>
          </a:p>
        </p:txBody>
      </p:sp>
      <p:sp>
        <p:nvSpPr>
          <p:cNvPr id="4" name="각 말이 가진 정보를 이 비율로 섞는다">
            <a:extLst xmlns:a="http://schemas.openxmlformats.org/drawingml/2006/main">
              <a:ext uri="{FF2B5EF4-FFF2-40B4-BE49-F238E27FC236}">
                <a16:creationId xmlns:a16="http://schemas.microsoft.com/office/drawing/2014/main" id="{5B11D5DF-2713-4056-A03F-24F438109062}"/>
              </a:ext>
            </a:extLst>
          </p:cNvPr>
          <p:cNvSpPr>
            <a:spLocks xmlns:a="http://schemas.openxmlformats.org/drawingml/2006/main" noGrp="1"/>
          </p:cNvSpPr>
          <p:nvPr/>
        </p:nvSpPr>
        <p:spPr>
          <a:xfrm xmlns:a="http://schemas.openxmlformats.org/drawingml/2006/main">
            <a:off x="609600" y="401002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0">
                <a:solidFill>
                  <a:srgbClr val="17262C"/>
                </a:solidFill>
                <a:latin typeface="Noto Sans KR"/>
                <a:ea typeface="Noto Sans KR"/>
                <a:cs typeface="Noto Sans KR"/>
              </a:defRPr>
            </a:defPPr>
            <a:lvl1pPr algn="l">
              <a:defRPr sz="2550" b="0">
                <a:solidFill>
                  <a:srgbClr val="17262C"/>
                </a:solidFill>
                <a:latin typeface="Noto Sans KR"/>
                <a:ea typeface="Noto Sans KR"/>
                <a:cs typeface="Noto Sans KR"/>
              </a:defRPr>
            </a:lvl1pPr>
            <a:lvl2pPr algn="l">
              <a:defRPr sz="2550" b="0">
                <a:solidFill>
                  <a:srgbClr val="17262C"/>
                </a:solidFill>
                <a:latin typeface="Noto Sans KR"/>
                <a:ea typeface="Noto Sans KR"/>
                <a:cs typeface="Noto Sans KR"/>
              </a:defRPr>
            </a:lvl2pPr>
            <a:lvl3pPr algn="l">
              <a:defRPr sz="2550" b="0">
                <a:solidFill>
                  <a:srgbClr val="17262C"/>
                </a:solidFill>
                <a:latin typeface="Noto Sans KR"/>
                <a:ea typeface="Noto Sans KR"/>
                <a:cs typeface="Noto Sans KR"/>
              </a:defRPr>
            </a:lvl3pPr>
            <a:lvl4pPr algn="l">
              <a:defRPr sz="2550" b="0">
                <a:solidFill>
                  <a:srgbClr val="17262C"/>
                </a:solidFill>
                <a:latin typeface="Noto Sans KR"/>
                <a:ea typeface="Noto Sans KR"/>
                <a:cs typeface="Noto Sans KR"/>
              </a:defRPr>
            </a:lvl4pPr>
            <a:lvl5pPr algn="l">
              <a:defRPr sz="2550" b="0">
                <a:solidFill>
                  <a:srgbClr val="17262C"/>
                </a:solidFill>
                <a:latin typeface="Noto Sans KR"/>
                <a:ea typeface="Noto Sans KR"/>
                <a:cs typeface="Noto Sans KR"/>
              </a:defRPr>
            </a:lvl5pPr>
            <a:lvl6pPr algn="l">
              <a:defRPr sz="2550" b="0">
                <a:solidFill>
                  <a:srgbClr val="17262C"/>
                </a:solidFill>
                <a:latin typeface="Noto Sans KR"/>
                <a:ea typeface="Noto Sans KR"/>
                <a:cs typeface="Noto Sans KR"/>
              </a:defRPr>
            </a:lvl6pPr>
            <a:lvl7pPr algn="l">
              <a:defRPr sz="2550" b="0">
                <a:solidFill>
                  <a:srgbClr val="17262C"/>
                </a:solidFill>
                <a:latin typeface="Noto Sans KR"/>
                <a:ea typeface="Noto Sans KR"/>
                <a:cs typeface="Noto Sans KR"/>
              </a:defRPr>
            </a:lvl7pPr>
            <a:lvl8pPr algn="l">
              <a:defRPr sz="2550" b="0">
                <a:solidFill>
                  <a:srgbClr val="17262C"/>
                </a:solidFill>
                <a:latin typeface="Noto Sans KR"/>
                <a:ea typeface="Noto Sans KR"/>
                <a:cs typeface="Noto Sans KR"/>
              </a:defRPr>
            </a:lvl8pPr>
            <a:lvl9pPr algn="l">
              <a:defRPr sz="2550" b="0">
                <a:solidFill>
                  <a:srgbClr val="17262C"/>
                </a:solidFill>
                <a:latin typeface="Noto Sans KR"/>
                <a:ea typeface="Noto Sans KR"/>
                <a:cs typeface="Noto Sans KR"/>
              </a:defRPr>
            </a:lvl9pPr>
          </a:lstStyle>
          <a:p xmlns:a="http://schemas.openxmlformats.org/drawingml/2006/main">
            <a:pPr algn="l">
              <a:defRPr sz="2550" b="0">
                <a:solidFill>
                  <a:srgbClr val="17262C"/>
                </a:solidFill>
                <a:latin typeface="Noto Sans KR"/>
                <a:ea typeface="Noto Sans KR"/>
                <a:cs typeface="Noto Sans KR"/>
              </a:defRPr>
            </a:pPr>
            <a:r>
              <a:rPr sz="2550" b="0">
                <a:solidFill>
                  <a:srgbClr val="17262C"/>
                </a:solidFill>
                <a:latin typeface="Noto Sans KR"/>
                <a:ea typeface="Noto Sans KR"/>
                <a:cs typeface="Noto Sans KR"/>
              </a:rPr>
              <a:t>각 말이 가진 정보를</a:t>
            </a:r>
          </a:p>
          <a:p xmlns:a="http://schemas.openxmlformats.org/drawingml/2006/main">
            <a:pPr algn="l">
              <a:defRPr sz="2550" b="0">
                <a:solidFill>
                  <a:srgbClr val="17262C"/>
                </a:solidFill>
                <a:latin typeface="Noto Sans KR"/>
                <a:ea typeface="Noto Sans KR"/>
                <a:cs typeface="Noto Sans KR"/>
              </a:defRPr>
            </a:pPr>
            <a:r>
              <a:rPr sz="2550" b="0">
                <a:solidFill>
                  <a:srgbClr val="17262C"/>
                </a:solidFill>
                <a:latin typeface="Noto Sans KR"/>
                <a:ea typeface="Noto Sans KR"/>
                <a:cs typeface="Noto Sans KR"/>
              </a:rPr>
              <a:t>이 비율로 섞는다</a:t>
            </a:r>
          </a:p>
        </p:txBody>
      </p:sp>
      <p:graphicFrame>
        <p:nvGraphicFramePr>
          <p:cNvPr id="5" name="">
            <a:extLst xmlns:a="http://schemas.openxmlformats.org/drawingml/2006/main">
              <a:ext uri="{FF2B5EF4-FFF2-40B4-BE49-F238E27FC236}">
                <a16:creationId xmlns:a16="http://schemas.microsoft.com/office/drawing/2014/main" id="{05CD9712-5484-4541-B255-06960D0727D8}"/>
              </a:ext>
            </a:extLst>
          </p:cNvPr>
          <p:cNvGraphicFramePr/>
          <p:nvPr/>
        </p:nvGraphicFramePr>
        <p:xfrm>
          <a:off xmlns:a="http://schemas.openxmlformats.org/drawingml/2006/main" x="6486525" y="2143125"/>
          <a:ext xmlns:a="http://schemas.openxmlformats.org/drawingml/2006/main" cx="5095875" cy="2857500"/>
        </p:xfrm>
        <a:graphic xmlns:a="http://schemas.openxmlformats.org/drawingml/2006/main">
          <a:graphicData uri="http://schemas.openxmlformats.org/drawingml/2006/table">
            <a:tbl>
              <a:tblPr firstRow="0" bandRow="0"/>
              <a:tblGrid>
                <a:gridCol w="3333750"/>
                <a:gridCol w="1762125"/>
              </a:tblGrid>
              <a:tr h="714375">
                <a:tc>
                  <a:txBody>
                    <a:bodyPr lIns="114300" tIns="114300" rIns="114300" bIns="114300"/>
                    <a:lstStyle/>
                    <a:p>
                      <a:r>
                        <a:rPr sz="1650" b="1">
                          <a:solidFill>
                            <a:srgbClr val="657578"/>
                          </a:solidFill>
                          <a:latin typeface="Noto Sans KR"/>
                          <a:ea typeface="Noto Sans KR"/>
                          <a:cs typeface="Noto Sans KR"/>
                        </a:rPr>
                        <a:t>참고할 말</a:t>
                      </a:r>
                    </a:p>
                  </a:txBody>
                  <a:tcPr marL="91440" marR="91440" marT="45720" marB="45720" anchor="ctr">
                    <a:lnL w="9525">
                      <a:solidFill>
                        <a:srgbClr val="B3C3C1"/>
                      </a:solidFill>
                      <a:prstDash val="solid"/>
                    </a:lnL>
                    <a:lnR w="9525">
                      <a:solidFill>
                        <a:srgbClr val="B3C3C1"/>
                      </a:solidFill>
                      <a:prstDash val="solid"/>
                    </a:lnR>
                    <a:lnT w="9525">
                      <a:solidFill>
                        <a:srgbClr val="B3C3C1"/>
                      </a:solidFill>
                      <a:prstDash val="solid"/>
                    </a:lnT>
                    <a:lnB w="9525">
                      <a:solidFill>
                        <a:srgbClr val="B3C3C1"/>
                      </a:solidFill>
                      <a:prstDash val="solid"/>
                    </a:lnB>
                    <a:solidFill>
                      <a:srgbClr val="EFF7F4"/>
                    </a:solidFill>
                  </a:tcPr>
                </a:tc>
                <a:tc>
                  <a:txBody>
                    <a:bodyPr lIns="114300" tIns="114300" rIns="114300" bIns="114300"/>
                    <a:lstStyle/>
                    <a:p>
                      <a:r>
                        <a:rPr sz="1650" b="1">
                          <a:solidFill>
                            <a:srgbClr val="657578"/>
                          </a:solidFill>
                          <a:latin typeface="Noto Sans KR"/>
                          <a:ea typeface="Noto Sans KR"/>
                          <a:cs typeface="Noto Sans KR"/>
                        </a:rPr>
                        <a:t>참고 비율</a:t>
                      </a:r>
                    </a:p>
                  </a:txBody>
                  <a:tcPr marL="91440" marR="91440" marT="45720" marB="45720" anchor="ctr">
                    <a:lnR w="9525">
                      <a:solidFill>
                        <a:srgbClr val="B3C3C1"/>
                      </a:solidFill>
                      <a:prstDash val="solid"/>
                    </a:lnR>
                    <a:lnT w="9525">
                      <a:solidFill>
                        <a:srgbClr val="B3C3C1"/>
                      </a:solidFill>
                      <a:prstDash val="solid"/>
                    </a:lnT>
                    <a:lnB w="9525">
                      <a:solidFill>
                        <a:srgbClr val="B3C3C1"/>
                      </a:solidFill>
                      <a:prstDash val="solid"/>
                    </a:lnB>
                    <a:solidFill>
                      <a:srgbClr val="EFF7F4"/>
                    </a:solidFill>
                  </a:tcPr>
                </a:tc>
              </a:tr>
              <a:tr h="714375">
                <a:tc>
                  <a:txBody>
                    <a:bodyPr lIns="114300" tIns="114300" rIns="114300" bIns="114300"/>
                    <a:lstStyle/>
                    <a:p>
                      <a:r>
                        <a:rPr sz="1875" b="0">
                          <a:solidFill>
                            <a:srgbClr val="17262C"/>
                          </a:solidFill>
                          <a:latin typeface="Noto Sans KR"/>
                          <a:ea typeface="Noto Sans KR"/>
                          <a:cs typeface="Noto Sans KR"/>
                        </a:rPr>
                        <a:t>나는</a:t>
                      </a:r>
                    </a:p>
                  </a:txBody>
                  <a:tcPr marL="91440" marR="91440" marT="45720" marB="45720" anchor="ctr">
                    <a:lnL w="9525">
                      <a:solidFill>
                        <a:srgbClr val="B3C3C1"/>
                      </a:solidFill>
                      <a:prstDash val="solid"/>
                    </a:lnL>
                    <a:lnR w="9525">
                      <a:solidFill>
                        <a:srgbClr val="B3C3C1"/>
                      </a:solidFill>
                      <a:prstDash val="solid"/>
                    </a:lnR>
                    <a:lnB w="9525">
                      <a:solidFill>
                        <a:srgbClr val="B3C3C1"/>
                      </a:solidFill>
                      <a:prstDash val="solid"/>
                    </a:lnB>
                    <a:solidFill>
                      <a:srgbClr val="FCFDFC"/>
                    </a:solidFill>
                  </a:tcPr>
                </a:tc>
                <a:tc>
                  <a:txBody>
                    <a:bodyPr lIns="114300" tIns="114300" rIns="114300" bIns="114300"/>
                    <a:lstStyle/>
                    <a:p>
                      <a:r>
                        <a:rPr sz="1875" b="0">
                          <a:solidFill>
                            <a:srgbClr val="17262C"/>
                          </a:solidFill>
                          <a:latin typeface="Noto Sans KR"/>
                          <a:ea typeface="Noto Sans KR"/>
                          <a:cs typeface="Noto Sans KR"/>
                        </a:rPr>
                        <a:t>20%</a:t>
                      </a:r>
                    </a:p>
                  </a:txBody>
                  <a:tcPr marL="91440" marR="91440" marT="45720" marB="45720" anchor="ctr">
                    <a:lnR w="9525">
                      <a:solidFill>
                        <a:srgbClr val="B3C3C1"/>
                      </a:solidFill>
                      <a:prstDash val="solid"/>
                    </a:lnR>
                    <a:lnB w="9525">
                      <a:solidFill>
                        <a:srgbClr val="B3C3C1"/>
                      </a:solidFill>
                      <a:prstDash val="solid"/>
                    </a:lnB>
                    <a:solidFill>
                      <a:srgbClr val="FCFDFC"/>
                    </a:solidFill>
                  </a:tcPr>
                </a:tc>
              </a:tr>
              <a:tr h="714375">
                <a:tc>
                  <a:txBody>
                    <a:bodyPr lIns="114300" tIns="114300" rIns="114300" bIns="114300"/>
                    <a:lstStyle/>
                    <a:p>
                      <a:r>
                        <a:rPr sz="1875" b="0">
                          <a:solidFill>
                            <a:srgbClr val="17262C"/>
                          </a:solidFill>
                          <a:latin typeface="Noto Sans KR"/>
                          <a:ea typeface="Noto Sans KR"/>
                          <a:cs typeface="Noto Sans KR"/>
                        </a:rPr>
                        <a:t>사과를</a:t>
                      </a:r>
                    </a:p>
                  </a:txBody>
                  <a:tcPr marL="91440" marR="91440" marT="45720" marB="45720" anchor="ctr">
                    <a:lnL w="9525">
                      <a:solidFill>
                        <a:srgbClr val="B3C3C1"/>
                      </a:solidFill>
                      <a:prstDash val="solid"/>
                    </a:lnL>
                    <a:lnR w="9525">
                      <a:solidFill>
                        <a:srgbClr val="B3C3C1"/>
                      </a:solidFill>
                      <a:prstDash val="solid"/>
                    </a:lnR>
                    <a:lnB w="9525">
                      <a:solidFill>
                        <a:srgbClr val="B3C3C1"/>
                      </a:solidFill>
                      <a:prstDash val="solid"/>
                    </a:lnB>
                    <a:solidFill>
                      <a:srgbClr val="FCFDFC"/>
                    </a:solidFill>
                  </a:tcPr>
                </a:tc>
                <a:tc>
                  <a:txBody>
                    <a:bodyPr lIns="114300" tIns="114300" rIns="114300" bIns="114300"/>
                    <a:lstStyle/>
                    <a:p>
                      <a:r>
                        <a:rPr sz="1875" b="0">
                          <a:solidFill>
                            <a:srgbClr val="17262C"/>
                          </a:solidFill>
                          <a:latin typeface="Noto Sans KR"/>
                          <a:ea typeface="Noto Sans KR"/>
                          <a:cs typeface="Noto Sans KR"/>
                        </a:rPr>
                        <a:t>50%</a:t>
                      </a:r>
                    </a:p>
                  </a:txBody>
                  <a:tcPr marL="91440" marR="91440" marT="45720" marB="45720" anchor="ctr">
                    <a:lnR w="9525">
                      <a:solidFill>
                        <a:srgbClr val="B3C3C1"/>
                      </a:solidFill>
                      <a:prstDash val="solid"/>
                    </a:lnR>
                    <a:lnB w="9525">
                      <a:solidFill>
                        <a:srgbClr val="B3C3C1"/>
                      </a:solidFill>
                      <a:prstDash val="solid"/>
                    </a:lnB>
                    <a:solidFill>
                      <a:srgbClr val="FCFDFC"/>
                    </a:solidFill>
                  </a:tcPr>
                </a:tc>
              </a:tr>
              <a:tr h="714375">
                <a:tc>
                  <a:txBody>
                    <a:bodyPr lIns="114300" tIns="114300" rIns="114300" bIns="114300"/>
                    <a:lstStyle/>
                    <a:p>
                      <a:r>
                        <a:rPr sz="1875" b="0">
                          <a:solidFill>
                            <a:srgbClr val="17262C"/>
                          </a:solidFill>
                          <a:latin typeface="Noto Sans KR"/>
                          <a:ea typeface="Noto Sans KR"/>
                          <a:cs typeface="Noto Sans KR"/>
                        </a:rPr>
                        <a:t>먹었다</a:t>
                      </a:r>
                    </a:p>
                  </a:txBody>
                  <a:tcPr marL="91440" marR="91440" marT="45720" marB="45720" anchor="ctr">
                    <a:lnL w="9525">
                      <a:solidFill>
                        <a:srgbClr val="B3C3C1"/>
                      </a:solidFill>
                      <a:prstDash val="solid"/>
                    </a:lnL>
                    <a:lnR w="9525">
                      <a:solidFill>
                        <a:srgbClr val="B3C3C1"/>
                      </a:solidFill>
                      <a:prstDash val="solid"/>
                    </a:lnR>
                    <a:lnB w="9525">
                      <a:solidFill>
                        <a:srgbClr val="B3C3C1"/>
                      </a:solidFill>
                      <a:prstDash val="solid"/>
                    </a:lnB>
                    <a:solidFill>
                      <a:srgbClr val="FCFDFC"/>
                    </a:solidFill>
                  </a:tcPr>
                </a:tc>
                <a:tc>
                  <a:txBody>
                    <a:bodyPr lIns="114300" tIns="114300" rIns="114300" bIns="114300"/>
                    <a:lstStyle/>
                    <a:p>
                      <a:r>
                        <a:rPr sz="1875" b="0">
                          <a:solidFill>
                            <a:srgbClr val="17262C"/>
                          </a:solidFill>
                          <a:latin typeface="Noto Sans KR"/>
                          <a:ea typeface="Noto Sans KR"/>
                          <a:cs typeface="Noto Sans KR"/>
                        </a:rPr>
                        <a:t>30%</a:t>
                      </a:r>
                    </a:p>
                  </a:txBody>
                  <a:tcPr marL="91440" marR="91440" marT="45720" marB="45720" anchor="ctr">
                    <a:lnR w="9525">
                      <a:solidFill>
                        <a:srgbClr val="B3C3C1"/>
                      </a:solidFill>
                      <a:prstDash val="solid"/>
                    </a:lnR>
                    <a:lnB w="9525">
                      <a:solidFill>
                        <a:srgbClr val="B3C3C1"/>
                      </a:solidFill>
                      <a:prstDash val="solid"/>
                    </a:lnB>
                    <a:solidFill>
                      <a:srgbClr val="FCFDFC"/>
                    </a:solidFill>
                  </a:tcPr>
                </a:tc>
              </a:tr>
            </a:tbl>
          </a:graphicData>
        </a:graphic>
      </p:graphicFrame>
      <p:sp>
        <p:nvSpPr>
          <p:cNvPr id="6" name="비율은 입력에 따라 계산">
            <a:extLst xmlns:a="http://schemas.openxmlformats.org/drawingml/2006/main">
              <a:ext uri="{FF2B5EF4-FFF2-40B4-BE49-F238E27FC236}">
                <a16:creationId xmlns:a16="http://schemas.microsoft.com/office/drawing/2014/main" id="{4F3635BF-3964-4F17-825A-8FDFD5043551}"/>
              </a:ext>
            </a:extLst>
          </p:cNvPr>
          <p:cNvSpPr>
            <a:spLocks xmlns:a="http://schemas.openxmlformats.org/drawingml/2006/main" noGrp="1"/>
          </p:cNvSpPr>
          <p:nvPr/>
        </p:nvSpPr>
        <p:spPr>
          <a:xfrm xmlns:a="http://schemas.openxmlformats.org/drawingml/2006/main">
            <a:off x="6486525" y="54006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xmlns:a="http://schemas.openxmlformats.org/drawingml/2006/main">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비율은 입력에 따라 계산</a:t>
            </a:r>
          </a:p>
        </p:txBody>
      </p:sp>
      <p:sp>
        <p:nvSpPr>
          <p:cNvPr id="7" name="설명용 비율이며 실제 학습된 값이 아님">
            <a:extLst xmlns:a="http://schemas.openxmlformats.org/drawingml/2006/main">
              <a:ext uri="{FF2B5EF4-FFF2-40B4-BE49-F238E27FC236}">
                <a16:creationId xmlns:a16="http://schemas.microsoft.com/office/drawing/2014/main" id="{3BDD2EB8-36D9-4C77-BDD0-17A6A30876B7}"/>
              </a:ext>
            </a:extLst>
          </p:cNvPr>
          <p:cNvSpPr>
            <a:spLocks xmlns:a="http://schemas.openxmlformats.org/drawingml/2006/main" noGrp="1"/>
          </p:cNvSpPr>
          <p:nvPr/>
        </p:nvSpPr>
        <p:spPr>
          <a:xfrm xmlns:a="http://schemas.openxmlformats.org/drawingml/2006/main">
            <a:off x="609600" y="63341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657578"/>
                </a:solidFill>
                <a:latin typeface="Noto Sans KR"/>
                <a:ea typeface="Noto Sans KR"/>
                <a:cs typeface="Noto Sans KR"/>
              </a:defRPr>
            </a:defPPr>
            <a:lvl1pPr algn="l">
              <a:defRPr sz="1425" b="0">
                <a:solidFill>
                  <a:srgbClr val="657578"/>
                </a:solidFill>
                <a:latin typeface="Noto Sans KR"/>
                <a:ea typeface="Noto Sans KR"/>
                <a:cs typeface="Noto Sans KR"/>
              </a:defRPr>
            </a:lvl1pPr>
            <a:lvl2pPr algn="l">
              <a:defRPr sz="1425" b="0">
                <a:solidFill>
                  <a:srgbClr val="657578"/>
                </a:solidFill>
                <a:latin typeface="Noto Sans KR"/>
                <a:ea typeface="Noto Sans KR"/>
                <a:cs typeface="Noto Sans KR"/>
              </a:defRPr>
            </a:lvl2pPr>
            <a:lvl3pPr algn="l">
              <a:defRPr sz="1425" b="0">
                <a:solidFill>
                  <a:srgbClr val="657578"/>
                </a:solidFill>
                <a:latin typeface="Noto Sans KR"/>
                <a:ea typeface="Noto Sans KR"/>
                <a:cs typeface="Noto Sans KR"/>
              </a:defRPr>
            </a:lvl3pPr>
            <a:lvl4pPr algn="l">
              <a:defRPr sz="1425" b="0">
                <a:solidFill>
                  <a:srgbClr val="657578"/>
                </a:solidFill>
                <a:latin typeface="Noto Sans KR"/>
                <a:ea typeface="Noto Sans KR"/>
                <a:cs typeface="Noto Sans KR"/>
              </a:defRPr>
            </a:lvl4pPr>
            <a:lvl5pPr algn="l">
              <a:defRPr sz="1425" b="0">
                <a:solidFill>
                  <a:srgbClr val="657578"/>
                </a:solidFill>
                <a:latin typeface="Noto Sans KR"/>
                <a:ea typeface="Noto Sans KR"/>
                <a:cs typeface="Noto Sans KR"/>
              </a:defRPr>
            </a:lvl5pPr>
            <a:lvl6pPr algn="l">
              <a:defRPr sz="1425" b="0">
                <a:solidFill>
                  <a:srgbClr val="657578"/>
                </a:solidFill>
                <a:latin typeface="Noto Sans KR"/>
                <a:ea typeface="Noto Sans KR"/>
                <a:cs typeface="Noto Sans KR"/>
              </a:defRPr>
            </a:lvl6pPr>
            <a:lvl7pPr algn="l">
              <a:defRPr sz="1425" b="0">
                <a:solidFill>
                  <a:srgbClr val="657578"/>
                </a:solidFill>
                <a:latin typeface="Noto Sans KR"/>
                <a:ea typeface="Noto Sans KR"/>
                <a:cs typeface="Noto Sans KR"/>
              </a:defRPr>
            </a:lvl7pPr>
            <a:lvl8pPr algn="l">
              <a:defRPr sz="1425" b="0">
                <a:solidFill>
                  <a:srgbClr val="657578"/>
                </a:solidFill>
                <a:latin typeface="Noto Sans KR"/>
                <a:ea typeface="Noto Sans KR"/>
                <a:cs typeface="Noto Sans KR"/>
              </a:defRPr>
            </a:lvl8pPr>
            <a:lvl9pPr algn="l">
              <a:defRPr sz="1425" b="0">
                <a:solidFill>
                  <a:srgbClr val="657578"/>
                </a:solidFill>
                <a:latin typeface="Noto Sans KR"/>
                <a:ea typeface="Noto Sans KR"/>
                <a:cs typeface="Noto Sans KR"/>
              </a:defRPr>
            </a:lvl9pPr>
          </a:lstStyle>
          <a:p xmlns:a="http://schemas.openxmlformats.org/drawingml/2006/main">
            <a:pPr algn="l">
              <a:defRPr sz="1425" b="0">
                <a:solidFill>
                  <a:srgbClr val="657578"/>
                </a:solidFill>
                <a:latin typeface="Noto Sans KR"/>
                <a:ea typeface="Noto Sans KR"/>
                <a:cs typeface="Noto Sans KR"/>
              </a:defRPr>
            </a:pPr>
            <a:r>
              <a:rPr sz="1425" b="0">
                <a:solidFill>
                  <a:srgbClr val="657578"/>
                </a:solidFill>
                <a:latin typeface="Noto Sans KR"/>
                <a:ea typeface="Noto Sans KR"/>
                <a:cs typeface="Noto Sans KR"/>
              </a:rPr>
              <a:t>설명용 비율이며 실제 학습된 값이 아님</a:t>
            </a:r>
          </a:p>
        </p:txBody>
      </p:sp>
    </p:spTree>
    <p:extLst>
      <p:ext uri="{BB962C8B-B14F-4D97-AF65-F5344CB8AC3E}">
        <p14:creationId xmlns:p14="http://schemas.microsoft.com/office/powerpoint/2010/main" val="1614510031"/>
      </p:ext>
    </p:extLst>
  </p:cSld>
</p:sld>
</file>

<file path=ppt/slides/slide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24" name="여러 관점으로 살펴보기">
            <a:extLst xmlns:a="http://schemas.openxmlformats.org/drawingml/2006/main">
              <a:ext uri="{FF2B5EF4-FFF2-40B4-BE49-F238E27FC236}">
                <a16:creationId xmlns:a16="http://schemas.microsoft.com/office/drawing/2014/main" id="{82B2CFF4-B115-41E6-9F96-092849050ADE}"/>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여러 관점으로 살펴보기</a:t>
            </a:r>
          </a:p>
        </p:txBody>
      </p:sp>
      <p:sp>
        <p:nvSpPr>
          <p:cNvPr id="2" name="04">
            <a:extLst xmlns:a="http://schemas.openxmlformats.org/drawingml/2006/main">
              <a:ext uri="{FF2B5EF4-FFF2-40B4-BE49-F238E27FC236}">
                <a16:creationId xmlns:a16="http://schemas.microsoft.com/office/drawing/2014/main" id="{6DA15325-BB9B-40CC-B074-0CF153EC0F59}"/>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04</a:t>
            </a:r>
          </a:p>
        </p:txBody>
      </p:sp>
      <p:sp>
        <p:nvSpPr>
          <p:cNvPr id="3" name="같은 문장">
            <a:extLst xmlns:a="http://schemas.openxmlformats.org/drawingml/2006/main">
              <a:ext uri="{FF2B5EF4-FFF2-40B4-BE49-F238E27FC236}">
                <a16:creationId xmlns:a16="http://schemas.microsoft.com/office/drawing/2014/main" id="{D5529CE1-B64B-4386-AD31-99D4726B2B3E}"/>
              </a:ext>
            </a:extLst>
          </p:cNvPr>
          <p:cNvSpPr>
            <a:spLocks xmlns:a="http://schemas.openxmlformats.org/drawingml/2006/main" noGrp="1"/>
          </p:cNvSpPr>
          <p:nvPr/>
        </p:nvSpPr>
        <p:spPr>
          <a:xfrm xmlns:a="http://schemas.openxmlformats.org/drawingml/2006/main">
            <a:off x="609600" y="23241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657578"/>
                </a:solidFill>
                <a:latin typeface="Noto Sans KR"/>
                <a:ea typeface="Noto Sans KR"/>
                <a:cs typeface="Noto Sans KR"/>
              </a:defRPr>
            </a:defPPr>
            <a:lvl1pPr algn="l">
              <a:defRPr sz="1725" b="0">
                <a:solidFill>
                  <a:srgbClr val="657578"/>
                </a:solidFill>
                <a:latin typeface="Noto Sans KR"/>
                <a:ea typeface="Noto Sans KR"/>
                <a:cs typeface="Noto Sans KR"/>
              </a:defRPr>
            </a:lvl1pPr>
            <a:lvl2pPr algn="l">
              <a:defRPr sz="1725" b="0">
                <a:solidFill>
                  <a:srgbClr val="657578"/>
                </a:solidFill>
                <a:latin typeface="Noto Sans KR"/>
                <a:ea typeface="Noto Sans KR"/>
                <a:cs typeface="Noto Sans KR"/>
              </a:defRPr>
            </a:lvl2pPr>
            <a:lvl3pPr algn="l">
              <a:defRPr sz="1725" b="0">
                <a:solidFill>
                  <a:srgbClr val="657578"/>
                </a:solidFill>
                <a:latin typeface="Noto Sans KR"/>
                <a:ea typeface="Noto Sans KR"/>
                <a:cs typeface="Noto Sans KR"/>
              </a:defRPr>
            </a:lvl3pPr>
            <a:lvl4pPr algn="l">
              <a:defRPr sz="1725" b="0">
                <a:solidFill>
                  <a:srgbClr val="657578"/>
                </a:solidFill>
                <a:latin typeface="Noto Sans KR"/>
                <a:ea typeface="Noto Sans KR"/>
                <a:cs typeface="Noto Sans KR"/>
              </a:defRPr>
            </a:lvl4pPr>
            <a:lvl5pPr algn="l">
              <a:defRPr sz="1725" b="0">
                <a:solidFill>
                  <a:srgbClr val="657578"/>
                </a:solidFill>
                <a:latin typeface="Noto Sans KR"/>
                <a:ea typeface="Noto Sans KR"/>
                <a:cs typeface="Noto Sans KR"/>
              </a:defRPr>
            </a:lvl5pPr>
            <a:lvl6pPr algn="l">
              <a:defRPr sz="1725" b="0">
                <a:solidFill>
                  <a:srgbClr val="657578"/>
                </a:solidFill>
                <a:latin typeface="Noto Sans KR"/>
                <a:ea typeface="Noto Sans KR"/>
                <a:cs typeface="Noto Sans KR"/>
              </a:defRPr>
            </a:lvl6pPr>
            <a:lvl7pPr algn="l">
              <a:defRPr sz="1725" b="0">
                <a:solidFill>
                  <a:srgbClr val="657578"/>
                </a:solidFill>
                <a:latin typeface="Noto Sans KR"/>
                <a:ea typeface="Noto Sans KR"/>
                <a:cs typeface="Noto Sans KR"/>
              </a:defRPr>
            </a:lvl7pPr>
            <a:lvl8pPr algn="l">
              <a:defRPr sz="1725" b="0">
                <a:solidFill>
                  <a:srgbClr val="657578"/>
                </a:solidFill>
                <a:latin typeface="Noto Sans KR"/>
                <a:ea typeface="Noto Sans KR"/>
                <a:cs typeface="Noto Sans KR"/>
              </a:defRPr>
            </a:lvl8pPr>
            <a:lvl9pPr algn="l">
              <a:defRPr sz="1725" b="0">
                <a:solidFill>
                  <a:srgbClr val="657578"/>
                </a:solidFill>
                <a:latin typeface="Noto Sans KR"/>
                <a:ea typeface="Noto Sans KR"/>
                <a:cs typeface="Noto Sans KR"/>
              </a:defRPr>
            </a:lvl9pPr>
          </a:lstStyle>
          <a:p xmlns:a="http://schemas.openxmlformats.org/drawingml/2006/main">
            <a:pPr algn="l">
              <a:defRPr sz="1725" b="0">
                <a:solidFill>
                  <a:srgbClr val="657578"/>
                </a:solidFill>
                <a:latin typeface="Noto Sans KR"/>
                <a:ea typeface="Noto Sans KR"/>
                <a:cs typeface="Noto Sans KR"/>
              </a:defRPr>
            </a:pPr>
            <a:r>
              <a:rPr sz="1725" b="0">
                <a:solidFill>
                  <a:srgbClr val="657578"/>
                </a:solidFill>
                <a:latin typeface="Noto Sans KR"/>
                <a:ea typeface="Noto Sans KR"/>
                <a:cs typeface="Noto Sans KR"/>
              </a:rPr>
              <a:t>같은 문장</a:t>
            </a:r>
          </a:p>
        </p:txBody>
      </p:sp>
      <p:sp>
        <p:nvSpPr>
          <p:cNvPr id="4" name="나는 사과를 먹었다">
            <a:extLst xmlns:a="http://schemas.openxmlformats.org/drawingml/2006/main">
              <a:ext uri="{FF2B5EF4-FFF2-40B4-BE49-F238E27FC236}">
                <a16:creationId xmlns:a16="http://schemas.microsoft.com/office/drawing/2014/main" id="{3CDBC962-A395-4FAB-9F5E-BB77239C7506}"/>
              </a:ext>
            </a:extLst>
          </p:cNvPr>
          <p:cNvSpPr>
            <a:spLocks xmlns:a="http://schemas.openxmlformats.org/drawingml/2006/main" noGrp="1"/>
          </p:cNvSpPr>
          <p:nvPr/>
        </p:nvSpPr>
        <p:spPr>
          <a:xfrm xmlns:a="http://schemas.openxmlformats.org/drawingml/2006/main">
            <a:off x="609600" y="2924175"/>
            <a:ext cx="266700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7262C"/>
                </a:solidFill>
                <a:latin typeface="Noto Sans KR"/>
                <a:ea typeface="Noto Sans KR"/>
                <a:cs typeface="Noto Sans KR"/>
              </a:defRPr>
            </a:defPPr>
            <a:lvl1pPr algn="l">
              <a:defRPr sz="3225" b="1">
                <a:solidFill>
                  <a:srgbClr val="17262C"/>
                </a:solidFill>
                <a:latin typeface="Noto Sans KR"/>
                <a:ea typeface="Noto Sans KR"/>
                <a:cs typeface="Noto Sans KR"/>
              </a:defRPr>
            </a:lvl1pPr>
            <a:lvl2pPr algn="l">
              <a:defRPr sz="3225" b="1">
                <a:solidFill>
                  <a:srgbClr val="17262C"/>
                </a:solidFill>
                <a:latin typeface="Noto Sans KR"/>
                <a:ea typeface="Noto Sans KR"/>
                <a:cs typeface="Noto Sans KR"/>
              </a:defRPr>
            </a:lvl2pPr>
            <a:lvl3pPr algn="l">
              <a:defRPr sz="3225" b="1">
                <a:solidFill>
                  <a:srgbClr val="17262C"/>
                </a:solidFill>
                <a:latin typeface="Noto Sans KR"/>
                <a:ea typeface="Noto Sans KR"/>
                <a:cs typeface="Noto Sans KR"/>
              </a:defRPr>
            </a:lvl3pPr>
            <a:lvl4pPr algn="l">
              <a:defRPr sz="3225" b="1">
                <a:solidFill>
                  <a:srgbClr val="17262C"/>
                </a:solidFill>
                <a:latin typeface="Noto Sans KR"/>
                <a:ea typeface="Noto Sans KR"/>
                <a:cs typeface="Noto Sans KR"/>
              </a:defRPr>
            </a:lvl4pPr>
            <a:lvl5pPr algn="l">
              <a:defRPr sz="3225" b="1">
                <a:solidFill>
                  <a:srgbClr val="17262C"/>
                </a:solidFill>
                <a:latin typeface="Noto Sans KR"/>
                <a:ea typeface="Noto Sans KR"/>
                <a:cs typeface="Noto Sans KR"/>
              </a:defRPr>
            </a:lvl5pPr>
            <a:lvl6pPr algn="l">
              <a:defRPr sz="3225" b="1">
                <a:solidFill>
                  <a:srgbClr val="17262C"/>
                </a:solidFill>
                <a:latin typeface="Noto Sans KR"/>
                <a:ea typeface="Noto Sans KR"/>
                <a:cs typeface="Noto Sans KR"/>
              </a:defRPr>
            </a:lvl6pPr>
            <a:lvl7pPr algn="l">
              <a:defRPr sz="3225" b="1">
                <a:solidFill>
                  <a:srgbClr val="17262C"/>
                </a:solidFill>
                <a:latin typeface="Noto Sans KR"/>
                <a:ea typeface="Noto Sans KR"/>
                <a:cs typeface="Noto Sans KR"/>
              </a:defRPr>
            </a:lvl7pPr>
            <a:lvl8pPr algn="l">
              <a:defRPr sz="3225" b="1">
                <a:solidFill>
                  <a:srgbClr val="17262C"/>
                </a:solidFill>
                <a:latin typeface="Noto Sans KR"/>
                <a:ea typeface="Noto Sans KR"/>
                <a:cs typeface="Noto Sans KR"/>
              </a:defRPr>
            </a:lvl8pPr>
            <a:lvl9pPr algn="l">
              <a:defRPr sz="3225" b="1">
                <a:solidFill>
                  <a:srgbClr val="17262C"/>
                </a:solidFill>
                <a:latin typeface="Noto Sans KR"/>
                <a:ea typeface="Noto Sans KR"/>
                <a:cs typeface="Noto Sans KR"/>
              </a:defRPr>
            </a:lvl9pPr>
          </a:lstStyle>
          <a:p xmlns:a="http://schemas.openxmlformats.org/drawingml/2006/main">
            <a:pPr algn="l">
              <a:defRPr sz="3225" b="1">
                <a:solidFill>
                  <a:srgbClr val="17262C"/>
                </a:solidFill>
                <a:latin typeface="Noto Sans KR"/>
                <a:ea typeface="Noto Sans KR"/>
                <a:cs typeface="Noto Sans KR"/>
              </a:defRPr>
            </a:pPr>
            <a:r>
              <a:rPr sz="3225" b="1">
                <a:solidFill>
                  <a:srgbClr val="17262C"/>
                </a:solidFill>
                <a:latin typeface="Noto Sans KR"/>
                <a:ea typeface="Noto Sans KR"/>
                <a:cs typeface="Noto Sans KR"/>
              </a:rPr>
              <a:t>나는</a:t>
            </a:r>
          </a:p>
          <a:p xmlns:a="http://schemas.openxmlformats.org/drawingml/2006/main">
            <a:pPr algn="l">
              <a:defRPr sz="3225" b="1">
                <a:solidFill>
                  <a:srgbClr val="17262C"/>
                </a:solidFill>
                <a:latin typeface="Noto Sans KR"/>
                <a:ea typeface="Noto Sans KR"/>
                <a:cs typeface="Noto Sans KR"/>
              </a:defRPr>
            </a:pPr>
            <a:r>
              <a:rPr sz="3225" b="1">
                <a:solidFill>
                  <a:srgbClr val="17262C"/>
                </a:solidFill>
                <a:latin typeface="Noto Sans KR"/>
                <a:ea typeface="Noto Sans KR"/>
                <a:cs typeface="Noto Sans KR"/>
              </a:rPr>
              <a:t>사과를</a:t>
            </a:r>
          </a:p>
          <a:p xmlns:a="http://schemas.openxmlformats.org/drawingml/2006/main">
            <a:pPr algn="l">
              <a:defRPr sz="3225" b="1">
                <a:solidFill>
                  <a:srgbClr val="17262C"/>
                </a:solidFill>
                <a:latin typeface="Noto Sans KR"/>
                <a:ea typeface="Noto Sans KR"/>
                <a:cs typeface="Noto Sans KR"/>
              </a:defRPr>
            </a:pPr>
            <a:r>
              <a:rPr sz="3225" b="1">
                <a:solidFill>
                  <a:srgbClr val="17262C"/>
                </a:solidFill>
                <a:latin typeface="Noto Sans KR"/>
                <a:ea typeface="Noto Sans KR"/>
                <a:cs typeface="Noto Sans KR"/>
              </a:rPr>
              <a:t>먹었다</a:t>
            </a:r>
          </a:p>
        </p:txBody>
      </p:sp>
      <p:sp>
        <p:nvSpPr>
          <p:cNvPr id="5" name="">
            <a:extLst xmlns:a="http://schemas.openxmlformats.org/drawingml/2006/main">
              <a:ext uri="{FF2B5EF4-FFF2-40B4-BE49-F238E27FC236}">
                <a16:creationId xmlns:a16="http://schemas.microsoft.com/office/drawing/2014/main" id="{580B7717-E880-4215-B080-C00CB66357EE}"/>
              </a:ext>
            </a:extLst>
          </p:cNvPr>
          <p:cNvSpPr>
            <a:spLocks xmlns:a="http://schemas.openxmlformats.org/drawingml/2006/main" noGrp="1"/>
          </p:cNvSpPr>
          <p:nvPr/>
        </p:nvSpPr>
        <p:spPr>
          <a:xfrm xmlns:a="http://schemas.openxmlformats.org/drawingml/2006/main">
            <a:off x="3276600" y="2714625"/>
            <a:ext cx="0" cy="228600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6" name="">
            <a:extLst xmlns:a="http://schemas.openxmlformats.org/drawingml/2006/main">
              <a:ext uri="{FF2B5EF4-FFF2-40B4-BE49-F238E27FC236}">
                <a16:creationId xmlns:a16="http://schemas.microsoft.com/office/drawing/2014/main" id="{C9EB7EA7-88AC-46C6-9D78-C13586D1F6CF}"/>
              </a:ext>
            </a:extLst>
          </p:cNvPr>
          <p:cNvSpPr>
            <a:spLocks xmlns:a="http://schemas.openxmlformats.org/drawingml/2006/main" noGrp="1"/>
          </p:cNvSpPr>
          <p:nvPr/>
        </p:nvSpPr>
        <p:spPr>
          <a:xfrm xmlns:a="http://schemas.openxmlformats.org/drawingml/2006/main">
            <a:off x="2857500" y="3724275"/>
            <a:ext cx="4191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7" name="">
            <a:extLst xmlns:a="http://schemas.openxmlformats.org/drawingml/2006/main">
              <a:ext uri="{FF2B5EF4-FFF2-40B4-BE49-F238E27FC236}">
                <a16:creationId xmlns:a16="http://schemas.microsoft.com/office/drawing/2014/main" id="{4CC00364-2476-4ED9-86B5-E7A36053F459}"/>
              </a:ext>
            </a:extLst>
          </p:cNvPr>
          <p:cNvSpPr>
            <a:spLocks xmlns:a="http://schemas.openxmlformats.org/drawingml/2006/main" noGrp="1"/>
          </p:cNvSpPr>
          <p:nvPr/>
        </p:nvSpPr>
        <p:spPr>
          <a:xfrm xmlns:a="http://schemas.openxmlformats.org/drawingml/2006/main">
            <a:off x="3276600" y="2714625"/>
            <a:ext cx="8763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8" name="">
            <a:extLst xmlns:a="http://schemas.openxmlformats.org/drawingml/2006/main">
              <a:ext uri="{FF2B5EF4-FFF2-40B4-BE49-F238E27FC236}">
                <a16:creationId xmlns:a16="http://schemas.microsoft.com/office/drawing/2014/main" id="{B628363E-A74B-439A-AB31-09686C26658F}"/>
              </a:ext>
            </a:extLst>
          </p:cNvPr>
          <p:cNvSpPr>
            <a:spLocks xmlns:a="http://schemas.openxmlformats.org/drawingml/2006/main" noGrp="1"/>
          </p:cNvSpPr>
          <p:nvPr/>
        </p:nvSpPr>
        <p:spPr>
          <a:xfrm xmlns:a="http://schemas.openxmlformats.org/drawingml/2006/main">
            <a:off x="4152900" y="2447925"/>
            <a:ext cx="3162300" cy="533400"/>
          </a:xfrm>
          <a:prstGeom xmlns:a="http://schemas.openxmlformats.org/drawingml/2006/main" prst="rect">
            <a:avLst/>
          </a:prstGeom>
          <a:solidFill xmlns:a="http://schemas.openxmlformats.org/drawingml/2006/main">
            <a:srgbClr val="EFF7F4"/>
          </a:solidFill>
          <a:ln xmlns:a="http://schemas.openxmlformats.org/drawingml/2006/main" w="9525">
            <a:solidFill>
              <a:srgbClr val="B3C3C1"/>
            </a:solidFill>
          </a:ln>
        </p:spPr>
      </p:sp>
      <p:sp>
        <p:nvSpPr>
          <p:cNvPr id="9" name="관점 1">
            <a:extLst xmlns:a="http://schemas.openxmlformats.org/drawingml/2006/main">
              <a:ext uri="{FF2B5EF4-FFF2-40B4-BE49-F238E27FC236}">
                <a16:creationId xmlns:a16="http://schemas.microsoft.com/office/drawing/2014/main" id="{082D392F-F5E7-46DD-BF80-CB85A6FF9C4C}"/>
              </a:ext>
            </a:extLst>
          </p:cNvPr>
          <p:cNvSpPr>
            <a:spLocks xmlns:a="http://schemas.openxmlformats.org/drawingml/2006/main" noGrp="1"/>
          </p:cNvSpPr>
          <p:nvPr/>
        </p:nvSpPr>
        <p:spPr>
          <a:xfrm xmlns:a="http://schemas.openxmlformats.org/drawingml/2006/main">
            <a:off x="4152900" y="2524125"/>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17262C"/>
                </a:solidFill>
                <a:latin typeface="Noto Sans KR"/>
                <a:ea typeface="Noto Sans KR"/>
                <a:cs typeface="Noto Sans KR"/>
              </a:defRPr>
            </a:defPPr>
            <a:lvl1pPr algn="ctr">
              <a:defRPr sz="2025" b="1">
                <a:solidFill>
                  <a:srgbClr val="17262C"/>
                </a:solidFill>
                <a:latin typeface="Noto Sans KR"/>
                <a:ea typeface="Noto Sans KR"/>
                <a:cs typeface="Noto Sans KR"/>
              </a:defRPr>
            </a:lvl1pPr>
            <a:lvl2pPr algn="ctr">
              <a:defRPr sz="2025" b="1">
                <a:solidFill>
                  <a:srgbClr val="17262C"/>
                </a:solidFill>
                <a:latin typeface="Noto Sans KR"/>
                <a:ea typeface="Noto Sans KR"/>
                <a:cs typeface="Noto Sans KR"/>
              </a:defRPr>
            </a:lvl2pPr>
            <a:lvl3pPr algn="ctr">
              <a:defRPr sz="2025" b="1">
                <a:solidFill>
                  <a:srgbClr val="17262C"/>
                </a:solidFill>
                <a:latin typeface="Noto Sans KR"/>
                <a:ea typeface="Noto Sans KR"/>
                <a:cs typeface="Noto Sans KR"/>
              </a:defRPr>
            </a:lvl3pPr>
            <a:lvl4pPr algn="ctr">
              <a:defRPr sz="2025" b="1">
                <a:solidFill>
                  <a:srgbClr val="17262C"/>
                </a:solidFill>
                <a:latin typeface="Noto Sans KR"/>
                <a:ea typeface="Noto Sans KR"/>
                <a:cs typeface="Noto Sans KR"/>
              </a:defRPr>
            </a:lvl4pPr>
            <a:lvl5pPr algn="ctr">
              <a:defRPr sz="2025" b="1">
                <a:solidFill>
                  <a:srgbClr val="17262C"/>
                </a:solidFill>
                <a:latin typeface="Noto Sans KR"/>
                <a:ea typeface="Noto Sans KR"/>
                <a:cs typeface="Noto Sans KR"/>
              </a:defRPr>
            </a:lvl5pPr>
            <a:lvl6pPr algn="ctr">
              <a:defRPr sz="2025" b="1">
                <a:solidFill>
                  <a:srgbClr val="17262C"/>
                </a:solidFill>
                <a:latin typeface="Noto Sans KR"/>
                <a:ea typeface="Noto Sans KR"/>
                <a:cs typeface="Noto Sans KR"/>
              </a:defRPr>
            </a:lvl6pPr>
            <a:lvl7pPr algn="ctr">
              <a:defRPr sz="2025" b="1">
                <a:solidFill>
                  <a:srgbClr val="17262C"/>
                </a:solidFill>
                <a:latin typeface="Noto Sans KR"/>
                <a:ea typeface="Noto Sans KR"/>
                <a:cs typeface="Noto Sans KR"/>
              </a:defRPr>
            </a:lvl7pPr>
            <a:lvl8pPr algn="ctr">
              <a:defRPr sz="2025" b="1">
                <a:solidFill>
                  <a:srgbClr val="17262C"/>
                </a:solidFill>
                <a:latin typeface="Noto Sans KR"/>
                <a:ea typeface="Noto Sans KR"/>
                <a:cs typeface="Noto Sans KR"/>
              </a:defRPr>
            </a:lvl8pPr>
            <a:lvl9pPr algn="ctr">
              <a:defRPr sz="2025" b="1">
                <a:solidFill>
                  <a:srgbClr val="17262C"/>
                </a:solidFill>
                <a:latin typeface="Noto Sans KR"/>
                <a:ea typeface="Noto Sans KR"/>
                <a:cs typeface="Noto Sans KR"/>
              </a:defRPr>
            </a:lvl9pPr>
          </a:lstStyle>
          <a:p xmlns:a="http://schemas.openxmlformats.org/drawingml/2006/main">
            <a:pPr algn="ctr">
              <a:defRPr sz="2025" b="1">
                <a:solidFill>
                  <a:srgbClr val="17262C"/>
                </a:solidFill>
                <a:latin typeface="Noto Sans KR"/>
                <a:ea typeface="Noto Sans KR"/>
                <a:cs typeface="Noto Sans KR"/>
              </a:defRPr>
            </a:pPr>
            <a:r>
              <a:rPr sz="2025" b="1">
                <a:solidFill>
                  <a:srgbClr val="17262C"/>
                </a:solidFill>
                <a:latin typeface="Noto Sans KR"/>
                <a:ea typeface="Noto Sans KR"/>
                <a:cs typeface="Noto Sans KR"/>
              </a:rPr>
              <a:t>관점 1</a:t>
            </a:r>
          </a:p>
        </p:txBody>
      </p:sp>
      <p:sp>
        <p:nvSpPr>
          <p:cNvPr id="10" name="">
            <a:extLst xmlns:a="http://schemas.openxmlformats.org/drawingml/2006/main">
              <a:ext uri="{FF2B5EF4-FFF2-40B4-BE49-F238E27FC236}">
                <a16:creationId xmlns:a16="http://schemas.microsoft.com/office/drawing/2014/main" id="{4BE86A95-681B-4A0D-8A07-BB8D4291360F}"/>
              </a:ext>
            </a:extLst>
          </p:cNvPr>
          <p:cNvSpPr>
            <a:spLocks xmlns:a="http://schemas.openxmlformats.org/drawingml/2006/main" noGrp="1"/>
          </p:cNvSpPr>
          <p:nvPr/>
        </p:nvSpPr>
        <p:spPr>
          <a:xfrm xmlns:a="http://schemas.openxmlformats.org/drawingml/2006/main">
            <a:off x="7315200" y="2714625"/>
            <a:ext cx="714375"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1" name="">
            <a:extLst xmlns:a="http://schemas.openxmlformats.org/drawingml/2006/main">
              <a:ext uri="{FF2B5EF4-FFF2-40B4-BE49-F238E27FC236}">
                <a16:creationId xmlns:a16="http://schemas.microsoft.com/office/drawing/2014/main" id="{5837D459-7762-4D81-8C51-EECC05E2EABA}"/>
              </a:ext>
            </a:extLst>
          </p:cNvPr>
          <p:cNvSpPr>
            <a:spLocks xmlns:a="http://schemas.openxmlformats.org/drawingml/2006/main" noGrp="1"/>
          </p:cNvSpPr>
          <p:nvPr/>
        </p:nvSpPr>
        <p:spPr>
          <a:xfrm xmlns:a="http://schemas.openxmlformats.org/drawingml/2006/main">
            <a:off x="3276600" y="3857625"/>
            <a:ext cx="8763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2" name="">
            <a:extLst xmlns:a="http://schemas.openxmlformats.org/drawingml/2006/main">
              <a:ext uri="{FF2B5EF4-FFF2-40B4-BE49-F238E27FC236}">
                <a16:creationId xmlns:a16="http://schemas.microsoft.com/office/drawing/2014/main" id="{D4A4AE85-09FF-44BC-B929-CBE9A6B41F67}"/>
              </a:ext>
            </a:extLst>
          </p:cNvPr>
          <p:cNvSpPr>
            <a:spLocks xmlns:a="http://schemas.openxmlformats.org/drawingml/2006/main" noGrp="1"/>
          </p:cNvSpPr>
          <p:nvPr/>
        </p:nvSpPr>
        <p:spPr>
          <a:xfrm xmlns:a="http://schemas.openxmlformats.org/drawingml/2006/main">
            <a:off x="4152900" y="3590925"/>
            <a:ext cx="3162300" cy="533400"/>
          </a:xfrm>
          <a:prstGeom xmlns:a="http://schemas.openxmlformats.org/drawingml/2006/main" prst="rect">
            <a:avLst/>
          </a:prstGeom>
          <a:solidFill xmlns:a="http://schemas.openxmlformats.org/drawingml/2006/main">
            <a:srgbClr val="EFF7F4"/>
          </a:solidFill>
          <a:ln xmlns:a="http://schemas.openxmlformats.org/drawingml/2006/main" w="9525">
            <a:solidFill>
              <a:srgbClr val="B3C3C1"/>
            </a:solidFill>
          </a:ln>
        </p:spPr>
      </p:sp>
      <p:sp>
        <p:nvSpPr>
          <p:cNvPr id="13" name="관점 2">
            <a:extLst xmlns:a="http://schemas.openxmlformats.org/drawingml/2006/main">
              <a:ext uri="{FF2B5EF4-FFF2-40B4-BE49-F238E27FC236}">
                <a16:creationId xmlns:a16="http://schemas.microsoft.com/office/drawing/2014/main" id="{68FA15CF-2A31-476A-A756-5B945E02FF9B}"/>
              </a:ext>
            </a:extLst>
          </p:cNvPr>
          <p:cNvSpPr>
            <a:spLocks xmlns:a="http://schemas.openxmlformats.org/drawingml/2006/main" noGrp="1"/>
          </p:cNvSpPr>
          <p:nvPr/>
        </p:nvSpPr>
        <p:spPr>
          <a:xfrm xmlns:a="http://schemas.openxmlformats.org/drawingml/2006/main">
            <a:off x="4152900" y="3667125"/>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17262C"/>
                </a:solidFill>
                <a:latin typeface="Noto Sans KR"/>
                <a:ea typeface="Noto Sans KR"/>
                <a:cs typeface="Noto Sans KR"/>
              </a:defRPr>
            </a:defPPr>
            <a:lvl1pPr algn="ctr">
              <a:defRPr sz="2025" b="1">
                <a:solidFill>
                  <a:srgbClr val="17262C"/>
                </a:solidFill>
                <a:latin typeface="Noto Sans KR"/>
                <a:ea typeface="Noto Sans KR"/>
                <a:cs typeface="Noto Sans KR"/>
              </a:defRPr>
            </a:lvl1pPr>
            <a:lvl2pPr algn="ctr">
              <a:defRPr sz="2025" b="1">
                <a:solidFill>
                  <a:srgbClr val="17262C"/>
                </a:solidFill>
                <a:latin typeface="Noto Sans KR"/>
                <a:ea typeface="Noto Sans KR"/>
                <a:cs typeface="Noto Sans KR"/>
              </a:defRPr>
            </a:lvl2pPr>
            <a:lvl3pPr algn="ctr">
              <a:defRPr sz="2025" b="1">
                <a:solidFill>
                  <a:srgbClr val="17262C"/>
                </a:solidFill>
                <a:latin typeface="Noto Sans KR"/>
                <a:ea typeface="Noto Sans KR"/>
                <a:cs typeface="Noto Sans KR"/>
              </a:defRPr>
            </a:lvl3pPr>
            <a:lvl4pPr algn="ctr">
              <a:defRPr sz="2025" b="1">
                <a:solidFill>
                  <a:srgbClr val="17262C"/>
                </a:solidFill>
                <a:latin typeface="Noto Sans KR"/>
                <a:ea typeface="Noto Sans KR"/>
                <a:cs typeface="Noto Sans KR"/>
              </a:defRPr>
            </a:lvl4pPr>
            <a:lvl5pPr algn="ctr">
              <a:defRPr sz="2025" b="1">
                <a:solidFill>
                  <a:srgbClr val="17262C"/>
                </a:solidFill>
                <a:latin typeface="Noto Sans KR"/>
                <a:ea typeface="Noto Sans KR"/>
                <a:cs typeface="Noto Sans KR"/>
              </a:defRPr>
            </a:lvl5pPr>
            <a:lvl6pPr algn="ctr">
              <a:defRPr sz="2025" b="1">
                <a:solidFill>
                  <a:srgbClr val="17262C"/>
                </a:solidFill>
                <a:latin typeface="Noto Sans KR"/>
                <a:ea typeface="Noto Sans KR"/>
                <a:cs typeface="Noto Sans KR"/>
              </a:defRPr>
            </a:lvl6pPr>
            <a:lvl7pPr algn="ctr">
              <a:defRPr sz="2025" b="1">
                <a:solidFill>
                  <a:srgbClr val="17262C"/>
                </a:solidFill>
                <a:latin typeface="Noto Sans KR"/>
                <a:ea typeface="Noto Sans KR"/>
                <a:cs typeface="Noto Sans KR"/>
              </a:defRPr>
            </a:lvl7pPr>
            <a:lvl8pPr algn="ctr">
              <a:defRPr sz="2025" b="1">
                <a:solidFill>
                  <a:srgbClr val="17262C"/>
                </a:solidFill>
                <a:latin typeface="Noto Sans KR"/>
                <a:ea typeface="Noto Sans KR"/>
                <a:cs typeface="Noto Sans KR"/>
              </a:defRPr>
            </a:lvl8pPr>
            <a:lvl9pPr algn="ctr">
              <a:defRPr sz="2025" b="1">
                <a:solidFill>
                  <a:srgbClr val="17262C"/>
                </a:solidFill>
                <a:latin typeface="Noto Sans KR"/>
                <a:ea typeface="Noto Sans KR"/>
                <a:cs typeface="Noto Sans KR"/>
              </a:defRPr>
            </a:lvl9pPr>
          </a:lstStyle>
          <a:p xmlns:a="http://schemas.openxmlformats.org/drawingml/2006/main">
            <a:pPr algn="ctr">
              <a:defRPr sz="2025" b="1">
                <a:solidFill>
                  <a:srgbClr val="17262C"/>
                </a:solidFill>
                <a:latin typeface="Noto Sans KR"/>
                <a:ea typeface="Noto Sans KR"/>
                <a:cs typeface="Noto Sans KR"/>
              </a:defRPr>
            </a:pPr>
            <a:r>
              <a:rPr sz="2025" b="1">
                <a:solidFill>
                  <a:srgbClr val="17262C"/>
                </a:solidFill>
                <a:latin typeface="Noto Sans KR"/>
                <a:ea typeface="Noto Sans KR"/>
                <a:cs typeface="Noto Sans KR"/>
              </a:rPr>
              <a:t>관점 2</a:t>
            </a:r>
          </a:p>
        </p:txBody>
      </p:sp>
      <p:sp>
        <p:nvSpPr>
          <p:cNvPr id="14" name="">
            <a:extLst xmlns:a="http://schemas.openxmlformats.org/drawingml/2006/main">
              <a:ext uri="{FF2B5EF4-FFF2-40B4-BE49-F238E27FC236}">
                <a16:creationId xmlns:a16="http://schemas.microsoft.com/office/drawing/2014/main" id="{8236B273-D2B0-4145-BD6F-31ABE2CC503F}"/>
              </a:ext>
            </a:extLst>
          </p:cNvPr>
          <p:cNvSpPr>
            <a:spLocks xmlns:a="http://schemas.openxmlformats.org/drawingml/2006/main" noGrp="1"/>
          </p:cNvSpPr>
          <p:nvPr/>
        </p:nvSpPr>
        <p:spPr>
          <a:xfrm xmlns:a="http://schemas.openxmlformats.org/drawingml/2006/main">
            <a:off x="7315200" y="3857625"/>
            <a:ext cx="714375"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5" name="">
            <a:extLst xmlns:a="http://schemas.openxmlformats.org/drawingml/2006/main">
              <a:ext uri="{FF2B5EF4-FFF2-40B4-BE49-F238E27FC236}">
                <a16:creationId xmlns:a16="http://schemas.microsoft.com/office/drawing/2014/main" id="{DB856261-1835-4C21-807B-40EB587A6972}"/>
              </a:ext>
            </a:extLst>
          </p:cNvPr>
          <p:cNvSpPr>
            <a:spLocks xmlns:a="http://schemas.openxmlformats.org/drawingml/2006/main" noGrp="1"/>
          </p:cNvSpPr>
          <p:nvPr/>
        </p:nvSpPr>
        <p:spPr>
          <a:xfrm xmlns:a="http://schemas.openxmlformats.org/drawingml/2006/main">
            <a:off x="3276600" y="5000625"/>
            <a:ext cx="8763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6" name="">
            <a:extLst xmlns:a="http://schemas.openxmlformats.org/drawingml/2006/main">
              <a:ext uri="{FF2B5EF4-FFF2-40B4-BE49-F238E27FC236}">
                <a16:creationId xmlns:a16="http://schemas.microsoft.com/office/drawing/2014/main" id="{F37D1FB9-DE6F-42A7-824A-5D1B1EA83B38}"/>
              </a:ext>
            </a:extLst>
          </p:cNvPr>
          <p:cNvSpPr>
            <a:spLocks xmlns:a="http://schemas.openxmlformats.org/drawingml/2006/main" noGrp="1"/>
          </p:cNvSpPr>
          <p:nvPr/>
        </p:nvSpPr>
        <p:spPr>
          <a:xfrm xmlns:a="http://schemas.openxmlformats.org/drawingml/2006/main">
            <a:off x="4152900" y="4733925"/>
            <a:ext cx="3162300" cy="533400"/>
          </a:xfrm>
          <a:prstGeom xmlns:a="http://schemas.openxmlformats.org/drawingml/2006/main" prst="rect">
            <a:avLst/>
          </a:prstGeom>
          <a:solidFill xmlns:a="http://schemas.openxmlformats.org/drawingml/2006/main">
            <a:srgbClr val="EFF7F4"/>
          </a:solidFill>
          <a:ln xmlns:a="http://schemas.openxmlformats.org/drawingml/2006/main" w="9525">
            <a:solidFill>
              <a:srgbClr val="B3C3C1"/>
            </a:solidFill>
          </a:ln>
        </p:spPr>
      </p:sp>
      <p:sp>
        <p:nvSpPr>
          <p:cNvPr id="17" name="또 다른 관점">
            <a:extLst xmlns:a="http://schemas.openxmlformats.org/drawingml/2006/main">
              <a:ext uri="{FF2B5EF4-FFF2-40B4-BE49-F238E27FC236}">
                <a16:creationId xmlns:a16="http://schemas.microsoft.com/office/drawing/2014/main" id="{61791DD8-1511-4E41-A3B9-81BB9EA71A1E}"/>
              </a:ext>
            </a:extLst>
          </p:cNvPr>
          <p:cNvSpPr>
            <a:spLocks xmlns:a="http://schemas.openxmlformats.org/drawingml/2006/main" noGrp="1"/>
          </p:cNvSpPr>
          <p:nvPr/>
        </p:nvSpPr>
        <p:spPr>
          <a:xfrm xmlns:a="http://schemas.openxmlformats.org/drawingml/2006/main">
            <a:off x="4152900" y="4810125"/>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17262C"/>
                </a:solidFill>
                <a:latin typeface="Noto Sans KR"/>
                <a:ea typeface="Noto Sans KR"/>
                <a:cs typeface="Noto Sans KR"/>
              </a:defRPr>
            </a:defPPr>
            <a:lvl1pPr algn="ctr">
              <a:defRPr sz="2025" b="1">
                <a:solidFill>
                  <a:srgbClr val="17262C"/>
                </a:solidFill>
                <a:latin typeface="Noto Sans KR"/>
                <a:ea typeface="Noto Sans KR"/>
                <a:cs typeface="Noto Sans KR"/>
              </a:defRPr>
            </a:lvl1pPr>
            <a:lvl2pPr algn="ctr">
              <a:defRPr sz="2025" b="1">
                <a:solidFill>
                  <a:srgbClr val="17262C"/>
                </a:solidFill>
                <a:latin typeface="Noto Sans KR"/>
                <a:ea typeface="Noto Sans KR"/>
                <a:cs typeface="Noto Sans KR"/>
              </a:defRPr>
            </a:lvl2pPr>
            <a:lvl3pPr algn="ctr">
              <a:defRPr sz="2025" b="1">
                <a:solidFill>
                  <a:srgbClr val="17262C"/>
                </a:solidFill>
                <a:latin typeface="Noto Sans KR"/>
                <a:ea typeface="Noto Sans KR"/>
                <a:cs typeface="Noto Sans KR"/>
              </a:defRPr>
            </a:lvl3pPr>
            <a:lvl4pPr algn="ctr">
              <a:defRPr sz="2025" b="1">
                <a:solidFill>
                  <a:srgbClr val="17262C"/>
                </a:solidFill>
                <a:latin typeface="Noto Sans KR"/>
                <a:ea typeface="Noto Sans KR"/>
                <a:cs typeface="Noto Sans KR"/>
              </a:defRPr>
            </a:lvl4pPr>
            <a:lvl5pPr algn="ctr">
              <a:defRPr sz="2025" b="1">
                <a:solidFill>
                  <a:srgbClr val="17262C"/>
                </a:solidFill>
                <a:latin typeface="Noto Sans KR"/>
                <a:ea typeface="Noto Sans KR"/>
                <a:cs typeface="Noto Sans KR"/>
              </a:defRPr>
            </a:lvl5pPr>
            <a:lvl6pPr algn="ctr">
              <a:defRPr sz="2025" b="1">
                <a:solidFill>
                  <a:srgbClr val="17262C"/>
                </a:solidFill>
                <a:latin typeface="Noto Sans KR"/>
                <a:ea typeface="Noto Sans KR"/>
                <a:cs typeface="Noto Sans KR"/>
              </a:defRPr>
            </a:lvl6pPr>
            <a:lvl7pPr algn="ctr">
              <a:defRPr sz="2025" b="1">
                <a:solidFill>
                  <a:srgbClr val="17262C"/>
                </a:solidFill>
                <a:latin typeface="Noto Sans KR"/>
                <a:ea typeface="Noto Sans KR"/>
                <a:cs typeface="Noto Sans KR"/>
              </a:defRPr>
            </a:lvl7pPr>
            <a:lvl8pPr algn="ctr">
              <a:defRPr sz="2025" b="1">
                <a:solidFill>
                  <a:srgbClr val="17262C"/>
                </a:solidFill>
                <a:latin typeface="Noto Sans KR"/>
                <a:ea typeface="Noto Sans KR"/>
                <a:cs typeface="Noto Sans KR"/>
              </a:defRPr>
            </a:lvl8pPr>
            <a:lvl9pPr algn="ctr">
              <a:defRPr sz="2025" b="1">
                <a:solidFill>
                  <a:srgbClr val="17262C"/>
                </a:solidFill>
                <a:latin typeface="Noto Sans KR"/>
                <a:ea typeface="Noto Sans KR"/>
                <a:cs typeface="Noto Sans KR"/>
              </a:defRPr>
            </a:lvl9pPr>
          </a:lstStyle>
          <a:p xmlns:a="http://schemas.openxmlformats.org/drawingml/2006/main">
            <a:pPr algn="ctr">
              <a:defRPr sz="2025" b="1">
                <a:solidFill>
                  <a:srgbClr val="17262C"/>
                </a:solidFill>
                <a:latin typeface="Noto Sans KR"/>
                <a:ea typeface="Noto Sans KR"/>
                <a:cs typeface="Noto Sans KR"/>
              </a:defRPr>
            </a:pPr>
            <a:r>
              <a:rPr sz="2025" b="1">
                <a:solidFill>
                  <a:srgbClr val="17262C"/>
                </a:solidFill>
                <a:latin typeface="Noto Sans KR"/>
                <a:ea typeface="Noto Sans KR"/>
                <a:cs typeface="Noto Sans KR"/>
              </a:rPr>
              <a:t>또 다른 관점</a:t>
            </a:r>
          </a:p>
        </p:txBody>
      </p:sp>
      <p:sp>
        <p:nvSpPr>
          <p:cNvPr id="18" name="">
            <a:extLst xmlns:a="http://schemas.openxmlformats.org/drawingml/2006/main">
              <a:ext uri="{FF2B5EF4-FFF2-40B4-BE49-F238E27FC236}">
                <a16:creationId xmlns:a16="http://schemas.microsoft.com/office/drawing/2014/main" id="{D97AC552-6BC9-4F02-8040-BB52B5030971}"/>
              </a:ext>
            </a:extLst>
          </p:cNvPr>
          <p:cNvSpPr>
            <a:spLocks xmlns:a="http://schemas.openxmlformats.org/drawingml/2006/main" noGrp="1"/>
          </p:cNvSpPr>
          <p:nvPr/>
        </p:nvSpPr>
        <p:spPr>
          <a:xfrm xmlns:a="http://schemas.openxmlformats.org/drawingml/2006/main">
            <a:off x="7315200" y="5000625"/>
            <a:ext cx="714375"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9" name="">
            <a:extLst xmlns:a="http://schemas.openxmlformats.org/drawingml/2006/main">
              <a:ext uri="{FF2B5EF4-FFF2-40B4-BE49-F238E27FC236}">
                <a16:creationId xmlns:a16="http://schemas.microsoft.com/office/drawing/2014/main" id="{2270404A-10B4-4EA0-ABA3-F16AD816E3BE}"/>
              </a:ext>
            </a:extLst>
          </p:cNvPr>
          <p:cNvSpPr>
            <a:spLocks xmlns:a="http://schemas.openxmlformats.org/drawingml/2006/main" noGrp="1"/>
          </p:cNvSpPr>
          <p:nvPr/>
        </p:nvSpPr>
        <p:spPr>
          <a:xfrm xmlns:a="http://schemas.openxmlformats.org/drawingml/2006/main">
            <a:off x="8029575" y="2714625"/>
            <a:ext cx="0" cy="228600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20" name="">
            <a:extLst xmlns:a="http://schemas.openxmlformats.org/drawingml/2006/main">
              <a:ext uri="{FF2B5EF4-FFF2-40B4-BE49-F238E27FC236}">
                <a16:creationId xmlns:a16="http://schemas.microsoft.com/office/drawing/2014/main" id="{17793260-3D39-47E2-BEEC-1250B3E50049}"/>
              </a:ext>
            </a:extLst>
          </p:cNvPr>
          <p:cNvSpPr>
            <a:spLocks xmlns:a="http://schemas.openxmlformats.org/drawingml/2006/main" noGrp="1"/>
          </p:cNvSpPr>
          <p:nvPr/>
        </p:nvSpPr>
        <p:spPr>
          <a:xfrm xmlns:a="http://schemas.openxmlformats.org/drawingml/2006/main">
            <a:off x="8029575" y="3857625"/>
            <a:ext cx="6858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21" name="결과 합치기">
            <a:extLst xmlns:a="http://schemas.openxmlformats.org/drawingml/2006/main">
              <a:ext uri="{FF2B5EF4-FFF2-40B4-BE49-F238E27FC236}">
                <a16:creationId xmlns:a16="http://schemas.microsoft.com/office/drawing/2014/main" id="{B9FDE186-BE72-494D-9654-76E4ED1C6CAE}"/>
              </a:ext>
            </a:extLst>
          </p:cNvPr>
          <p:cNvSpPr>
            <a:spLocks xmlns:a="http://schemas.openxmlformats.org/drawingml/2006/main" noGrp="1"/>
          </p:cNvSpPr>
          <p:nvPr/>
        </p:nvSpPr>
        <p:spPr>
          <a:xfrm xmlns:a="http://schemas.openxmlformats.org/drawingml/2006/main">
            <a:off x="8829675" y="3333750"/>
            <a:ext cx="27527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625" b="1">
                <a:solidFill>
                  <a:srgbClr val="17262C"/>
                </a:solidFill>
                <a:latin typeface="Noto Sans KR"/>
                <a:ea typeface="Noto Sans KR"/>
                <a:cs typeface="Noto Sans KR"/>
              </a:defRPr>
            </a:defPPr>
            <a:lvl1pPr algn="l">
              <a:defRPr sz="2625" b="1">
                <a:solidFill>
                  <a:srgbClr val="17262C"/>
                </a:solidFill>
                <a:latin typeface="Noto Sans KR"/>
                <a:ea typeface="Noto Sans KR"/>
                <a:cs typeface="Noto Sans KR"/>
              </a:defRPr>
            </a:lvl1pPr>
            <a:lvl2pPr algn="l">
              <a:defRPr sz="2625" b="1">
                <a:solidFill>
                  <a:srgbClr val="17262C"/>
                </a:solidFill>
                <a:latin typeface="Noto Sans KR"/>
                <a:ea typeface="Noto Sans KR"/>
                <a:cs typeface="Noto Sans KR"/>
              </a:defRPr>
            </a:lvl2pPr>
            <a:lvl3pPr algn="l">
              <a:defRPr sz="2625" b="1">
                <a:solidFill>
                  <a:srgbClr val="17262C"/>
                </a:solidFill>
                <a:latin typeface="Noto Sans KR"/>
                <a:ea typeface="Noto Sans KR"/>
                <a:cs typeface="Noto Sans KR"/>
              </a:defRPr>
            </a:lvl3pPr>
            <a:lvl4pPr algn="l">
              <a:defRPr sz="2625" b="1">
                <a:solidFill>
                  <a:srgbClr val="17262C"/>
                </a:solidFill>
                <a:latin typeface="Noto Sans KR"/>
                <a:ea typeface="Noto Sans KR"/>
                <a:cs typeface="Noto Sans KR"/>
              </a:defRPr>
            </a:lvl4pPr>
            <a:lvl5pPr algn="l">
              <a:defRPr sz="2625" b="1">
                <a:solidFill>
                  <a:srgbClr val="17262C"/>
                </a:solidFill>
                <a:latin typeface="Noto Sans KR"/>
                <a:ea typeface="Noto Sans KR"/>
                <a:cs typeface="Noto Sans KR"/>
              </a:defRPr>
            </a:lvl5pPr>
            <a:lvl6pPr algn="l">
              <a:defRPr sz="2625" b="1">
                <a:solidFill>
                  <a:srgbClr val="17262C"/>
                </a:solidFill>
                <a:latin typeface="Noto Sans KR"/>
                <a:ea typeface="Noto Sans KR"/>
                <a:cs typeface="Noto Sans KR"/>
              </a:defRPr>
            </a:lvl6pPr>
            <a:lvl7pPr algn="l">
              <a:defRPr sz="2625" b="1">
                <a:solidFill>
                  <a:srgbClr val="17262C"/>
                </a:solidFill>
                <a:latin typeface="Noto Sans KR"/>
                <a:ea typeface="Noto Sans KR"/>
                <a:cs typeface="Noto Sans KR"/>
              </a:defRPr>
            </a:lvl7pPr>
            <a:lvl8pPr algn="l">
              <a:defRPr sz="2625" b="1">
                <a:solidFill>
                  <a:srgbClr val="17262C"/>
                </a:solidFill>
                <a:latin typeface="Noto Sans KR"/>
                <a:ea typeface="Noto Sans KR"/>
                <a:cs typeface="Noto Sans KR"/>
              </a:defRPr>
            </a:lvl8pPr>
            <a:lvl9pPr algn="l">
              <a:defRPr sz="2625" b="1">
                <a:solidFill>
                  <a:srgbClr val="17262C"/>
                </a:solidFill>
                <a:latin typeface="Noto Sans KR"/>
                <a:ea typeface="Noto Sans KR"/>
                <a:cs typeface="Noto Sans KR"/>
              </a:defRPr>
            </a:lvl9pPr>
          </a:lstStyle>
          <a:p xmlns:a="http://schemas.openxmlformats.org/drawingml/2006/main">
            <a:pPr algn="l">
              <a:defRPr sz="2625" b="1">
                <a:solidFill>
                  <a:srgbClr val="17262C"/>
                </a:solidFill>
                <a:latin typeface="Noto Sans KR"/>
                <a:ea typeface="Noto Sans KR"/>
                <a:cs typeface="Noto Sans KR"/>
              </a:defRPr>
            </a:pPr>
            <a:r>
              <a:rPr sz="2625" b="1">
                <a:solidFill>
                  <a:srgbClr val="17262C"/>
                </a:solidFill>
                <a:latin typeface="Noto Sans KR"/>
                <a:ea typeface="Noto Sans KR"/>
                <a:cs typeface="Noto Sans KR"/>
              </a:rPr>
              <a:t>결과 합치기</a:t>
            </a:r>
          </a:p>
        </p:txBody>
      </p:sp>
      <p:sp>
        <p:nvSpPr>
          <p:cNvPr id="22" name="역할을 미리 정하지 않고 서로 다른 관계를 학습">
            <a:extLst xmlns:a="http://schemas.openxmlformats.org/drawingml/2006/main">
              <a:ext uri="{FF2B5EF4-FFF2-40B4-BE49-F238E27FC236}">
                <a16:creationId xmlns:a16="http://schemas.microsoft.com/office/drawing/2014/main" id="{8F0E6909-45C9-4559-A418-A9A0F0696C62}"/>
              </a:ext>
            </a:extLst>
          </p:cNvPr>
          <p:cNvSpPr>
            <a:spLocks xmlns:a="http://schemas.openxmlformats.org/drawingml/2006/main" noGrp="1"/>
          </p:cNvSpPr>
          <p:nvPr/>
        </p:nvSpPr>
        <p:spPr>
          <a:xfrm xmlns:a="http://schemas.openxmlformats.org/drawingml/2006/main">
            <a:off x="609600" y="57340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7262C"/>
                </a:solidFill>
                <a:latin typeface="Noto Sans KR"/>
                <a:ea typeface="Noto Sans KR"/>
                <a:cs typeface="Noto Sans KR"/>
              </a:defRPr>
            </a:defPPr>
            <a:lvl1pPr algn="l">
              <a:defRPr sz="1875" b="0">
                <a:solidFill>
                  <a:srgbClr val="17262C"/>
                </a:solidFill>
                <a:latin typeface="Noto Sans KR"/>
                <a:ea typeface="Noto Sans KR"/>
                <a:cs typeface="Noto Sans KR"/>
              </a:defRPr>
            </a:lvl1pPr>
            <a:lvl2pPr algn="l">
              <a:defRPr sz="1875" b="0">
                <a:solidFill>
                  <a:srgbClr val="17262C"/>
                </a:solidFill>
                <a:latin typeface="Noto Sans KR"/>
                <a:ea typeface="Noto Sans KR"/>
                <a:cs typeface="Noto Sans KR"/>
              </a:defRPr>
            </a:lvl2pPr>
            <a:lvl3pPr algn="l">
              <a:defRPr sz="1875" b="0">
                <a:solidFill>
                  <a:srgbClr val="17262C"/>
                </a:solidFill>
                <a:latin typeface="Noto Sans KR"/>
                <a:ea typeface="Noto Sans KR"/>
                <a:cs typeface="Noto Sans KR"/>
              </a:defRPr>
            </a:lvl3pPr>
            <a:lvl4pPr algn="l">
              <a:defRPr sz="1875" b="0">
                <a:solidFill>
                  <a:srgbClr val="17262C"/>
                </a:solidFill>
                <a:latin typeface="Noto Sans KR"/>
                <a:ea typeface="Noto Sans KR"/>
                <a:cs typeface="Noto Sans KR"/>
              </a:defRPr>
            </a:lvl4pPr>
            <a:lvl5pPr algn="l">
              <a:defRPr sz="1875" b="0">
                <a:solidFill>
                  <a:srgbClr val="17262C"/>
                </a:solidFill>
                <a:latin typeface="Noto Sans KR"/>
                <a:ea typeface="Noto Sans KR"/>
                <a:cs typeface="Noto Sans KR"/>
              </a:defRPr>
            </a:lvl5pPr>
            <a:lvl6pPr algn="l">
              <a:defRPr sz="1875" b="0">
                <a:solidFill>
                  <a:srgbClr val="17262C"/>
                </a:solidFill>
                <a:latin typeface="Noto Sans KR"/>
                <a:ea typeface="Noto Sans KR"/>
                <a:cs typeface="Noto Sans KR"/>
              </a:defRPr>
            </a:lvl6pPr>
            <a:lvl7pPr algn="l">
              <a:defRPr sz="1875" b="0">
                <a:solidFill>
                  <a:srgbClr val="17262C"/>
                </a:solidFill>
                <a:latin typeface="Noto Sans KR"/>
                <a:ea typeface="Noto Sans KR"/>
                <a:cs typeface="Noto Sans KR"/>
              </a:defRPr>
            </a:lvl7pPr>
            <a:lvl8pPr algn="l">
              <a:defRPr sz="1875" b="0">
                <a:solidFill>
                  <a:srgbClr val="17262C"/>
                </a:solidFill>
                <a:latin typeface="Noto Sans KR"/>
                <a:ea typeface="Noto Sans KR"/>
                <a:cs typeface="Noto Sans KR"/>
              </a:defRPr>
            </a:lvl8pPr>
            <a:lvl9pPr algn="l">
              <a:defRPr sz="1875" b="0">
                <a:solidFill>
                  <a:srgbClr val="17262C"/>
                </a:solidFill>
                <a:latin typeface="Noto Sans KR"/>
                <a:ea typeface="Noto Sans KR"/>
                <a:cs typeface="Noto Sans KR"/>
              </a:defRPr>
            </a:lvl9pPr>
          </a:lstStyle>
          <a:p xmlns:a="http://schemas.openxmlformats.org/drawingml/2006/main">
            <a:pPr algn="l">
              <a:defRPr sz="1875" b="0">
                <a:solidFill>
                  <a:srgbClr val="17262C"/>
                </a:solidFill>
                <a:latin typeface="Noto Sans KR"/>
                <a:ea typeface="Noto Sans KR"/>
                <a:cs typeface="Noto Sans KR"/>
              </a:defRPr>
            </a:pPr>
            <a:r>
              <a:rPr sz="1875" b="0">
                <a:solidFill>
                  <a:srgbClr val="17262C"/>
                </a:solidFill>
                <a:latin typeface="Noto Sans KR"/>
                <a:ea typeface="Noto Sans KR"/>
                <a:cs typeface="Noto Sans KR"/>
              </a:rPr>
              <a:t>역할을 미리 정하지 않고 서로 다른 관계를 학습</a:t>
            </a:r>
          </a:p>
        </p:txBody>
      </p:sp>
      <p:sp>
        <p:nvSpPr>
          <p:cNvPr id="23" name="논문에서는 Multi-Head Attention이라 부름">
            <a:extLst xmlns:a="http://schemas.openxmlformats.org/drawingml/2006/main">
              <a:ext uri="{FF2B5EF4-FFF2-40B4-BE49-F238E27FC236}">
                <a16:creationId xmlns:a16="http://schemas.microsoft.com/office/drawing/2014/main" id="{B24C25B1-AF9A-42B3-B86B-270C192672A8}"/>
              </a:ext>
            </a:extLst>
          </p:cNvPr>
          <p:cNvSpPr>
            <a:spLocks xmlns:a="http://schemas.openxmlformats.org/drawingml/2006/main" noGrp="1"/>
          </p:cNvSpPr>
          <p:nvPr/>
        </p:nvSpPr>
        <p:spPr>
          <a:xfrm xmlns:a="http://schemas.openxmlformats.org/drawingml/2006/main">
            <a:off x="609600" y="63341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논문에서는 Multi-Head Attention이라 부름</a:t>
            </a:r>
          </a:p>
        </p:txBody>
      </p:sp>
    </p:spTree>
    <p:extLst>
      <p:ext uri="{BB962C8B-B14F-4D97-AF65-F5344CB8AC3E}">
        <p14:creationId xmlns:p14="http://schemas.microsoft.com/office/powerpoint/2010/main" val="211526619"/>
      </p:ext>
    </p:extLst>
  </p:cSld>
</p:sld>
</file>

<file path=ppt/slides/slide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4" name="말의 뜻에 순서를 더하기">
            <a:extLst xmlns:a="http://schemas.openxmlformats.org/drawingml/2006/main">
              <a:ext uri="{FF2B5EF4-FFF2-40B4-BE49-F238E27FC236}">
                <a16:creationId xmlns:a16="http://schemas.microsoft.com/office/drawing/2014/main" id="{B28D6C87-C916-4416-986D-E3E4D8B492B1}"/>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말의 뜻에 순서를 더하기</a:t>
            </a:r>
          </a:p>
        </p:txBody>
      </p:sp>
      <p:sp>
        <p:nvSpPr>
          <p:cNvPr id="2" name="05">
            <a:extLst xmlns:a="http://schemas.openxmlformats.org/drawingml/2006/main">
              <a:ext uri="{FF2B5EF4-FFF2-40B4-BE49-F238E27FC236}">
                <a16:creationId xmlns:a16="http://schemas.microsoft.com/office/drawing/2014/main" id="{F9A6129B-748B-46C2-B89B-9DA9838A24CC}"/>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05</a:t>
            </a:r>
          </a:p>
        </p:txBody>
      </p:sp>
      <p:sp>
        <p:nvSpPr>
          <p:cNvPr id="3" name="나는">
            <a:extLst xmlns:a="http://schemas.openxmlformats.org/drawingml/2006/main">
              <a:ext uri="{FF2B5EF4-FFF2-40B4-BE49-F238E27FC236}">
                <a16:creationId xmlns:a16="http://schemas.microsoft.com/office/drawing/2014/main" id="{925D83DA-5A82-454F-B0AB-A863E6D26B7F}"/>
              </a:ext>
            </a:extLst>
          </p:cNvPr>
          <p:cNvSpPr>
            <a:spLocks xmlns:a="http://schemas.openxmlformats.org/drawingml/2006/main" noGrp="1"/>
          </p:cNvSpPr>
          <p:nvPr/>
        </p:nvSpPr>
        <p:spPr>
          <a:xfrm xmlns:a="http://schemas.openxmlformats.org/drawingml/2006/main">
            <a:off x="609600" y="2219325"/>
            <a:ext cx="327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7262C"/>
                </a:solidFill>
                <a:latin typeface="Noto Sans KR"/>
                <a:ea typeface="Noto Sans KR"/>
                <a:cs typeface="Noto Sans KR"/>
              </a:defRPr>
            </a:defPPr>
            <a:lvl1pPr algn="l">
              <a:defRPr sz="3225" b="1">
                <a:solidFill>
                  <a:srgbClr val="17262C"/>
                </a:solidFill>
                <a:latin typeface="Noto Sans KR"/>
                <a:ea typeface="Noto Sans KR"/>
                <a:cs typeface="Noto Sans KR"/>
              </a:defRPr>
            </a:lvl1pPr>
            <a:lvl2pPr algn="l">
              <a:defRPr sz="3225" b="1">
                <a:solidFill>
                  <a:srgbClr val="17262C"/>
                </a:solidFill>
                <a:latin typeface="Noto Sans KR"/>
                <a:ea typeface="Noto Sans KR"/>
                <a:cs typeface="Noto Sans KR"/>
              </a:defRPr>
            </a:lvl2pPr>
            <a:lvl3pPr algn="l">
              <a:defRPr sz="3225" b="1">
                <a:solidFill>
                  <a:srgbClr val="17262C"/>
                </a:solidFill>
                <a:latin typeface="Noto Sans KR"/>
                <a:ea typeface="Noto Sans KR"/>
                <a:cs typeface="Noto Sans KR"/>
              </a:defRPr>
            </a:lvl3pPr>
            <a:lvl4pPr algn="l">
              <a:defRPr sz="3225" b="1">
                <a:solidFill>
                  <a:srgbClr val="17262C"/>
                </a:solidFill>
                <a:latin typeface="Noto Sans KR"/>
                <a:ea typeface="Noto Sans KR"/>
                <a:cs typeface="Noto Sans KR"/>
              </a:defRPr>
            </a:lvl4pPr>
            <a:lvl5pPr algn="l">
              <a:defRPr sz="3225" b="1">
                <a:solidFill>
                  <a:srgbClr val="17262C"/>
                </a:solidFill>
                <a:latin typeface="Noto Sans KR"/>
                <a:ea typeface="Noto Sans KR"/>
                <a:cs typeface="Noto Sans KR"/>
              </a:defRPr>
            </a:lvl5pPr>
            <a:lvl6pPr algn="l">
              <a:defRPr sz="3225" b="1">
                <a:solidFill>
                  <a:srgbClr val="17262C"/>
                </a:solidFill>
                <a:latin typeface="Noto Sans KR"/>
                <a:ea typeface="Noto Sans KR"/>
                <a:cs typeface="Noto Sans KR"/>
              </a:defRPr>
            </a:lvl6pPr>
            <a:lvl7pPr algn="l">
              <a:defRPr sz="3225" b="1">
                <a:solidFill>
                  <a:srgbClr val="17262C"/>
                </a:solidFill>
                <a:latin typeface="Noto Sans KR"/>
                <a:ea typeface="Noto Sans KR"/>
                <a:cs typeface="Noto Sans KR"/>
              </a:defRPr>
            </a:lvl7pPr>
            <a:lvl8pPr algn="l">
              <a:defRPr sz="3225" b="1">
                <a:solidFill>
                  <a:srgbClr val="17262C"/>
                </a:solidFill>
                <a:latin typeface="Noto Sans KR"/>
                <a:ea typeface="Noto Sans KR"/>
                <a:cs typeface="Noto Sans KR"/>
              </a:defRPr>
            </a:lvl8pPr>
            <a:lvl9pPr algn="l">
              <a:defRPr sz="3225" b="1">
                <a:solidFill>
                  <a:srgbClr val="17262C"/>
                </a:solidFill>
                <a:latin typeface="Noto Sans KR"/>
                <a:ea typeface="Noto Sans KR"/>
                <a:cs typeface="Noto Sans KR"/>
              </a:defRPr>
            </a:lvl9pPr>
          </a:lstStyle>
          <a:p xmlns:a="http://schemas.openxmlformats.org/drawingml/2006/main">
            <a:pPr algn="l">
              <a:defRPr sz="3225" b="1">
                <a:solidFill>
                  <a:srgbClr val="17262C"/>
                </a:solidFill>
                <a:latin typeface="Noto Sans KR"/>
                <a:ea typeface="Noto Sans KR"/>
                <a:cs typeface="Noto Sans KR"/>
              </a:defRPr>
            </a:pPr>
            <a:r>
              <a:rPr sz="3225" b="1">
                <a:solidFill>
                  <a:srgbClr val="17262C"/>
                </a:solidFill>
                <a:latin typeface="Noto Sans KR"/>
                <a:ea typeface="Noto Sans KR"/>
                <a:cs typeface="Noto Sans KR"/>
              </a:rPr>
              <a:t>나는</a:t>
            </a:r>
          </a:p>
        </p:txBody>
      </p:sp>
      <p:sp>
        <p:nvSpPr>
          <p:cNvPr id="4" name="사과를">
            <a:extLst xmlns:a="http://schemas.openxmlformats.org/drawingml/2006/main">
              <a:ext uri="{FF2B5EF4-FFF2-40B4-BE49-F238E27FC236}">
                <a16:creationId xmlns:a16="http://schemas.microsoft.com/office/drawing/2014/main" id="{475B69EB-DCC8-4159-A090-9D93498CB6FC}"/>
              </a:ext>
            </a:extLst>
          </p:cNvPr>
          <p:cNvSpPr>
            <a:spLocks xmlns:a="http://schemas.openxmlformats.org/drawingml/2006/main" noGrp="1"/>
          </p:cNvSpPr>
          <p:nvPr/>
        </p:nvSpPr>
        <p:spPr>
          <a:xfrm xmlns:a="http://schemas.openxmlformats.org/drawingml/2006/main">
            <a:off x="4457700" y="2219325"/>
            <a:ext cx="327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7262C"/>
                </a:solidFill>
                <a:latin typeface="Noto Sans KR"/>
                <a:ea typeface="Noto Sans KR"/>
                <a:cs typeface="Noto Sans KR"/>
              </a:defRPr>
            </a:defPPr>
            <a:lvl1pPr algn="l">
              <a:defRPr sz="3225" b="1">
                <a:solidFill>
                  <a:srgbClr val="17262C"/>
                </a:solidFill>
                <a:latin typeface="Noto Sans KR"/>
                <a:ea typeface="Noto Sans KR"/>
                <a:cs typeface="Noto Sans KR"/>
              </a:defRPr>
            </a:lvl1pPr>
            <a:lvl2pPr algn="l">
              <a:defRPr sz="3225" b="1">
                <a:solidFill>
                  <a:srgbClr val="17262C"/>
                </a:solidFill>
                <a:latin typeface="Noto Sans KR"/>
                <a:ea typeface="Noto Sans KR"/>
                <a:cs typeface="Noto Sans KR"/>
              </a:defRPr>
            </a:lvl2pPr>
            <a:lvl3pPr algn="l">
              <a:defRPr sz="3225" b="1">
                <a:solidFill>
                  <a:srgbClr val="17262C"/>
                </a:solidFill>
                <a:latin typeface="Noto Sans KR"/>
                <a:ea typeface="Noto Sans KR"/>
                <a:cs typeface="Noto Sans KR"/>
              </a:defRPr>
            </a:lvl3pPr>
            <a:lvl4pPr algn="l">
              <a:defRPr sz="3225" b="1">
                <a:solidFill>
                  <a:srgbClr val="17262C"/>
                </a:solidFill>
                <a:latin typeface="Noto Sans KR"/>
                <a:ea typeface="Noto Sans KR"/>
                <a:cs typeface="Noto Sans KR"/>
              </a:defRPr>
            </a:lvl4pPr>
            <a:lvl5pPr algn="l">
              <a:defRPr sz="3225" b="1">
                <a:solidFill>
                  <a:srgbClr val="17262C"/>
                </a:solidFill>
                <a:latin typeface="Noto Sans KR"/>
                <a:ea typeface="Noto Sans KR"/>
                <a:cs typeface="Noto Sans KR"/>
              </a:defRPr>
            </a:lvl5pPr>
            <a:lvl6pPr algn="l">
              <a:defRPr sz="3225" b="1">
                <a:solidFill>
                  <a:srgbClr val="17262C"/>
                </a:solidFill>
                <a:latin typeface="Noto Sans KR"/>
                <a:ea typeface="Noto Sans KR"/>
                <a:cs typeface="Noto Sans KR"/>
              </a:defRPr>
            </a:lvl6pPr>
            <a:lvl7pPr algn="l">
              <a:defRPr sz="3225" b="1">
                <a:solidFill>
                  <a:srgbClr val="17262C"/>
                </a:solidFill>
                <a:latin typeface="Noto Sans KR"/>
                <a:ea typeface="Noto Sans KR"/>
                <a:cs typeface="Noto Sans KR"/>
              </a:defRPr>
            </a:lvl7pPr>
            <a:lvl8pPr algn="l">
              <a:defRPr sz="3225" b="1">
                <a:solidFill>
                  <a:srgbClr val="17262C"/>
                </a:solidFill>
                <a:latin typeface="Noto Sans KR"/>
                <a:ea typeface="Noto Sans KR"/>
                <a:cs typeface="Noto Sans KR"/>
              </a:defRPr>
            </a:lvl8pPr>
            <a:lvl9pPr algn="l">
              <a:defRPr sz="3225" b="1">
                <a:solidFill>
                  <a:srgbClr val="17262C"/>
                </a:solidFill>
                <a:latin typeface="Noto Sans KR"/>
                <a:ea typeface="Noto Sans KR"/>
                <a:cs typeface="Noto Sans KR"/>
              </a:defRPr>
            </a:lvl9pPr>
          </a:lstStyle>
          <a:p xmlns:a="http://schemas.openxmlformats.org/drawingml/2006/main">
            <a:pPr algn="l">
              <a:defRPr sz="3225" b="1">
                <a:solidFill>
                  <a:srgbClr val="17262C"/>
                </a:solidFill>
                <a:latin typeface="Noto Sans KR"/>
                <a:ea typeface="Noto Sans KR"/>
                <a:cs typeface="Noto Sans KR"/>
              </a:defRPr>
            </a:pPr>
            <a:r>
              <a:rPr sz="3225" b="1">
                <a:solidFill>
                  <a:srgbClr val="17262C"/>
                </a:solidFill>
                <a:latin typeface="Noto Sans KR"/>
                <a:ea typeface="Noto Sans KR"/>
                <a:cs typeface="Noto Sans KR"/>
              </a:rPr>
              <a:t>사과를</a:t>
            </a:r>
          </a:p>
        </p:txBody>
      </p:sp>
      <p:sp>
        <p:nvSpPr>
          <p:cNvPr id="5" name="먹었다">
            <a:extLst xmlns:a="http://schemas.openxmlformats.org/drawingml/2006/main">
              <a:ext uri="{FF2B5EF4-FFF2-40B4-BE49-F238E27FC236}">
                <a16:creationId xmlns:a16="http://schemas.microsoft.com/office/drawing/2014/main" id="{F3D6BB9E-626A-438B-8262-BDE3DA1523F5}"/>
              </a:ext>
            </a:extLst>
          </p:cNvPr>
          <p:cNvSpPr>
            <a:spLocks xmlns:a="http://schemas.openxmlformats.org/drawingml/2006/main" noGrp="1"/>
          </p:cNvSpPr>
          <p:nvPr/>
        </p:nvSpPr>
        <p:spPr>
          <a:xfrm xmlns:a="http://schemas.openxmlformats.org/drawingml/2006/main">
            <a:off x="8305800" y="2219325"/>
            <a:ext cx="327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1">
                <a:solidFill>
                  <a:srgbClr val="17262C"/>
                </a:solidFill>
                <a:latin typeface="Noto Sans KR"/>
                <a:ea typeface="Noto Sans KR"/>
                <a:cs typeface="Noto Sans KR"/>
              </a:defRPr>
            </a:defPPr>
            <a:lvl1pPr algn="l">
              <a:defRPr sz="3225" b="1">
                <a:solidFill>
                  <a:srgbClr val="17262C"/>
                </a:solidFill>
                <a:latin typeface="Noto Sans KR"/>
                <a:ea typeface="Noto Sans KR"/>
                <a:cs typeface="Noto Sans KR"/>
              </a:defRPr>
            </a:lvl1pPr>
            <a:lvl2pPr algn="l">
              <a:defRPr sz="3225" b="1">
                <a:solidFill>
                  <a:srgbClr val="17262C"/>
                </a:solidFill>
                <a:latin typeface="Noto Sans KR"/>
                <a:ea typeface="Noto Sans KR"/>
                <a:cs typeface="Noto Sans KR"/>
              </a:defRPr>
            </a:lvl2pPr>
            <a:lvl3pPr algn="l">
              <a:defRPr sz="3225" b="1">
                <a:solidFill>
                  <a:srgbClr val="17262C"/>
                </a:solidFill>
                <a:latin typeface="Noto Sans KR"/>
                <a:ea typeface="Noto Sans KR"/>
                <a:cs typeface="Noto Sans KR"/>
              </a:defRPr>
            </a:lvl3pPr>
            <a:lvl4pPr algn="l">
              <a:defRPr sz="3225" b="1">
                <a:solidFill>
                  <a:srgbClr val="17262C"/>
                </a:solidFill>
                <a:latin typeface="Noto Sans KR"/>
                <a:ea typeface="Noto Sans KR"/>
                <a:cs typeface="Noto Sans KR"/>
              </a:defRPr>
            </a:lvl4pPr>
            <a:lvl5pPr algn="l">
              <a:defRPr sz="3225" b="1">
                <a:solidFill>
                  <a:srgbClr val="17262C"/>
                </a:solidFill>
                <a:latin typeface="Noto Sans KR"/>
                <a:ea typeface="Noto Sans KR"/>
                <a:cs typeface="Noto Sans KR"/>
              </a:defRPr>
            </a:lvl5pPr>
            <a:lvl6pPr algn="l">
              <a:defRPr sz="3225" b="1">
                <a:solidFill>
                  <a:srgbClr val="17262C"/>
                </a:solidFill>
                <a:latin typeface="Noto Sans KR"/>
                <a:ea typeface="Noto Sans KR"/>
                <a:cs typeface="Noto Sans KR"/>
              </a:defRPr>
            </a:lvl6pPr>
            <a:lvl7pPr algn="l">
              <a:defRPr sz="3225" b="1">
                <a:solidFill>
                  <a:srgbClr val="17262C"/>
                </a:solidFill>
                <a:latin typeface="Noto Sans KR"/>
                <a:ea typeface="Noto Sans KR"/>
                <a:cs typeface="Noto Sans KR"/>
              </a:defRPr>
            </a:lvl7pPr>
            <a:lvl8pPr algn="l">
              <a:defRPr sz="3225" b="1">
                <a:solidFill>
                  <a:srgbClr val="17262C"/>
                </a:solidFill>
                <a:latin typeface="Noto Sans KR"/>
                <a:ea typeface="Noto Sans KR"/>
                <a:cs typeface="Noto Sans KR"/>
              </a:defRPr>
            </a:lvl8pPr>
            <a:lvl9pPr algn="l">
              <a:defRPr sz="3225" b="1">
                <a:solidFill>
                  <a:srgbClr val="17262C"/>
                </a:solidFill>
                <a:latin typeface="Noto Sans KR"/>
                <a:ea typeface="Noto Sans KR"/>
                <a:cs typeface="Noto Sans KR"/>
              </a:defRPr>
            </a:lvl9pPr>
          </a:lstStyle>
          <a:p xmlns:a="http://schemas.openxmlformats.org/drawingml/2006/main">
            <a:pPr algn="l">
              <a:defRPr sz="3225" b="1">
                <a:solidFill>
                  <a:srgbClr val="17262C"/>
                </a:solidFill>
                <a:latin typeface="Noto Sans KR"/>
                <a:ea typeface="Noto Sans KR"/>
                <a:cs typeface="Noto Sans KR"/>
              </a:defRPr>
            </a:pPr>
            <a:r>
              <a:rPr sz="3225" b="1">
                <a:solidFill>
                  <a:srgbClr val="17262C"/>
                </a:solidFill>
                <a:latin typeface="Noto Sans KR"/>
                <a:ea typeface="Noto Sans KR"/>
                <a:cs typeface="Noto Sans KR"/>
              </a:rPr>
              <a:t>먹었다</a:t>
            </a:r>
          </a:p>
        </p:txBody>
      </p:sp>
      <p:sp>
        <p:nvSpPr>
          <p:cNvPr id="6" name="1번째 자리">
            <a:extLst xmlns:a="http://schemas.openxmlformats.org/drawingml/2006/main">
              <a:ext uri="{FF2B5EF4-FFF2-40B4-BE49-F238E27FC236}">
                <a16:creationId xmlns:a16="http://schemas.microsoft.com/office/drawing/2014/main" id="{739A0E8D-E093-46FF-B12E-EA892196A5E9}"/>
              </a:ext>
            </a:extLst>
          </p:cNvPr>
          <p:cNvSpPr>
            <a:spLocks xmlns:a="http://schemas.openxmlformats.org/drawingml/2006/main" noGrp="1"/>
          </p:cNvSpPr>
          <p:nvPr/>
        </p:nvSpPr>
        <p:spPr>
          <a:xfrm xmlns:a="http://schemas.openxmlformats.org/drawingml/2006/main">
            <a:off x="609600" y="3057525"/>
            <a:ext cx="327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657578"/>
                </a:solidFill>
                <a:latin typeface="Noto Sans KR"/>
                <a:ea typeface="Noto Sans KR"/>
                <a:cs typeface="Noto Sans KR"/>
              </a:defRPr>
            </a:defPPr>
            <a:lvl1pPr algn="l">
              <a:defRPr sz="1875" b="0">
                <a:solidFill>
                  <a:srgbClr val="657578"/>
                </a:solidFill>
                <a:latin typeface="Noto Sans KR"/>
                <a:ea typeface="Noto Sans KR"/>
                <a:cs typeface="Noto Sans KR"/>
              </a:defRPr>
            </a:lvl1pPr>
            <a:lvl2pPr algn="l">
              <a:defRPr sz="1875" b="0">
                <a:solidFill>
                  <a:srgbClr val="657578"/>
                </a:solidFill>
                <a:latin typeface="Noto Sans KR"/>
                <a:ea typeface="Noto Sans KR"/>
                <a:cs typeface="Noto Sans KR"/>
              </a:defRPr>
            </a:lvl2pPr>
            <a:lvl3pPr algn="l">
              <a:defRPr sz="1875" b="0">
                <a:solidFill>
                  <a:srgbClr val="657578"/>
                </a:solidFill>
                <a:latin typeface="Noto Sans KR"/>
                <a:ea typeface="Noto Sans KR"/>
                <a:cs typeface="Noto Sans KR"/>
              </a:defRPr>
            </a:lvl3pPr>
            <a:lvl4pPr algn="l">
              <a:defRPr sz="1875" b="0">
                <a:solidFill>
                  <a:srgbClr val="657578"/>
                </a:solidFill>
                <a:latin typeface="Noto Sans KR"/>
                <a:ea typeface="Noto Sans KR"/>
                <a:cs typeface="Noto Sans KR"/>
              </a:defRPr>
            </a:lvl4pPr>
            <a:lvl5pPr algn="l">
              <a:defRPr sz="1875" b="0">
                <a:solidFill>
                  <a:srgbClr val="657578"/>
                </a:solidFill>
                <a:latin typeface="Noto Sans KR"/>
                <a:ea typeface="Noto Sans KR"/>
                <a:cs typeface="Noto Sans KR"/>
              </a:defRPr>
            </a:lvl5pPr>
            <a:lvl6pPr algn="l">
              <a:defRPr sz="1875" b="0">
                <a:solidFill>
                  <a:srgbClr val="657578"/>
                </a:solidFill>
                <a:latin typeface="Noto Sans KR"/>
                <a:ea typeface="Noto Sans KR"/>
                <a:cs typeface="Noto Sans KR"/>
              </a:defRPr>
            </a:lvl6pPr>
            <a:lvl7pPr algn="l">
              <a:defRPr sz="1875" b="0">
                <a:solidFill>
                  <a:srgbClr val="657578"/>
                </a:solidFill>
                <a:latin typeface="Noto Sans KR"/>
                <a:ea typeface="Noto Sans KR"/>
                <a:cs typeface="Noto Sans KR"/>
              </a:defRPr>
            </a:lvl7pPr>
            <a:lvl8pPr algn="l">
              <a:defRPr sz="1875" b="0">
                <a:solidFill>
                  <a:srgbClr val="657578"/>
                </a:solidFill>
                <a:latin typeface="Noto Sans KR"/>
                <a:ea typeface="Noto Sans KR"/>
                <a:cs typeface="Noto Sans KR"/>
              </a:defRPr>
            </a:lvl8pPr>
            <a:lvl9pPr algn="l">
              <a:defRPr sz="1875" b="0">
                <a:solidFill>
                  <a:srgbClr val="657578"/>
                </a:solidFill>
                <a:latin typeface="Noto Sans KR"/>
                <a:ea typeface="Noto Sans KR"/>
                <a:cs typeface="Noto Sans KR"/>
              </a:defRPr>
            </a:lvl9pPr>
          </a:lstStyle>
          <a:p xmlns:a="http://schemas.openxmlformats.org/drawingml/2006/main">
            <a:pPr algn="l">
              <a:defRPr sz="1875" b="0">
                <a:solidFill>
                  <a:srgbClr val="657578"/>
                </a:solidFill>
                <a:latin typeface="Noto Sans KR"/>
                <a:ea typeface="Noto Sans KR"/>
                <a:cs typeface="Noto Sans KR"/>
              </a:defRPr>
            </a:pPr>
            <a:r>
              <a:rPr sz="1875" b="0">
                <a:solidFill>
                  <a:srgbClr val="657578"/>
                </a:solidFill>
                <a:latin typeface="Noto Sans KR"/>
                <a:ea typeface="Noto Sans KR"/>
                <a:cs typeface="Noto Sans KR"/>
              </a:rPr>
              <a:t>1번째 자리</a:t>
            </a:r>
          </a:p>
        </p:txBody>
      </p:sp>
      <p:sp>
        <p:nvSpPr>
          <p:cNvPr id="7" name="2번째 자리">
            <a:extLst xmlns:a="http://schemas.openxmlformats.org/drawingml/2006/main">
              <a:ext uri="{FF2B5EF4-FFF2-40B4-BE49-F238E27FC236}">
                <a16:creationId xmlns:a16="http://schemas.microsoft.com/office/drawing/2014/main" id="{C73E23DF-5890-4E16-B5F3-B959CEA09C79}"/>
              </a:ext>
            </a:extLst>
          </p:cNvPr>
          <p:cNvSpPr>
            <a:spLocks xmlns:a="http://schemas.openxmlformats.org/drawingml/2006/main" noGrp="1"/>
          </p:cNvSpPr>
          <p:nvPr/>
        </p:nvSpPr>
        <p:spPr>
          <a:xfrm xmlns:a="http://schemas.openxmlformats.org/drawingml/2006/main">
            <a:off x="4457700" y="3057525"/>
            <a:ext cx="327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657578"/>
                </a:solidFill>
                <a:latin typeface="Noto Sans KR"/>
                <a:ea typeface="Noto Sans KR"/>
                <a:cs typeface="Noto Sans KR"/>
              </a:defRPr>
            </a:defPPr>
            <a:lvl1pPr algn="l">
              <a:defRPr sz="1875" b="0">
                <a:solidFill>
                  <a:srgbClr val="657578"/>
                </a:solidFill>
                <a:latin typeface="Noto Sans KR"/>
                <a:ea typeface="Noto Sans KR"/>
                <a:cs typeface="Noto Sans KR"/>
              </a:defRPr>
            </a:lvl1pPr>
            <a:lvl2pPr algn="l">
              <a:defRPr sz="1875" b="0">
                <a:solidFill>
                  <a:srgbClr val="657578"/>
                </a:solidFill>
                <a:latin typeface="Noto Sans KR"/>
                <a:ea typeface="Noto Sans KR"/>
                <a:cs typeface="Noto Sans KR"/>
              </a:defRPr>
            </a:lvl2pPr>
            <a:lvl3pPr algn="l">
              <a:defRPr sz="1875" b="0">
                <a:solidFill>
                  <a:srgbClr val="657578"/>
                </a:solidFill>
                <a:latin typeface="Noto Sans KR"/>
                <a:ea typeface="Noto Sans KR"/>
                <a:cs typeface="Noto Sans KR"/>
              </a:defRPr>
            </a:lvl3pPr>
            <a:lvl4pPr algn="l">
              <a:defRPr sz="1875" b="0">
                <a:solidFill>
                  <a:srgbClr val="657578"/>
                </a:solidFill>
                <a:latin typeface="Noto Sans KR"/>
                <a:ea typeface="Noto Sans KR"/>
                <a:cs typeface="Noto Sans KR"/>
              </a:defRPr>
            </a:lvl4pPr>
            <a:lvl5pPr algn="l">
              <a:defRPr sz="1875" b="0">
                <a:solidFill>
                  <a:srgbClr val="657578"/>
                </a:solidFill>
                <a:latin typeface="Noto Sans KR"/>
                <a:ea typeface="Noto Sans KR"/>
                <a:cs typeface="Noto Sans KR"/>
              </a:defRPr>
            </a:lvl5pPr>
            <a:lvl6pPr algn="l">
              <a:defRPr sz="1875" b="0">
                <a:solidFill>
                  <a:srgbClr val="657578"/>
                </a:solidFill>
                <a:latin typeface="Noto Sans KR"/>
                <a:ea typeface="Noto Sans KR"/>
                <a:cs typeface="Noto Sans KR"/>
              </a:defRPr>
            </a:lvl6pPr>
            <a:lvl7pPr algn="l">
              <a:defRPr sz="1875" b="0">
                <a:solidFill>
                  <a:srgbClr val="657578"/>
                </a:solidFill>
                <a:latin typeface="Noto Sans KR"/>
                <a:ea typeface="Noto Sans KR"/>
                <a:cs typeface="Noto Sans KR"/>
              </a:defRPr>
            </a:lvl7pPr>
            <a:lvl8pPr algn="l">
              <a:defRPr sz="1875" b="0">
                <a:solidFill>
                  <a:srgbClr val="657578"/>
                </a:solidFill>
                <a:latin typeface="Noto Sans KR"/>
                <a:ea typeface="Noto Sans KR"/>
                <a:cs typeface="Noto Sans KR"/>
              </a:defRPr>
            </a:lvl8pPr>
            <a:lvl9pPr algn="l">
              <a:defRPr sz="1875" b="0">
                <a:solidFill>
                  <a:srgbClr val="657578"/>
                </a:solidFill>
                <a:latin typeface="Noto Sans KR"/>
                <a:ea typeface="Noto Sans KR"/>
                <a:cs typeface="Noto Sans KR"/>
              </a:defRPr>
            </a:lvl9pPr>
          </a:lstStyle>
          <a:p xmlns:a="http://schemas.openxmlformats.org/drawingml/2006/main">
            <a:pPr algn="l">
              <a:defRPr sz="1875" b="0">
                <a:solidFill>
                  <a:srgbClr val="657578"/>
                </a:solidFill>
                <a:latin typeface="Noto Sans KR"/>
                <a:ea typeface="Noto Sans KR"/>
                <a:cs typeface="Noto Sans KR"/>
              </a:defRPr>
            </a:pPr>
            <a:r>
              <a:rPr sz="1875" b="0">
                <a:solidFill>
                  <a:srgbClr val="657578"/>
                </a:solidFill>
                <a:latin typeface="Noto Sans KR"/>
                <a:ea typeface="Noto Sans KR"/>
                <a:cs typeface="Noto Sans KR"/>
              </a:rPr>
              <a:t>2번째 자리</a:t>
            </a:r>
          </a:p>
        </p:txBody>
      </p:sp>
      <p:sp>
        <p:nvSpPr>
          <p:cNvPr id="8" name="3번째 자리">
            <a:extLst xmlns:a="http://schemas.openxmlformats.org/drawingml/2006/main">
              <a:ext uri="{FF2B5EF4-FFF2-40B4-BE49-F238E27FC236}">
                <a16:creationId xmlns:a16="http://schemas.microsoft.com/office/drawing/2014/main" id="{0F558346-E043-4BD9-8D6E-4940EE56645E}"/>
              </a:ext>
            </a:extLst>
          </p:cNvPr>
          <p:cNvSpPr>
            <a:spLocks xmlns:a="http://schemas.openxmlformats.org/drawingml/2006/main" noGrp="1"/>
          </p:cNvSpPr>
          <p:nvPr/>
        </p:nvSpPr>
        <p:spPr>
          <a:xfrm xmlns:a="http://schemas.openxmlformats.org/drawingml/2006/main">
            <a:off x="8305800" y="3057525"/>
            <a:ext cx="327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657578"/>
                </a:solidFill>
                <a:latin typeface="Noto Sans KR"/>
                <a:ea typeface="Noto Sans KR"/>
                <a:cs typeface="Noto Sans KR"/>
              </a:defRPr>
            </a:defPPr>
            <a:lvl1pPr algn="l">
              <a:defRPr sz="1875" b="0">
                <a:solidFill>
                  <a:srgbClr val="657578"/>
                </a:solidFill>
                <a:latin typeface="Noto Sans KR"/>
                <a:ea typeface="Noto Sans KR"/>
                <a:cs typeface="Noto Sans KR"/>
              </a:defRPr>
            </a:lvl1pPr>
            <a:lvl2pPr algn="l">
              <a:defRPr sz="1875" b="0">
                <a:solidFill>
                  <a:srgbClr val="657578"/>
                </a:solidFill>
                <a:latin typeface="Noto Sans KR"/>
                <a:ea typeface="Noto Sans KR"/>
                <a:cs typeface="Noto Sans KR"/>
              </a:defRPr>
            </a:lvl2pPr>
            <a:lvl3pPr algn="l">
              <a:defRPr sz="1875" b="0">
                <a:solidFill>
                  <a:srgbClr val="657578"/>
                </a:solidFill>
                <a:latin typeface="Noto Sans KR"/>
                <a:ea typeface="Noto Sans KR"/>
                <a:cs typeface="Noto Sans KR"/>
              </a:defRPr>
            </a:lvl3pPr>
            <a:lvl4pPr algn="l">
              <a:defRPr sz="1875" b="0">
                <a:solidFill>
                  <a:srgbClr val="657578"/>
                </a:solidFill>
                <a:latin typeface="Noto Sans KR"/>
                <a:ea typeface="Noto Sans KR"/>
                <a:cs typeface="Noto Sans KR"/>
              </a:defRPr>
            </a:lvl4pPr>
            <a:lvl5pPr algn="l">
              <a:defRPr sz="1875" b="0">
                <a:solidFill>
                  <a:srgbClr val="657578"/>
                </a:solidFill>
                <a:latin typeface="Noto Sans KR"/>
                <a:ea typeface="Noto Sans KR"/>
                <a:cs typeface="Noto Sans KR"/>
              </a:defRPr>
            </a:lvl5pPr>
            <a:lvl6pPr algn="l">
              <a:defRPr sz="1875" b="0">
                <a:solidFill>
                  <a:srgbClr val="657578"/>
                </a:solidFill>
                <a:latin typeface="Noto Sans KR"/>
                <a:ea typeface="Noto Sans KR"/>
                <a:cs typeface="Noto Sans KR"/>
              </a:defRPr>
            </a:lvl6pPr>
            <a:lvl7pPr algn="l">
              <a:defRPr sz="1875" b="0">
                <a:solidFill>
                  <a:srgbClr val="657578"/>
                </a:solidFill>
                <a:latin typeface="Noto Sans KR"/>
                <a:ea typeface="Noto Sans KR"/>
                <a:cs typeface="Noto Sans KR"/>
              </a:defRPr>
            </a:lvl7pPr>
            <a:lvl8pPr algn="l">
              <a:defRPr sz="1875" b="0">
                <a:solidFill>
                  <a:srgbClr val="657578"/>
                </a:solidFill>
                <a:latin typeface="Noto Sans KR"/>
                <a:ea typeface="Noto Sans KR"/>
                <a:cs typeface="Noto Sans KR"/>
              </a:defRPr>
            </a:lvl8pPr>
            <a:lvl9pPr algn="l">
              <a:defRPr sz="1875" b="0">
                <a:solidFill>
                  <a:srgbClr val="657578"/>
                </a:solidFill>
                <a:latin typeface="Noto Sans KR"/>
                <a:ea typeface="Noto Sans KR"/>
                <a:cs typeface="Noto Sans KR"/>
              </a:defRPr>
            </a:lvl9pPr>
          </a:lstStyle>
          <a:p xmlns:a="http://schemas.openxmlformats.org/drawingml/2006/main">
            <a:pPr algn="l">
              <a:defRPr sz="1875" b="0">
                <a:solidFill>
                  <a:srgbClr val="657578"/>
                </a:solidFill>
                <a:latin typeface="Noto Sans KR"/>
                <a:ea typeface="Noto Sans KR"/>
                <a:cs typeface="Noto Sans KR"/>
              </a:defRPr>
            </a:pPr>
            <a:r>
              <a:rPr sz="1875" b="0">
                <a:solidFill>
                  <a:srgbClr val="657578"/>
                </a:solidFill>
                <a:latin typeface="Noto Sans KR"/>
                <a:ea typeface="Noto Sans KR"/>
                <a:cs typeface="Noto Sans KR"/>
              </a:rPr>
              <a:t>3번째 자리</a:t>
            </a:r>
          </a:p>
        </p:txBody>
      </p:sp>
      <p:sp>
        <p:nvSpPr>
          <p:cNvPr id="9" name="">
            <a:extLst xmlns:a="http://schemas.openxmlformats.org/drawingml/2006/main">
              <a:ext uri="{FF2B5EF4-FFF2-40B4-BE49-F238E27FC236}">
                <a16:creationId xmlns:a16="http://schemas.microsoft.com/office/drawing/2014/main" id="{5BC9365F-6EA4-44BD-B4F6-8E5FCADE06A1}"/>
              </a:ext>
            </a:extLst>
          </p:cNvPr>
          <p:cNvSpPr>
            <a:spLocks xmlns:a="http://schemas.openxmlformats.org/drawingml/2006/main" noGrp="1"/>
          </p:cNvSpPr>
          <p:nvPr/>
        </p:nvSpPr>
        <p:spPr>
          <a:xfrm xmlns:a="http://schemas.openxmlformats.org/drawingml/2006/main">
            <a:off x="609600" y="4010025"/>
            <a:ext cx="109728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0" name="말의 뜻">
            <a:extLst xmlns:a="http://schemas.openxmlformats.org/drawingml/2006/main">
              <a:ext uri="{FF2B5EF4-FFF2-40B4-BE49-F238E27FC236}">
                <a16:creationId xmlns:a16="http://schemas.microsoft.com/office/drawing/2014/main" id="{2F6A892B-8B3C-4938-B231-6D3E4F2A7F42}"/>
              </a:ext>
            </a:extLst>
          </p:cNvPr>
          <p:cNvSpPr>
            <a:spLocks xmlns:a="http://schemas.openxmlformats.org/drawingml/2006/main" noGrp="1"/>
          </p:cNvSpPr>
          <p:nvPr/>
        </p:nvSpPr>
        <p:spPr>
          <a:xfrm xmlns:a="http://schemas.openxmlformats.org/drawingml/2006/main">
            <a:off x="609600" y="4676775"/>
            <a:ext cx="3314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75" b="1">
                <a:solidFill>
                  <a:srgbClr val="17262C"/>
                </a:solidFill>
                <a:latin typeface="Noto Sans KR"/>
                <a:ea typeface="Noto Sans KR"/>
                <a:cs typeface="Noto Sans KR"/>
              </a:defRPr>
            </a:defPPr>
            <a:lvl1pPr algn="l">
              <a:defRPr sz="3375" b="1">
                <a:solidFill>
                  <a:srgbClr val="17262C"/>
                </a:solidFill>
                <a:latin typeface="Noto Sans KR"/>
                <a:ea typeface="Noto Sans KR"/>
                <a:cs typeface="Noto Sans KR"/>
              </a:defRPr>
            </a:lvl1pPr>
            <a:lvl2pPr algn="l">
              <a:defRPr sz="3375" b="1">
                <a:solidFill>
                  <a:srgbClr val="17262C"/>
                </a:solidFill>
                <a:latin typeface="Noto Sans KR"/>
                <a:ea typeface="Noto Sans KR"/>
                <a:cs typeface="Noto Sans KR"/>
              </a:defRPr>
            </a:lvl2pPr>
            <a:lvl3pPr algn="l">
              <a:defRPr sz="3375" b="1">
                <a:solidFill>
                  <a:srgbClr val="17262C"/>
                </a:solidFill>
                <a:latin typeface="Noto Sans KR"/>
                <a:ea typeface="Noto Sans KR"/>
                <a:cs typeface="Noto Sans KR"/>
              </a:defRPr>
            </a:lvl3pPr>
            <a:lvl4pPr algn="l">
              <a:defRPr sz="3375" b="1">
                <a:solidFill>
                  <a:srgbClr val="17262C"/>
                </a:solidFill>
                <a:latin typeface="Noto Sans KR"/>
                <a:ea typeface="Noto Sans KR"/>
                <a:cs typeface="Noto Sans KR"/>
              </a:defRPr>
            </a:lvl4pPr>
            <a:lvl5pPr algn="l">
              <a:defRPr sz="3375" b="1">
                <a:solidFill>
                  <a:srgbClr val="17262C"/>
                </a:solidFill>
                <a:latin typeface="Noto Sans KR"/>
                <a:ea typeface="Noto Sans KR"/>
                <a:cs typeface="Noto Sans KR"/>
              </a:defRPr>
            </a:lvl5pPr>
            <a:lvl6pPr algn="l">
              <a:defRPr sz="3375" b="1">
                <a:solidFill>
                  <a:srgbClr val="17262C"/>
                </a:solidFill>
                <a:latin typeface="Noto Sans KR"/>
                <a:ea typeface="Noto Sans KR"/>
                <a:cs typeface="Noto Sans KR"/>
              </a:defRPr>
            </a:lvl6pPr>
            <a:lvl7pPr algn="l">
              <a:defRPr sz="3375" b="1">
                <a:solidFill>
                  <a:srgbClr val="17262C"/>
                </a:solidFill>
                <a:latin typeface="Noto Sans KR"/>
                <a:ea typeface="Noto Sans KR"/>
                <a:cs typeface="Noto Sans KR"/>
              </a:defRPr>
            </a:lvl7pPr>
            <a:lvl8pPr algn="l">
              <a:defRPr sz="3375" b="1">
                <a:solidFill>
                  <a:srgbClr val="17262C"/>
                </a:solidFill>
                <a:latin typeface="Noto Sans KR"/>
                <a:ea typeface="Noto Sans KR"/>
                <a:cs typeface="Noto Sans KR"/>
              </a:defRPr>
            </a:lvl8pPr>
            <a:lvl9pPr algn="l">
              <a:defRPr sz="3375" b="1">
                <a:solidFill>
                  <a:srgbClr val="17262C"/>
                </a:solidFill>
                <a:latin typeface="Noto Sans KR"/>
                <a:ea typeface="Noto Sans KR"/>
                <a:cs typeface="Noto Sans KR"/>
              </a:defRPr>
            </a:lvl9pPr>
          </a:lstStyle>
          <a:p xmlns:a="http://schemas.openxmlformats.org/drawingml/2006/main">
            <a:pPr algn="l">
              <a:defRPr sz="3375" b="1">
                <a:solidFill>
                  <a:srgbClr val="17262C"/>
                </a:solidFill>
                <a:latin typeface="Noto Sans KR"/>
                <a:ea typeface="Noto Sans KR"/>
                <a:cs typeface="Noto Sans KR"/>
              </a:defRPr>
            </a:pPr>
            <a:r>
              <a:rPr sz="3375" b="1">
                <a:solidFill>
                  <a:srgbClr val="17262C"/>
                </a:solidFill>
                <a:latin typeface="Noto Sans KR"/>
                <a:ea typeface="Noto Sans KR"/>
                <a:cs typeface="Noto Sans KR"/>
              </a:rPr>
              <a:t>말의 뜻</a:t>
            </a:r>
          </a:p>
        </p:txBody>
      </p:sp>
      <p:sp>
        <p:nvSpPr>
          <p:cNvPr id="11" name="+">
            <a:extLst xmlns:a="http://schemas.openxmlformats.org/drawingml/2006/main">
              <a:ext uri="{FF2B5EF4-FFF2-40B4-BE49-F238E27FC236}">
                <a16:creationId xmlns:a16="http://schemas.microsoft.com/office/drawing/2014/main" id="{DAE35E9D-0BEA-4DC2-9C00-CC1CB5E9F240}"/>
              </a:ext>
            </a:extLst>
          </p:cNvPr>
          <p:cNvSpPr>
            <a:spLocks xmlns:a="http://schemas.openxmlformats.org/drawingml/2006/main" noGrp="1"/>
          </p:cNvSpPr>
          <p:nvPr/>
        </p:nvSpPr>
        <p:spPr>
          <a:xfrm xmlns:a="http://schemas.openxmlformats.org/drawingml/2006/main">
            <a:off x="4191000" y="4676775"/>
            <a:ext cx="666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3150" b="0">
                <a:solidFill>
                  <a:srgbClr val="657578"/>
                </a:solidFill>
                <a:latin typeface="Noto Sans KR"/>
                <a:ea typeface="Noto Sans KR"/>
                <a:cs typeface="Noto Sans KR"/>
              </a:defRPr>
            </a:defPPr>
            <a:lvl1pPr algn="ctr">
              <a:defRPr sz="3150" b="0">
                <a:solidFill>
                  <a:srgbClr val="657578"/>
                </a:solidFill>
                <a:latin typeface="Noto Sans KR"/>
                <a:ea typeface="Noto Sans KR"/>
                <a:cs typeface="Noto Sans KR"/>
              </a:defRPr>
            </a:lvl1pPr>
            <a:lvl2pPr algn="ctr">
              <a:defRPr sz="3150" b="0">
                <a:solidFill>
                  <a:srgbClr val="657578"/>
                </a:solidFill>
                <a:latin typeface="Noto Sans KR"/>
                <a:ea typeface="Noto Sans KR"/>
                <a:cs typeface="Noto Sans KR"/>
              </a:defRPr>
            </a:lvl2pPr>
            <a:lvl3pPr algn="ctr">
              <a:defRPr sz="3150" b="0">
                <a:solidFill>
                  <a:srgbClr val="657578"/>
                </a:solidFill>
                <a:latin typeface="Noto Sans KR"/>
                <a:ea typeface="Noto Sans KR"/>
                <a:cs typeface="Noto Sans KR"/>
              </a:defRPr>
            </a:lvl3pPr>
            <a:lvl4pPr algn="ctr">
              <a:defRPr sz="3150" b="0">
                <a:solidFill>
                  <a:srgbClr val="657578"/>
                </a:solidFill>
                <a:latin typeface="Noto Sans KR"/>
                <a:ea typeface="Noto Sans KR"/>
                <a:cs typeface="Noto Sans KR"/>
              </a:defRPr>
            </a:lvl4pPr>
            <a:lvl5pPr algn="ctr">
              <a:defRPr sz="3150" b="0">
                <a:solidFill>
                  <a:srgbClr val="657578"/>
                </a:solidFill>
                <a:latin typeface="Noto Sans KR"/>
                <a:ea typeface="Noto Sans KR"/>
                <a:cs typeface="Noto Sans KR"/>
              </a:defRPr>
            </a:lvl5pPr>
            <a:lvl6pPr algn="ctr">
              <a:defRPr sz="3150" b="0">
                <a:solidFill>
                  <a:srgbClr val="657578"/>
                </a:solidFill>
                <a:latin typeface="Noto Sans KR"/>
                <a:ea typeface="Noto Sans KR"/>
                <a:cs typeface="Noto Sans KR"/>
              </a:defRPr>
            </a:lvl6pPr>
            <a:lvl7pPr algn="ctr">
              <a:defRPr sz="3150" b="0">
                <a:solidFill>
                  <a:srgbClr val="657578"/>
                </a:solidFill>
                <a:latin typeface="Noto Sans KR"/>
                <a:ea typeface="Noto Sans KR"/>
                <a:cs typeface="Noto Sans KR"/>
              </a:defRPr>
            </a:lvl7pPr>
            <a:lvl8pPr algn="ctr">
              <a:defRPr sz="3150" b="0">
                <a:solidFill>
                  <a:srgbClr val="657578"/>
                </a:solidFill>
                <a:latin typeface="Noto Sans KR"/>
                <a:ea typeface="Noto Sans KR"/>
                <a:cs typeface="Noto Sans KR"/>
              </a:defRPr>
            </a:lvl8pPr>
            <a:lvl9pPr algn="ctr">
              <a:defRPr sz="3150" b="0">
                <a:solidFill>
                  <a:srgbClr val="657578"/>
                </a:solidFill>
                <a:latin typeface="Noto Sans KR"/>
                <a:ea typeface="Noto Sans KR"/>
                <a:cs typeface="Noto Sans KR"/>
              </a:defRPr>
            </a:lvl9pPr>
          </a:lstStyle>
          <a:p xmlns:a="http://schemas.openxmlformats.org/drawingml/2006/main">
            <a:pPr algn="ctr">
              <a:defRPr sz="3150" b="0">
                <a:solidFill>
                  <a:srgbClr val="657578"/>
                </a:solidFill>
                <a:latin typeface="Noto Sans KR"/>
                <a:ea typeface="Noto Sans KR"/>
                <a:cs typeface="Noto Sans KR"/>
              </a:defRPr>
            </a:pPr>
            <a:r>
              <a:rPr sz="3150" b="0">
                <a:solidFill>
                  <a:srgbClr val="657578"/>
                </a:solidFill>
                <a:latin typeface="Noto Sans KR"/>
                <a:ea typeface="Noto Sans KR"/>
                <a:cs typeface="Noto Sans KR"/>
              </a:rPr>
              <a:t>+</a:t>
            </a:r>
          </a:p>
        </p:txBody>
      </p:sp>
      <p:sp>
        <p:nvSpPr>
          <p:cNvPr id="12" name="문장 속 자리">
            <a:extLst xmlns:a="http://schemas.openxmlformats.org/drawingml/2006/main">
              <a:ext uri="{FF2B5EF4-FFF2-40B4-BE49-F238E27FC236}">
                <a16:creationId xmlns:a16="http://schemas.microsoft.com/office/drawing/2014/main" id="{8218E229-3B18-41DD-BFAE-2D8B2DD9318D}"/>
              </a:ext>
            </a:extLst>
          </p:cNvPr>
          <p:cNvSpPr>
            <a:spLocks xmlns:a="http://schemas.openxmlformats.org/drawingml/2006/main" noGrp="1"/>
          </p:cNvSpPr>
          <p:nvPr/>
        </p:nvSpPr>
        <p:spPr>
          <a:xfrm xmlns:a="http://schemas.openxmlformats.org/drawingml/2006/main">
            <a:off x="5286375" y="4676775"/>
            <a:ext cx="628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75" b="1">
                <a:solidFill>
                  <a:srgbClr val="17262C"/>
                </a:solidFill>
                <a:latin typeface="Noto Sans KR"/>
                <a:ea typeface="Noto Sans KR"/>
                <a:cs typeface="Noto Sans KR"/>
              </a:defRPr>
            </a:defPPr>
            <a:lvl1pPr algn="l">
              <a:defRPr sz="3375" b="1">
                <a:solidFill>
                  <a:srgbClr val="17262C"/>
                </a:solidFill>
                <a:latin typeface="Noto Sans KR"/>
                <a:ea typeface="Noto Sans KR"/>
                <a:cs typeface="Noto Sans KR"/>
              </a:defRPr>
            </a:lvl1pPr>
            <a:lvl2pPr algn="l">
              <a:defRPr sz="3375" b="1">
                <a:solidFill>
                  <a:srgbClr val="17262C"/>
                </a:solidFill>
                <a:latin typeface="Noto Sans KR"/>
                <a:ea typeface="Noto Sans KR"/>
                <a:cs typeface="Noto Sans KR"/>
              </a:defRPr>
            </a:lvl2pPr>
            <a:lvl3pPr algn="l">
              <a:defRPr sz="3375" b="1">
                <a:solidFill>
                  <a:srgbClr val="17262C"/>
                </a:solidFill>
                <a:latin typeface="Noto Sans KR"/>
                <a:ea typeface="Noto Sans KR"/>
                <a:cs typeface="Noto Sans KR"/>
              </a:defRPr>
            </a:lvl3pPr>
            <a:lvl4pPr algn="l">
              <a:defRPr sz="3375" b="1">
                <a:solidFill>
                  <a:srgbClr val="17262C"/>
                </a:solidFill>
                <a:latin typeface="Noto Sans KR"/>
                <a:ea typeface="Noto Sans KR"/>
                <a:cs typeface="Noto Sans KR"/>
              </a:defRPr>
            </a:lvl4pPr>
            <a:lvl5pPr algn="l">
              <a:defRPr sz="3375" b="1">
                <a:solidFill>
                  <a:srgbClr val="17262C"/>
                </a:solidFill>
                <a:latin typeface="Noto Sans KR"/>
                <a:ea typeface="Noto Sans KR"/>
                <a:cs typeface="Noto Sans KR"/>
              </a:defRPr>
            </a:lvl5pPr>
            <a:lvl6pPr algn="l">
              <a:defRPr sz="3375" b="1">
                <a:solidFill>
                  <a:srgbClr val="17262C"/>
                </a:solidFill>
                <a:latin typeface="Noto Sans KR"/>
                <a:ea typeface="Noto Sans KR"/>
                <a:cs typeface="Noto Sans KR"/>
              </a:defRPr>
            </a:lvl6pPr>
            <a:lvl7pPr algn="l">
              <a:defRPr sz="3375" b="1">
                <a:solidFill>
                  <a:srgbClr val="17262C"/>
                </a:solidFill>
                <a:latin typeface="Noto Sans KR"/>
                <a:ea typeface="Noto Sans KR"/>
                <a:cs typeface="Noto Sans KR"/>
              </a:defRPr>
            </a:lvl7pPr>
            <a:lvl8pPr algn="l">
              <a:defRPr sz="3375" b="1">
                <a:solidFill>
                  <a:srgbClr val="17262C"/>
                </a:solidFill>
                <a:latin typeface="Noto Sans KR"/>
                <a:ea typeface="Noto Sans KR"/>
                <a:cs typeface="Noto Sans KR"/>
              </a:defRPr>
            </a:lvl8pPr>
            <a:lvl9pPr algn="l">
              <a:defRPr sz="3375" b="1">
                <a:solidFill>
                  <a:srgbClr val="17262C"/>
                </a:solidFill>
                <a:latin typeface="Noto Sans KR"/>
                <a:ea typeface="Noto Sans KR"/>
                <a:cs typeface="Noto Sans KR"/>
              </a:defRPr>
            </a:lvl9pPr>
          </a:lstStyle>
          <a:p xmlns:a="http://schemas.openxmlformats.org/drawingml/2006/main">
            <a:pPr algn="l">
              <a:defRPr sz="3375" b="1">
                <a:solidFill>
                  <a:srgbClr val="17262C"/>
                </a:solidFill>
                <a:latin typeface="Noto Sans KR"/>
                <a:ea typeface="Noto Sans KR"/>
                <a:cs typeface="Noto Sans KR"/>
              </a:defRPr>
            </a:pPr>
            <a:r>
              <a:rPr sz="3375" b="1">
                <a:solidFill>
                  <a:srgbClr val="17262C"/>
                </a:solidFill>
                <a:latin typeface="Noto Sans KR"/>
                <a:ea typeface="Noto Sans KR"/>
                <a:cs typeface="Noto Sans KR"/>
              </a:rPr>
              <a:t>문장 속 자리</a:t>
            </a:r>
          </a:p>
        </p:txBody>
      </p:sp>
      <p:sp>
        <p:nvSpPr>
          <p:cNvPr id="13" name="자리 정보를 더하는 방법: 위치인코딩">
            <a:extLst xmlns:a="http://schemas.openxmlformats.org/drawingml/2006/main">
              <a:ext uri="{FF2B5EF4-FFF2-40B4-BE49-F238E27FC236}">
                <a16:creationId xmlns:a16="http://schemas.microsoft.com/office/drawing/2014/main" id="{D5007BB6-9A84-45F8-8280-F72FD65EC1A9}"/>
              </a:ext>
            </a:extLst>
          </p:cNvPr>
          <p:cNvSpPr>
            <a:spLocks xmlns:a="http://schemas.openxmlformats.org/drawingml/2006/main" noGrp="1"/>
          </p:cNvSpPr>
          <p:nvPr/>
        </p:nvSpPr>
        <p:spPr>
          <a:xfrm xmlns:a="http://schemas.openxmlformats.org/drawingml/2006/main">
            <a:off x="609600" y="63341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xmlns:a="http://schemas.openxmlformats.org/drawingml/2006/main">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자리 정보를 더하는 방법: 위치인코딩</a:t>
            </a:r>
          </a:p>
        </p:txBody>
      </p:sp>
    </p:spTree>
    <p:extLst>
      <p:ext uri="{BB962C8B-B14F-4D97-AF65-F5344CB8AC3E}">
        <p14:creationId xmlns:p14="http://schemas.microsoft.com/office/powerpoint/2010/main" val="1220975432"/>
      </p:ext>
    </p:extLst>
  </p:cSld>
</p:sld>
</file>

<file path=ppt/slides/slide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9" name="입력을 읽고 출력을 만들기">
            <a:extLst xmlns:a="http://schemas.openxmlformats.org/drawingml/2006/main">
              <a:ext uri="{FF2B5EF4-FFF2-40B4-BE49-F238E27FC236}">
                <a16:creationId xmlns:a16="http://schemas.microsoft.com/office/drawing/2014/main" id="{2E4DA282-B793-4515-82F8-DF5B4477DB21}"/>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입력을 읽고 출력을 만들기</a:t>
            </a:r>
          </a:p>
        </p:txBody>
      </p:sp>
      <p:sp>
        <p:nvSpPr>
          <p:cNvPr id="2" name="06">
            <a:extLst xmlns:a="http://schemas.openxmlformats.org/drawingml/2006/main">
              <a:ext uri="{FF2B5EF4-FFF2-40B4-BE49-F238E27FC236}">
                <a16:creationId xmlns:a16="http://schemas.microsoft.com/office/drawing/2014/main" id="{AE23D9E0-489E-4470-87CD-2C3A16F7BE14}"/>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06</a:t>
            </a:r>
          </a:p>
        </p:txBody>
      </p:sp>
      <p:sp>
        <p:nvSpPr>
          <p:cNvPr id="3" name="읽는 부분">
            <a:extLst xmlns:a="http://schemas.openxmlformats.org/drawingml/2006/main">
              <a:ext uri="{FF2B5EF4-FFF2-40B4-BE49-F238E27FC236}">
                <a16:creationId xmlns:a16="http://schemas.microsoft.com/office/drawing/2014/main" id="{F499747D-66EB-4198-8BEA-B309480495C0}"/>
              </a:ext>
            </a:extLst>
          </p:cNvPr>
          <p:cNvSpPr>
            <a:spLocks xmlns:a="http://schemas.openxmlformats.org/drawingml/2006/main" noGrp="1"/>
          </p:cNvSpPr>
          <p:nvPr/>
        </p:nvSpPr>
        <p:spPr>
          <a:xfrm xmlns:a="http://schemas.openxmlformats.org/drawingml/2006/main">
            <a:off x="609600" y="202882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xmlns:a="http://schemas.openxmlformats.org/drawingml/2006/main">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읽는 부분</a:t>
            </a:r>
          </a:p>
        </p:txBody>
      </p:sp>
      <p:sp>
        <p:nvSpPr>
          <p:cNvPr id="4" name="만드는 부분">
            <a:extLst xmlns:a="http://schemas.openxmlformats.org/drawingml/2006/main">
              <a:ext uri="{FF2B5EF4-FFF2-40B4-BE49-F238E27FC236}">
                <a16:creationId xmlns:a16="http://schemas.microsoft.com/office/drawing/2014/main" id="{5F2CB6E7-B784-4588-AE05-AFD127B47E62}"/>
              </a:ext>
            </a:extLst>
          </p:cNvPr>
          <p:cNvSpPr>
            <a:spLocks xmlns:a="http://schemas.openxmlformats.org/drawingml/2006/main" noGrp="1"/>
          </p:cNvSpPr>
          <p:nvPr/>
        </p:nvSpPr>
        <p:spPr>
          <a:xfrm xmlns:a="http://schemas.openxmlformats.org/drawingml/2006/main">
            <a:off x="6705600" y="2028825"/>
            <a:ext cx="4876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xmlns:a="http://schemas.openxmlformats.org/drawingml/2006/main">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만드는 부분</a:t>
            </a:r>
          </a:p>
        </p:txBody>
      </p:sp>
      <p:sp>
        <p:nvSpPr>
          <p:cNvPr id="5" name="나는 사과를 먹었다">
            <a:extLst xmlns:a="http://schemas.openxmlformats.org/drawingml/2006/main">
              <a:ext uri="{FF2B5EF4-FFF2-40B4-BE49-F238E27FC236}">
                <a16:creationId xmlns:a16="http://schemas.microsoft.com/office/drawing/2014/main" id="{057F5C32-4B0D-4052-A0C3-C0C446CFC84F}"/>
              </a:ext>
            </a:extLst>
          </p:cNvPr>
          <p:cNvSpPr>
            <a:spLocks xmlns:a="http://schemas.openxmlformats.org/drawingml/2006/main" noGrp="1"/>
          </p:cNvSpPr>
          <p:nvPr/>
        </p:nvSpPr>
        <p:spPr>
          <a:xfrm xmlns:a="http://schemas.openxmlformats.org/drawingml/2006/main">
            <a:off x="609600" y="2876550"/>
            <a:ext cx="5048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1">
                <a:solidFill>
                  <a:srgbClr val="17262C"/>
                </a:solidFill>
                <a:latin typeface="Noto Sans KR"/>
                <a:ea typeface="Noto Sans KR"/>
                <a:cs typeface="Noto Sans KR"/>
              </a:defRPr>
            </a:defPPr>
            <a:lvl1pPr algn="l">
              <a:defRPr sz="2400" b="1">
                <a:solidFill>
                  <a:srgbClr val="17262C"/>
                </a:solidFill>
                <a:latin typeface="Noto Sans KR"/>
                <a:ea typeface="Noto Sans KR"/>
                <a:cs typeface="Noto Sans KR"/>
              </a:defRPr>
            </a:lvl1pPr>
            <a:lvl2pPr algn="l">
              <a:defRPr sz="2400" b="1">
                <a:solidFill>
                  <a:srgbClr val="17262C"/>
                </a:solidFill>
                <a:latin typeface="Noto Sans KR"/>
                <a:ea typeface="Noto Sans KR"/>
                <a:cs typeface="Noto Sans KR"/>
              </a:defRPr>
            </a:lvl2pPr>
            <a:lvl3pPr algn="l">
              <a:defRPr sz="2400" b="1">
                <a:solidFill>
                  <a:srgbClr val="17262C"/>
                </a:solidFill>
                <a:latin typeface="Noto Sans KR"/>
                <a:ea typeface="Noto Sans KR"/>
                <a:cs typeface="Noto Sans KR"/>
              </a:defRPr>
            </a:lvl3pPr>
            <a:lvl4pPr algn="l">
              <a:defRPr sz="2400" b="1">
                <a:solidFill>
                  <a:srgbClr val="17262C"/>
                </a:solidFill>
                <a:latin typeface="Noto Sans KR"/>
                <a:ea typeface="Noto Sans KR"/>
                <a:cs typeface="Noto Sans KR"/>
              </a:defRPr>
            </a:lvl4pPr>
            <a:lvl5pPr algn="l">
              <a:defRPr sz="2400" b="1">
                <a:solidFill>
                  <a:srgbClr val="17262C"/>
                </a:solidFill>
                <a:latin typeface="Noto Sans KR"/>
                <a:ea typeface="Noto Sans KR"/>
                <a:cs typeface="Noto Sans KR"/>
              </a:defRPr>
            </a:lvl5pPr>
            <a:lvl6pPr algn="l">
              <a:defRPr sz="2400" b="1">
                <a:solidFill>
                  <a:srgbClr val="17262C"/>
                </a:solidFill>
                <a:latin typeface="Noto Sans KR"/>
                <a:ea typeface="Noto Sans KR"/>
                <a:cs typeface="Noto Sans KR"/>
              </a:defRPr>
            </a:lvl6pPr>
            <a:lvl7pPr algn="l">
              <a:defRPr sz="2400" b="1">
                <a:solidFill>
                  <a:srgbClr val="17262C"/>
                </a:solidFill>
                <a:latin typeface="Noto Sans KR"/>
                <a:ea typeface="Noto Sans KR"/>
                <a:cs typeface="Noto Sans KR"/>
              </a:defRPr>
            </a:lvl7pPr>
            <a:lvl8pPr algn="l">
              <a:defRPr sz="2400" b="1">
                <a:solidFill>
                  <a:srgbClr val="17262C"/>
                </a:solidFill>
                <a:latin typeface="Noto Sans KR"/>
                <a:ea typeface="Noto Sans KR"/>
                <a:cs typeface="Noto Sans KR"/>
              </a:defRPr>
            </a:lvl8pPr>
            <a:lvl9pPr algn="l">
              <a:defRPr sz="2400" b="1">
                <a:solidFill>
                  <a:srgbClr val="17262C"/>
                </a:solidFill>
                <a:latin typeface="Noto Sans KR"/>
                <a:ea typeface="Noto Sans KR"/>
                <a:cs typeface="Noto Sans KR"/>
              </a:defRPr>
            </a:lvl9pPr>
          </a:lstStyle>
          <a:p xmlns:a="http://schemas.openxmlformats.org/drawingml/2006/main">
            <a:pPr algn="l">
              <a:defRPr sz="2400" b="1">
                <a:solidFill>
                  <a:srgbClr val="17262C"/>
                </a:solidFill>
                <a:latin typeface="Noto Sans KR"/>
                <a:ea typeface="Noto Sans KR"/>
                <a:cs typeface="Noto Sans KR"/>
              </a:defRPr>
            </a:pPr>
            <a:r>
              <a:rPr sz="2400" b="1">
                <a:solidFill>
                  <a:srgbClr val="17262C"/>
                </a:solidFill>
                <a:latin typeface="Noto Sans KR"/>
                <a:ea typeface="Noto Sans KR"/>
                <a:cs typeface="Noto Sans KR"/>
              </a:rPr>
              <a:t>나는 사과를 먹었다</a:t>
            </a:r>
          </a:p>
        </p:txBody>
      </p:sp>
      <p:sp>
        <p:nvSpPr>
          <p:cNvPr id="6" name="문장 전체의 문맥 정리">
            <a:extLst xmlns:a="http://schemas.openxmlformats.org/drawingml/2006/main">
              <a:ext uri="{FF2B5EF4-FFF2-40B4-BE49-F238E27FC236}">
                <a16:creationId xmlns:a16="http://schemas.microsoft.com/office/drawing/2014/main" id="{4788787E-77AB-4DAF-A8E4-5B9587947B96}"/>
              </a:ext>
            </a:extLst>
          </p:cNvPr>
          <p:cNvSpPr>
            <a:spLocks xmlns:a="http://schemas.openxmlformats.org/drawingml/2006/main" noGrp="1"/>
          </p:cNvSpPr>
          <p:nvPr/>
        </p:nvSpPr>
        <p:spPr>
          <a:xfrm xmlns:a="http://schemas.openxmlformats.org/drawingml/2006/main">
            <a:off x="609600" y="38576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17262C"/>
                </a:solidFill>
                <a:latin typeface="Noto Sans KR"/>
                <a:ea typeface="Noto Sans KR"/>
                <a:cs typeface="Noto Sans KR"/>
              </a:defRPr>
            </a:defPPr>
            <a:lvl1pPr algn="l">
              <a:defRPr sz="2175" b="0">
                <a:solidFill>
                  <a:srgbClr val="17262C"/>
                </a:solidFill>
                <a:latin typeface="Noto Sans KR"/>
                <a:ea typeface="Noto Sans KR"/>
                <a:cs typeface="Noto Sans KR"/>
              </a:defRPr>
            </a:lvl1pPr>
            <a:lvl2pPr algn="l">
              <a:defRPr sz="2175" b="0">
                <a:solidFill>
                  <a:srgbClr val="17262C"/>
                </a:solidFill>
                <a:latin typeface="Noto Sans KR"/>
                <a:ea typeface="Noto Sans KR"/>
                <a:cs typeface="Noto Sans KR"/>
              </a:defRPr>
            </a:lvl2pPr>
            <a:lvl3pPr algn="l">
              <a:defRPr sz="2175" b="0">
                <a:solidFill>
                  <a:srgbClr val="17262C"/>
                </a:solidFill>
                <a:latin typeface="Noto Sans KR"/>
                <a:ea typeface="Noto Sans KR"/>
                <a:cs typeface="Noto Sans KR"/>
              </a:defRPr>
            </a:lvl3pPr>
            <a:lvl4pPr algn="l">
              <a:defRPr sz="2175" b="0">
                <a:solidFill>
                  <a:srgbClr val="17262C"/>
                </a:solidFill>
                <a:latin typeface="Noto Sans KR"/>
                <a:ea typeface="Noto Sans KR"/>
                <a:cs typeface="Noto Sans KR"/>
              </a:defRPr>
            </a:lvl4pPr>
            <a:lvl5pPr algn="l">
              <a:defRPr sz="2175" b="0">
                <a:solidFill>
                  <a:srgbClr val="17262C"/>
                </a:solidFill>
                <a:latin typeface="Noto Sans KR"/>
                <a:ea typeface="Noto Sans KR"/>
                <a:cs typeface="Noto Sans KR"/>
              </a:defRPr>
            </a:lvl5pPr>
            <a:lvl6pPr algn="l">
              <a:defRPr sz="2175" b="0">
                <a:solidFill>
                  <a:srgbClr val="17262C"/>
                </a:solidFill>
                <a:latin typeface="Noto Sans KR"/>
                <a:ea typeface="Noto Sans KR"/>
                <a:cs typeface="Noto Sans KR"/>
              </a:defRPr>
            </a:lvl6pPr>
            <a:lvl7pPr algn="l">
              <a:defRPr sz="2175" b="0">
                <a:solidFill>
                  <a:srgbClr val="17262C"/>
                </a:solidFill>
                <a:latin typeface="Noto Sans KR"/>
                <a:ea typeface="Noto Sans KR"/>
                <a:cs typeface="Noto Sans KR"/>
              </a:defRPr>
            </a:lvl7pPr>
            <a:lvl8pPr algn="l">
              <a:defRPr sz="2175" b="0">
                <a:solidFill>
                  <a:srgbClr val="17262C"/>
                </a:solidFill>
                <a:latin typeface="Noto Sans KR"/>
                <a:ea typeface="Noto Sans KR"/>
                <a:cs typeface="Noto Sans KR"/>
              </a:defRPr>
            </a:lvl8pPr>
            <a:lvl9pPr algn="l">
              <a:defRPr sz="2175" b="0">
                <a:solidFill>
                  <a:srgbClr val="17262C"/>
                </a:solidFill>
                <a:latin typeface="Noto Sans KR"/>
                <a:ea typeface="Noto Sans KR"/>
                <a:cs typeface="Noto Sans KR"/>
              </a:defRPr>
            </a:lvl9pPr>
          </a:lstStyle>
          <a:p xmlns:a="http://schemas.openxmlformats.org/drawingml/2006/main">
            <a:pPr algn="l">
              <a:defRPr sz="2175" b="0">
                <a:solidFill>
                  <a:srgbClr val="17262C"/>
                </a:solidFill>
                <a:latin typeface="Noto Sans KR"/>
                <a:ea typeface="Noto Sans KR"/>
                <a:cs typeface="Noto Sans KR"/>
              </a:defRPr>
            </a:pPr>
            <a:r>
              <a:rPr sz="2175" b="0">
                <a:solidFill>
                  <a:srgbClr val="17262C"/>
                </a:solidFill>
                <a:latin typeface="Noto Sans KR"/>
                <a:ea typeface="Noto Sans KR"/>
                <a:cs typeface="Noto Sans KR"/>
              </a:rPr>
              <a:t>문장 전체의 문맥 정리</a:t>
            </a:r>
          </a:p>
        </p:txBody>
      </p:sp>
      <p:sp>
        <p:nvSpPr>
          <p:cNvPr id="7" name="">
            <a:extLst xmlns:a="http://schemas.openxmlformats.org/drawingml/2006/main">
              <a:ext uri="{FF2B5EF4-FFF2-40B4-BE49-F238E27FC236}">
                <a16:creationId xmlns:a16="http://schemas.microsoft.com/office/drawing/2014/main" id="{463AF54F-5AF9-4C14-AA8F-01E03544DFD5}"/>
              </a:ext>
            </a:extLst>
          </p:cNvPr>
          <p:cNvSpPr>
            <a:spLocks xmlns:a="http://schemas.openxmlformats.org/drawingml/2006/main" noGrp="1"/>
          </p:cNvSpPr>
          <p:nvPr/>
        </p:nvSpPr>
        <p:spPr>
          <a:xfrm xmlns:a="http://schemas.openxmlformats.org/drawingml/2006/main">
            <a:off x="5657850" y="4095750"/>
            <a:ext cx="5715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8" name="">
            <a:extLst xmlns:a="http://schemas.openxmlformats.org/drawingml/2006/main">
              <a:ext uri="{FF2B5EF4-FFF2-40B4-BE49-F238E27FC236}">
                <a16:creationId xmlns:a16="http://schemas.microsoft.com/office/drawing/2014/main" id="{BEBF58ED-D7F7-4133-B97F-2DD3733A67DE}"/>
              </a:ext>
            </a:extLst>
          </p:cNvPr>
          <p:cNvSpPr>
            <a:spLocks xmlns:a="http://schemas.openxmlformats.org/drawingml/2006/main" noGrp="1"/>
          </p:cNvSpPr>
          <p:nvPr/>
        </p:nvSpPr>
        <p:spPr>
          <a:xfrm xmlns:a="http://schemas.openxmlformats.org/drawingml/2006/main">
            <a:off x="6229350" y="3143250"/>
            <a:ext cx="0" cy="95250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9" name="">
            <a:extLst xmlns:a="http://schemas.openxmlformats.org/drawingml/2006/main">
              <a:ext uri="{FF2B5EF4-FFF2-40B4-BE49-F238E27FC236}">
                <a16:creationId xmlns:a16="http://schemas.microsoft.com/office/drawing/2014/main" id="{A5D4EF9F-D26E-4892-8435-E916768CD327}"/>
              </a:ext>
            </a:extLst>
          </p:cNvPr>
          <p:cNvSpPr>
            <a:spLocks xmlns:a="http://schemas.openxmlformats.org/drawingml/2006/main" noGrp="1"/>
          </p:cNvSpPr>
          <p:nvPr/>
        </p:nvSpPr>
        <p:spPr>
          <a:xfrm xmlns:a="http://schemas.openxmlformats.org/drawingml/2006/main">
            <a:off x="6229350" y="3143250"/>
            <a:ext cx="47625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0" name="입력 문맥 참고">
            <a:extLst xmlns:a="http://schemas.openxmlformats.org/drawingml/2006/main">
              <a:ext uri="{FF2B5EF4-FFF2-40B4-BE49-F238E27FC236}">
                <a16:creationId xmlns:a16="http://schemas.microsoft.com/office/drawing/2014/main" id="{11B4AA78-AF6D-453B-8087-0503846BDC35}"/>
              </a:ext>
            </a:extLst>
          </p:cNvPr>
          <p:cNvSpPr>
            <a:spLocks xmlns:a="http://schemas.openxmlformats.org/drawingml/2006/main" noGrp="1"/>
          </p:cNvSpPr>
          <p:nvPr/>
        </p:nvSpPr>
        <p:spPr>
          <a:xfrm xmlns:a="http://schemas.openxmlformats.org/drawingml/2006/main">
            <a:off x="6705600" y="2809875"/>
            <a:ext cx="4876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17262C"/>
                </a:solidFill>
                <a:latin typeface="Noto Sans KR"/>
                <a:ea typeface="Noto Sans KR"/>
                <a:cs typeface="Noto Sans KR"/>
              </a:defRPr>
            </a:defPPr>
            <a:lvl1pPr algn="l">
              <a:defRPr sz="2175" b="0">
                <a:solidFill>
                  <a:srgbClr val="17262C"/>
                </a:solidFill>
                <a:latin typeface="Noto Sans KR"/>
                <a:ea typeface="Noto Sans KR"/>
                <a:cs typeface="Noto Sans KR"/>
              </a:defRPr>
            </a:lvl1pPr>
            <a:lvl2pPr algn="l">
              <a:defRPr sz="2175" b="0">
                <a:solidFill>
                  <a:srgbClr val="17262C"/>
                </a:solidFill>
                <a:latin typeface="Noto Sans KR"/>
                <a:ea typeface="Noto Sans KR"/>
                <a:cs typeface="Noto Sans KR"/>
              </a:defRPr>
            </a:lvl2pPr>
            <a:lvl3pPr algn="l">
              <a:defRPr sz="2175" b="0">
                <a:solidFill>
                  <a:srgbClr val="17262C"/>
                </a:solidFill>
                <a:latin typeface="Noto Sans KR"/>
                <a:ea typeface="Noto Sans KR"/>
                <a:cs typeface="Noto Sans KR"/>
              </a:defRPr>
            </a:lvl3pPr>
            <a:lvl4pPr algn="l">
              <a:defRPr sz="2175" b="0">
                <a:solidFill>
                  <a:srgbClr val="17262C"/>
                </a:solidFill>
                <a:latin typeface="Noto Sans KR"/>
                <a:ea typeface="Noto Sans KR"/>
                <a:cs typeface="Noto Sans KR"/>
              </a:defRPr>
            </a:lvl4pPr>
            <a:lvl5pPr algn="l">
              <a:defRPr sz="2175" b="0">
                <a:solidFill>
                  <a:srgbClr val="17262C"/>
                </a:solidFill>
                <a:latin typeface="Noto Sans KR"/>
                <a:ea typeface="Noto Sans KR"/>
                <a:cs typeface="Noto Sans KR"/>
              </a:defRPr>
            </a:lvl5pPr>
            <a:lvl6pPr algn="l">
              <a:defRPr sz="2175" b="0">
                <a:solidFill>
                  <a:srgbClr val="17262C"/>
                </a:solidFill>
                <a:latin typeface="Noto Sans KR"/>
                <a:ea typeface="Noto Sans KR"/>
                <a:cs typeface="Noto Sans KR"/>
              </a:defRPr>
            </a:lvl6pPr>
            <a:lvl7pPr algn="l">
              <a:defRPr sz="2175" b="0">
                <a:solidFill>
                  <a:srgbClr val="17262C"/>
                </a:solidFill>
                <a:latin typeface="Noto Sans KR"/>
                <a:ea typeface="Noto Sans KR"/>
                <a:cs typeface="Noto Sans KR"/>
              </a:defRPr>
            </a:lvl7pPr>
            <a:lvl8pPr algn="l">
              <a:defRPr sz="2175" b="0">
                <a:solidFill>
                  <a:srgbClr val="17262C"/>
                </a:solidFill>
                <a:latin typeface="Noto Sans KR"/>
                <a:ea typeface="Noto Sans KR"/>
                <a:cs typeface="Noto Sans KR"/>
              </a:defRPr>
            </a:lvl8pPr>
            <a:lvl9pPr algn="l">
              <a:defRPr sz="2175" b="0">
                <a:solidFill>
                  <a:srgbClr val="17262C"/>
                </a:solidFill>
                <a:latin typeface="Noto Sans KR"/>
                <a:ea typeface="Noto Sans KR"/>
                <a:cs typeface="Noto Sans KR"/>
              </a:defRPr>
            </a:lvl9pPr>
          </a:lstStyle>
          <a:p xmlns:a="http://schemas.openxmlformats.org/drawingml/2006/main">
            <a:pPr algn="l">
              <a:defRPr sz="2175" b="0">
                <a:solidFill>
                  <a:srgbClr val="17262C"/>
                </a:solidFill>
                <a:latin typeface="Noto Sans KR"/>
                <a:ea typeface="Noto Sans KR"/>
                <a:cs typeface="Noto Sans KR"/>
              </a:defRPr>
            </a:pPr>
            <a:r>
              <a:rPr sz="2175" b="0">
                <a:solidFill>
                  <a:srgbClr val="17262C"/>
                </a:solidFill>
                <a:latin typeface="Noto Sans KR"/>
                <a:ea typeface="Noto Sans KR"/>
                <a:cs typeface="Noto Sans KR"/>
              </a:rPr>
              <a:t>입력 문맥 참고</a:t>
            </a:r>
          </a:p>
        </p:txBody>
      </p:sp>
      <p:sp>
        <p:nvSpPr>
          <p:cNvPr id="11" name="앞서 만든 말도 참고">
            <a:extLst xmlns:a="http://schemas.openxmlformats.org/drawingml/2006/main">
              <a:ext uri="{FF2B5EF4-FFF2-40B4-BE49-F238E27FC236}">
                <a16:creationId xmlns:a16="http://schemas.microsoft.com/office/drawing/2014/main" id="{B19983CC-BD13-472D-A4EF-775B0F65B83F}"/>
              </a:ext>
            </a:extLst>
          </p:cNvPr>
          <p:cNvSpPr>
            <a:spLocks xmlns:a="http://schemas.openxmlformats.org/drawingml/2006/main" noGrp="1"/>
          </p:cNvSpPr>
          <p:nvPr/>
        </p:nvSpPr>
        <p:spPr>
          <a:xfrm xmlns:a="http://schemas.openxmlformats.org/drawingml/2006/main">
            <a:off x="6705600" y="3638550"/>
            <a:ext cx="4876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17262C"/>
                </a:solidFill>
                <a:latin typeface="Noto Sans KR"/>
                <a:ea typeface="Noto Sans KR"/>
                <a:cs typeface="Noto Sans KR"/>
              </a:defRPr>
            </a:defPPr>
            <a:lvl1pPr algn="l">
              <a:defRPr sz="2175" b="0">
                <a:solidFill>
                  <a:srgbClr val="17262C"/>
                </a:solidFill>
                <a:latin typeface="Noto Sans KR"/>
                <a:ea typeface="Noto Sans KR"/>
                <a:cs typeface="Noto Sans KR"/>
              </a:defRPr>
            </a:lvl1pPr>
            <a:lvl2pPr algn="l">
              <a:defRPr sz="2175" b="0">
                <a:solidFill>
                  <a:srgbClr val="17262C"/>
                </a:solidFill>
                <a:latin typeface="Noto Sans KR"/>
                <a:ea typeface="Noto Sans KR"/>
                <a:cs typeface="Noto Sans KR"/>
              </a:defRPr>
            </a:lvl2pPr>
            <a:lvl3pPr algn="l">
              <a:defRPr sz="2175" b="0">
                <a:solidFill>
                  <a:srgbClr val="17262C"/>
                </a:solidFill>
                <a:latin typeface="Noto Sans KR"/>
                <a:ea typeface="Noto Sans KR"/>
                <a:cs typeface="Noto Sans KR"/>
              </a:defRPr>
            </a:lvl3pPr>
            <a:lvl4pPr algn="l">
              <a:defRPr sz="2175" b="0">
                <a:solidFill>
                  <a:srgbClr val="17262C"/>
                </a:solidFill>
                <a:latin typeface="Noto Sans KR"/>
                <a:ea typeface="Noto Sans KR"/>
                <a:cs typeface="Noto Sans KR"/>
              </a:defRPr>
            </a:lvl4pPr>
            <a:lvl5pPr algn="l">
              <a:defRPr sz="2175" b="0">
                <a:solidFill>
                  <a:srgbClr val="17262C"/>
                </a:solidFill>
                <a:latin typeface="Noto Sans KR"/>
                <a:ea typeface="Noto Sans KR"/>
                <a:cs typeface="Noto Sans KR"/>
              </a:defRPr>
            </a:lvl5pPr>
            <a:lvl6pPr algn="l">
              <a:defRPr sz="2175" b="0">
                <a:solidFill>
                  <a:srgbClr val="17262C"/>
                </a:solidFill>
                <a:latin typeface="Noto Sans KR"/>
                <a:ea typeface="Noto Sans KR"/>
                <a:cs typeface="Noto Sans KR"/>
              </a:defRPr>
            </a:lvl6pPr>
            <a:lvl7pPr algn="l">
              <a:defRPr sz="2175" b="0">
                <a:solidFill>
                  <a:srgbClr val="17262C"/>
                </a:solidFill>
                <a:latin typeface="Noto Sans KR"/>
                <a:ea typeface="Noto Sans KR"/>
                <a:cs typeface="Noto Sans KR"/>
              </a:defRPr>
            </a:lvl7pPr>
            <a:lvl8pPr algn="l">
              <a:defRPr sz="2175" b="0">
                <a:solidFill>
                  <a:srgbClr val="17262C"/>
                </a:solidFill>
                <a:latin typeface="Noto Sans KR"/>
                <a:ea typeface="Noto Sans KR"/>
                <a:cs typeface="Noto Sans KR"/>
              </a:defRPr>
            </a:lvl8pPr>
            <a:lvl9pPr algn="l">
              <a:defRPr sz="2175" b="0">
                <a:solidFill>
                  <a:srgbClr val="17262C"/>
                </a:solidFill>
                <a:latin typeface="Noto Sans KR"/>
                <a:ea typeface="Noto Sans KR"/>
                <a:cs typeface="Noto Sans KR"/>
              </a:defRPr>
            </a:lvl9pPr>
          </a:lstStyle>
          <a:p xmlns:a="http://schemas.openxmlformats.org/drawingml/2006/main">
            <a:pPr algn="l">
              <a:defRPr sz="2175" b="0">
                <a:solidFill>
                  <a:srgbClr val="17262C"/>
                </a:solidFill>
                <a:latin typeface="Noto Sans KR"/>
                <a:ea typeface="Noto Sans KR"/>
                <a:cs typeface="Noto Sans KR"/>
              </a:defRPr>
            </a:pPr>
            <a:r>
              <a:rPr sz="2175" b="0">
                <a:solidFill>
                  <a:srgbClr val="17262C"/>
                </a:solidFill>
                <a:latin typeface="Noto Sans KR"/>
                <a:ea typeface="Noto Sans KR"/>
                <a:cs typeface="Noto Sans KR"/>
              </a:rPr>
              <a:t>앞서 만든 말도 참고</a:t>
            </a:r>
          </a:p>
        </p:txBody>
      </p:sp>
      <p:sp>
        <p:nvSpPr>
          <p:cNvPr id="12" name="">
            <a:extLst xmlns:a="http://schemas.openxmlformats.org/drawingml/2006/main">
              <a:ext uri="{FF2B5EF4-FFF2-40B4-BE49-F238E27FC236}">
                <a16:creationId xmlns:a16="http://schemas.microsoft.com/office/drawing/2014/main" id="{B08967B3-A06E-496F-B3C3-6A26CF39AC20}"/>
              </a:ext>
            </a:extLst>
          </p:cNvPr>
          <p:cNvSpPr>
            <a:spLocks xmlns:a="http://schemas.openxmlformats.org/drawingml/2006/main" noGrp="1"/>
          </p:cNvSpPr>
          <p:nvPr/>
        </p:nvSpPr>
        <p:spPr>
          <a:xfrm xmlns:a="http://schemas.openxmlformats.org/drawingml/2006/main">
            <a:off x="6705600" y="4457700"/>
            <a:ext cx="48768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3" name="I">
            <a:extLst xmlns:a="http://schemas.openxmlformats.org/drawingml/2006/main">
              <a:ext uri="{FF2B5EF4-FFF2-40B4-BE49-F238E27FC236}">
                <a16:creationId xmlns:a16="http://schemas.microsoft.com/office/drawing/2014/main" id="{E0BC49CD-09B2-461F-A845-600C848D13E4}"/>
              </a:ext>
            </a:extLst>
          </p:cNvPr>
          <p:cNvSpPr>
            <a:spLocks xmlns:a="http://schemas.openxmlformats.org/drawingml/2006/main" noGrp="1"/>
          </p:cNvSpPr>
          <p:nvPr/>
        </p:nvSpPr>
        <p:spPr>
          <a:xfrm xmlns:a="http://schemas.openxmlformats.org/drawingml/2006/main">
            <a:off x="6705600" y="48387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1">
                <a:solidFill>
                  <a:srgbClr val="17262C"/>
                </a:solidFill>
                <a:latin typeface="Noto Sans KR"/>
                <a:ea typeface="Noto Sans KR"/>
                <a:cs typeface="Noto Sans KR"/>
              </a:defRPr>
            </a:defPPr>
            <a:lvl1pPr algn="l">
              <a:defRPr sz="2550" b="1">
                <a:solidFill>
                  <a:srgbClr val="17262C"/>
                </a:solidFill>
                <a:latin typeface="Noto Sans KR"/>
                <a:ea typeface="Noto Sans KR"/>
                <a:cs typeface="Noto Sans KR"/>
              </a:defRPr>
            </a:lvl1pPr>
            <a:lvl2pPr algn="l">
              <a:defRPr sz="2550" b="1">
                <a:solidFill>
                  <a:srgbClr val="17262C"/>
                </a:solidFill>
                <a:latin typeface="Noto Sans KR"/>
                <a:ea typeface="Noto Sans KR"/>
                <a:cs typeface="Noto Sans KR"/>
              </a:defRPr>
            </a:lvl2pPr>
            <a:lvl3pPr algn="l">
              <a:defRPr sz="2550" b="1">
                <a:solidFill>
                  <a:srgbClr val="17262C"/>
                </a:solidFill>
                <a:latin typeface="Noto Sans KR"/>
                <a:ea typeface="Noto Sans KR"/>
                <a:cs typeface="Noto Sans KR"/>
              </a:defRPr>
            </a:lvl3pPr>
            <a:lvl4pPr algn="l">
              <a:defRPr sz="2550" b="1">
                <a:solidFill>
                  <a:srgbClr val="17262C"/>
                </a:solidFill>
                <a:latin typeface="Noto Sans KR"/>
                <a:ea typeface="Noto Sans KR"/>
                <a:cs typeface="Noto Sans KR"/>
              </a:defRPr>
            </a:lvl4pPr>
            <a:lvl5pPr algn="l">
              <a:defRPr sz="2550" b="1">
                <a:solidFill>
                  <a:srgbClr val="17262C"/>
                </a:solidFill>
                <a:latin typeface="Noto Sans KR"/>
                <a:ea typeface="Noto Sans KR"/>
                <a:cs typeface="Noto Sans KR"/>
              </a:defRPr>
            </a:lvl5pPr>
            <a:lvl6pPr algn="l">
              <a:defRPr sz="2550" b="1">
                <a:solidFill>
                  <a:srgbClr val="17262C"/>
                </a:solidFill>
                <a:latin typeface="Noto Sans KR"/>
                <a:ea typeface="Noto Sans KR"/>
                <a:cs typeface="Noto Sans KR"/>
              </a:defRPr>
            </a:lvl6pPr>
            <a:lvl7pPr algn="l">
              <a:defRPr sz="2550" b="1">
                <a:solidFill>
                  <a:srgbClr val="17262C"/>
                </a:solidFill>
                <a:latin typeface="Noto Sans KR"/>
                <a:ea typeface="Noto Sans KR"/>
                <a:cs typeface="Noto Sans KR"/>
              </a:defRPr>
            </a:lvl7pPr>
            <a:lvl8pPr algn="l">
              <a:defRPr sz="2550" b="1">
                <a:solidFill>
                  <a:srgbClr val="17262C"/>
                </a:solidFill>
                <a:latin typeface="Noto Sans KR"/>
                <a:ea typeface="Noto Sans KR"/>
                <a:cs typeface="Noto Sans KR"/>
              </a:defRPr>
            </a:lvl8pPr>
            <a:lvl9pPr algn="l">
              <a:defRPr sz="2550" b="1">
                <a:solidFill>
                  <a:srgbClr val="17262C"/>
                </a:solidFill>
                <a:latin typeface="Noto Sans KR"/>
                <a:ea typeface="Noto Sans KR"/>
                <a:cs typeface="Noto Sans KR"/>
              </a:defRPr>
            </a:lvl9pPr>
          </a:lstStyle>
          <a:p xmlns:a="http://schemas.openxmlformats.org/drawingml/2006/main">
            <a:pPr algn="l">
              <a:defRPr sz="2550" b="1">
                <a:solidFill>
                  <a:srgbClr val="17262C"/>
                </a:solidFill>
                <a:latin typeface="Noto Sans KR"/>
                <a:ea typeface="Noto Sans KR"/>
                <a:cs typeface="Noto Sans KR"/>
              </a:defRPr>
            </a:pPr>
            <a:r>
              <a:rPr sz="2550" b="1">
                <a:solidFill>
                  <a:srgbClr val="17262C"/>
                </a:solidFill>
                <a:latin typeface="Noto Sans KR"/>
                <a:ea typeface="Noto Sans KR"/>
                <a:cs typeface="Noto Sans KR"/>
              </a:rPr>
              <a:t>I</a:t>
            </a:r>
          </a:p>
        </p:txBody>
      </p:sp>
      <p:sp>
        <p:nvSpPr>
          <p:cNvPr id="14" name="ate">
            <a:extLst xmlns:a="http://schemas.openxmlformats.org/drawingml/2006/main">
              <a:ext uri="{FF2B5EF4-FFF2-40B4-BE49-F238E27FC236}">
                <a16:creationId xmlns:a16="http://schemas.microsoft.com/office/drawing/2014/main" id="{D08368BE-3564-48C1-B4DB-3701B020AF05}"/>
              </a:ext>
            </a:extLst>
          </p:cNvPr>
          <p:cNvSpPr>
            <a:spLocks xmlns:a="http://schemas.openxmlformats.org/drawingml/2006/main" noGrp="1"/>
          </p:cNvSpPr>
          <p:nvPr/>
        </p:nvSpPr>
        <p:spPr>
          <a:xfrm xmlns:a="http://schemas.openxmlformats.org/drawingml/2006/main">
            <a:off x="7753350" y="4838700"/>
            <a:ext cx="95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1">
                <a:solidFill>
                  <a:srgbClr val="17262C"/>
                </a:solidFill>
                <a:latin typeface="Noto Sans KR"/>
                <a:ea typeface="Noto Sans KR"/>
                <a:cs typeface="Noto Sans KR"/>
              </a:defRPr>
            </a:defPPr>
            <a:lvl1pPr algn="l">
              <a:defRPr sz="2550" b="1">
                <a:solidFill>
                  <a:srgbClr val="17262C"/>
                </a:solidFill>
                <a:latin typeface="Noto Sans KR"/>
                <a:ea typeface="Noto Sans KR"/>
                <a:cs typeface="Noto Sans KR"/>
              </a:defRPr>
            </a:lvl1pPr>
            <a:lvl2pPr algn="l">
              <a:defRPr sz="2550" b="1">
                <a:solidFill>
                  <a:srgbClr val="17262C"/>
                </a:solidFill>
                <a:latin typeface="Noto Sans KR"/>
                <a:ea typeface="Noto Sans KR"/>
                <a:cs typeface="Noto Sans KR"/>
              </a:defRPr>
            </a:lvl2pPr>
            <a:lvl3pPr algn="l">
              <a:defRPr sz="2550" b="1">
                <a:solidFill>
                  <a:srgbClr val="17262C"/>
                </a:solidFill>
                <a:latin typeface="Noto Sans KR"/>
                <a:ea typeface="Noto Sans KR"/>
                <a:cs typeface="Noto Sans KR"/>
              </a:defRPr>
            </a:lvl3pPr>
            <a:lvl4pPr algn="l">
              <a:defRPr sz="2550" b="1">
                <a:solidFill>
                  <a:srgbClr val="17262C"/>
                </a:solidFill>
                <a:latin typeface="Noto Sans KR"/>
                <a:ea typeface="Noto Sans KR"/>
                <a:cs typeface="Noto Sans KR"/>
              </a:defRPr>
            </a:lvl4pPr>
            <a:lvl5pPr algn="l">
              <a:defRPr sz="2550" b="1">
                <a:solidFill>
                  <a:srgbClr val="17262C"/>
                </a:solidFill>
                <a:latin typeface="Noto Sans KR"/>
                <a:ea typeface="Noto Sans KR"/>
                <a:cs typeface="Noto Sans KR"/>
              </a:defRPr>
            </a:lvl5pPr>
            <a:lvl6pPr algn="l">
              <a:defRPr sz="2550" b="1">
                <a:solidFill>
                  <a:srgbClr val="17262C"/>
                </a:solidFill>
                <a:latin typeface="Noto Sans KR"/>
                <a:ea typeface="Noto Sans KR"/>
                <a:cs typeface="Noto Sans KR"/>
              </a:defRPr>
            </a:lvl6pPr>
            <a:lvl7pPr algn="l">
              <a:defRPr sz="2550" b="1">
                <a:solidFill>
                  <a:srgbClr val="17262C"/>
                </a:solidFill>
                <a:latin typeface="Noto Sans KR"/>
                <a:ea typeface="Noto Sans KR"/>
                <a:cs typeface="Noto Sans KR"/>
              </a:defRPr>
            </a:lvl7pPr>
            <a:lvl8pPr algn="l">
              <a:defRPr sz="2550" b="1">
                <a:solidFill>
                  <a:srgbClr val="17262C"/>
                </a:solidFill>
                <a:latin typeface="Noto Sans KR"/>
                <a:ea typeface="Noto Sans KR"/>
                <a:cs typeface="Noto Sans KR"/>
              </a:defRPr>
            </a:lvl8pPr>
            <a:lvl9pPr algn="l">
              <a:defRPr sz="2550" b="1">
                <a:solidFill>
                  <a:srgbClr val="17262C"/>
                </a:solidFill>
                <a:latin typeface="Noto Sans KR"/>
                <a:ea typeface="Noto Sans KR"/>
                <a:cs typeface="Noto Sans KR"/>
              </a:defRPr>
            </a:lvl9pPr>
          </a:lstStyle>
          <a:p xmlns:a="http://schemas.openxmlformats.org/drawingml/2006/main">
            <a:pPr algn="l">
              <a:defRPr sz="2550" b="1">
                <a:solidFill>
                  <a:srgbClr val="17262C"/>
                </a:solidFill>
                <a:latin typeface="Noto Sans KR"/>
                <a:ea typeface="Noto Sans KR"/>
                <a:cs typeface="Noto Sans KR"/>
              </a:defRPr>
            </a:pPr>
            <a:r>
              <a:rPr sz="2550" b="1">
                <a:solidFill>
                  <a:srgbClr val="17262C"/>
                </a:solidFill>
                <a:latin typeface="Noto Sans KR"/>
                <a:ea typeface="Noto Sans KR"/>
                <a:cs typeface="Noto Sans KR"/>
              </a:rPr>
              <a:t>ate</a:t>
            </a:r>
          </a:p>
        </p:txBody>
      </p:sp>
      <p:sp>
        <p:nvSpPr>
          <p:cNvPr id="15" name="an">
            <a:extLst xmlns:a="http://schemas.openxmlformats.org/drawingml/2006/main">
              <a:ext uri="{FF2B5EF4-FFF2-40B4-BE49-F238E27FC236}">
                <a16:creationId xmlns:a16="http://schemas.microsoft.com/office/drawing/2014/main" id="{84C9ADA9-1311-4568-9B9E-35C8E64DA56B}"/>
              </a:ext>
            </a:extLst>
          </p:cNvPr>
          <p:cNvSpPr>
            <a:spLocks xmlns:a="http://schemas.openxmlformats.org/drawingml/2006/main" noGrp="1"/>
          </p:cNvSpPr>
          <p:nvPr/>
        </p:nvSpPr>
        <p:spPr>
          <a:xfrm xmlns:a="http://schemas.openxmlformats.org/drawingml/2006/main">
            <a:off x="8915400" y="4838700"/>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1">
                <a:solidFill>
                  <a:srgbClr val="17262C"/>
                </a:solidFill>
                <a:latin typeface="Noto Sans KR"/>
                <a:ea typeface="Noto Sans KR"/>
                <a:cs typeface="Noto Sans KR"/>
              </a:defRPr>
            </a:defPPr>
            <a:lvl1pPr algn="l">
              <a:defRPr sz="2550" b="1">
                <a:solidFill>
                  <a:srgbClr val="17262C"/>
                </a:solidFill>
                <a:latin typeface="Noto Sans KR"/>
                <a:ea typeface="Noto Sans KR"/>
                <a:cs typeface="Noto Sans KR"/>
              </a:defRPr>
            </a:lvl1pPr>
            <a:lvl2pPr algn="l">
              <a:defRPr sz="2550" b="1">
                <a:solidFill>
                  <a:srgbClr val="17262C"/>
                </a:solidFill>
                <a:latin typeface="Noto Sans KR"/>
                <a:ea typeface="Noto Sans KR"/>
                <a:cs typeface="Noto Sans KR"/>
              </a:defRPr>
            </a:lvl2pPr>
            <a:lvl3pPr algn="l">
              <a:defRPr sz="2550" b="1">
                <a:solidFill>
                  <a:srgbClr val="17262C"/>
                </a:solidFill>
                <a:latin typeface="Noto Sans KR"/>
                <a:ea typeface="Noto Sans KR"/>
                <a:cs typeface="Noto Sans KR"/>
              </a:defRPr>
            </a:lvl3pPr>
            <a:lvl4pPr algn="l">
              <a:defRPr sz="2550" b="1">
                <a:solidFill>
                  <a:srgbClr val="17262C"/>
                </a:solidFill>
                <a:latin typeface="Noto Sans KR"/>
                <a:ea typeface="Noto Sans KR"/>
                <a:cs typeface="Noto Sans KR"/>
              </a:defRPr>
            </a:lvl4pPr>
            <a:lvl5pPr algn="l">
              <a:defRPr sz="2550" b="1">
                <a:solidFill>
                  <a:srgbClr val="17262C"/>
                </a:solidFill>
                <a:latin typeface="Noto Sans KR"/>
                <a:ea typeface="Noto Sans KR"/>
                <a:cs typeface="Noto Sans KR"/>
              </a:defRPr>
            </a:lvl5pPr>
            <a:lvl6pPr algn="l">
              <a:defRPr sz="2550" b="1">
                <a:solidFill>
                  <a:srgbClr val="17262C"/>
                </a:solidFill>
                <a:latin typeface="Noto Sans KR"/>
                <a:ea typeface="Noto Sans KR"/>
                <a:cs typeface="Noto Sans KR"/>
              </a:defRPr>
            </a:lvl6pPr>
            <a:lvl7pPr algn="l">
              <a:defRPr sz="2550" b="1">
                <a:solidFill>
                  <a:srgbClr val="17262C"/>
                </a:solidFill>
                <a:latin typeface="Noto Sans KR"/>
                <a:ea typeface="Noto Sans KR"/>
                <a:cs typeface="Noto Sans KR"/>
              </a:defRPr>
            </a:lvl7pPr>
            <a:lvl8pPr algn="l">
              <a:defRPr sz="2550" b="1">
                <a:solidFill>
                  <a:srgbClr val="17262C"/>
                </a:solidFill>
                <a:latin typeface="Noto Sans KR"/>
                <a:ea typeface="Noto Sans KR"/>
                <a:cs typeface="Noto Sans KR"/>
              </a:defRPr>
            </a:lvl8pPr>
            <a:lvl9pPr algn="l">
              <a:defRPr sz="2550" b="1">
                <a:solidFill>
                  <a:srgbClr val="17262C"/>
                </a:solidFill>
                <a:latin typeface="Noto Sans KR"/>
                <a:ea typeface="Noto Sans KR"/>
                <a:cs typeface="Noto Sans KR"/>
              </a:defRPr>
            </a:lvl9pPr>
          </a:lstStyle>
          <a:p xmlns:a="http://schemas.openxmlformats.org/drawingml/2006/main">
            <a:pPr algn="l">
              <a:defRPr sz="2550" b="1">
                <a:solidFill>
                  <a:srgbClr val="17262C"/>
                </a:solidFill>
                <a:latin typeface="Noto Sans KR"/>
                <a:ea typeface="Noto Sans KR"/>
                <a:cs typeface="Noto Sans KR"/>
              </a:defRPr>
            </a:pPr>
            <a:r>
              <a:rPr sz="2550" b="1">
                <a:solidFill>
                  <a:srgbClr val="17262C"/>
                </a:solidFill>
                <a:latin typeface="Noto Sans KR"/>
                <a:ea typeface="Noto Sans KR"/>
                <a:cs typeface="Noto Sans KR"/>
              </a:rPr>
              <a:t>an</a:t>
            </a:r>
          </a:p>
        </p:txBody>
      </p:sp>
      <p:sp>
        <p:nvSpPr>
          <p:cNvPr id="16" name="apple">
            <a:extLst xmlns:a="http://schemas.openxmlformats.org/drawingml/2006/main">
              <a:ext uri="{FF2B5EF4-FFF2-40B4-BE49-F238E27FC236}">
                <a16:creationId xmlns:a16="http://schemas.microsoft.com/office/drawing/2014/main" id="{47D3D56B-A3BC-43E9-B081-0EB3B760057C}"/>
              </a:ext>
            </a:extLst>
          </p:cNvPr>
          <p:cNvSpPr>
            <a:spLocks xmlns:a="http://schemas.openxmlformats.org/drawingml/2006/main" noGrp="1"/>
          </p:cNvSpPr>
          <p:nvPr/>
        </p:nvSpPr>
        <p:spPr>
          <a:xfrm xmlns:a="http://schemas.openxmlformats.org/drawingml/2006/main">
            <a:off x="9953625" y="4838700"/>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1">
                <a:solidFill>
                  <a:srgbClr val="17262C"/>
                </a:solidFill>
                <a:latin typeface="Noto Sans KR"/>
                <a:ea typeface="Noto Sans KR"/>
                <a:cs typeface="Noto Sans KR"/>
              </a:defRPr>
            </a:defPPr>
            <a:lvl1pPr algn="l">
              <a:defRPr sz="2550" b="1">
                <a:solidFill>
                  <a:srgbClr val="17262C"/>
                </a:solidFill>
                <a:latin typeface="Noto Sans KR"/>
                <a:ea typeface="Noto Sans KR"/>
                <a:cs typeface="Noto Sans KR"/>
              </a:defRPr>
            </a:lvl1pPr>
            <a:lvl2pPr algn="l">
              <a:defRPr sz="2550" b="1">
                <a:solidFill>
                  <a:srgbClr val="17262C"/>
                </a:solidFill>
                <a:latin typeface="Noto Sans KR"/>
                <a:ea typeface="Noto Sans KR"/>
                <a:cs typeface="Noto Sans KR"/>
              </a:defRPr>
            </a:lvl2pPr>
            <a:lvl3pPr algn="l">
              <a:defRPr sz="2550" b="1">
                <a:solidFill>
                  <a:srgbClr val="17262C"/>
                </a:solidFill>
                <a:latin typeface="Noto Sans KR"/>
                <a:ea typeface="Noto Sans KR"/>
                <a:cs typeface="Noto Sans KR"/>
              </a:defRPr>
            </a:lvl3pPr>
            <a:lvl4pPr algn="l">
              <a:defRPr sz="2550" b="1">
                <a:solidFill>
                  <a:srgbClr val="17262C"/>
                </a:solidFill>
                <a:latin typeface="Noto Sans KR"/>
                <a:ea typeface="Noto Sans KR"/>
                <a:cs typeface="Noto Sans KR"/>
              </a:defRPr>
            </a:lvl4pPr>
            <a:lvl5pPr algn="l">
              <a:defRPr sz="2550" b="1">
                <a:solidFill>
                  <a:srgbClr val="17262C"/>
                </a:solidFill>
                <a:latin typeface="Noto Sans KR"/>
                <a:ea typeface="Noto Sans KR"/>
                <a:cs typeface="Noto Sans KR"/>
              </a:defRPr>
            </a:lvl5pPr>
            <a:lvl6pPr algn="l">
              <a:defRPr sz="2550" b="1">
                <a:solidFill>
                  <a:srgbClr val="17262C"/>
                </a:solidFill>
                <a:latin typeface="Noto Sans KR"/>
                <a:ea typeface="Noto Sans KR"/>
                <a:cs typeface="Noto Sans KR"/>
              </a:defRPr>
            </a:lvl6pPr>
            <a:lvl7pPr algn="l">
              <a:defRPr sz="2550" b="1">
                <a:solidFill>
                  <a:srgbClr val="17262C"/>
                </a:solidFill>
                <a:latin typeface="Noto Sans KR"/>
                <a:ea typeface="Noto Sans KR"/>
                <a:cs typeface="Noto Sans KR"/>
              </a:defRPr>
            </a:lvl7pPr>
            <a:lvl8pPr algn="l">
              <a:defRPr sz="2550" b="1">
                <a:solidFill>
                  <a:srgbClr val="17262C"/>
                </a:solidFill>
                <a:latin typeface="Noto Sans KR"/>
                <a:ea typeface="Noto Sans KR"/>
                <a:cs typeface="Noto Sans KR"/>
              </a:defRPr>
            </a:lvl8pPr>
            <a:lvl9pPr algn="l">
              <a:defRPr sz="2550" b="1">
                <a:solidFill>
                  <a:srgbClr val="17262C"/>
                </a:solidFill>
                <a:latin typeface="Noto Sans KR"/>
                <a:ea typeface="Noto Sans KR"/>
                <a:cs typeface="Noto Sans KR"/>
              </a:defRPr>
            </a:lvl9pPr>
          </a:lstStyle>
          <a:p xmlns:a="http://schemas.openxmlformats.org/drawingml/2006/main">
            <a:pPr algn="l">
              <a:defRPr sz="2550" b="1">
                <a:solidFill>
                  <a:srgbClr val="17262C"/>
                </a:solidFill>
                <a:latin typeface="Noto Sans KR"/>
                <a:ea typeface="Noto Sans KR"/>
                <a:cs typeface="Noto Sans KR"/>
              </a:defRPr>
            </a:pPr>
            <a:r>
              <a:rPr sz="2550" b="1">
                <a:solidFill>
                  <a:srgbClr val="17262C"/>
                </a:solidFill>
                <a:latin typeface="Noto Sans KR"/>
                <a:ea typeface="Noto Sans KR"/>
                <a:cs typeface="Noto Sans KR"/>
              </a:rPr>
              <a:t>apple</a:t>
            </a:r>
          </a:p>
        </p:txBody>
      </p:sp>
      <p:sp>
        <p:nvSpPr>
          <p:cNvPr id="17" name="다음 말을 하나씩 생성">
            <a:extLst xmlns:a="http://schemas.openxmlformats.org/drawingml/2006/main">
              <a:ext uri="{FF2B5EF4-FFF2-40B4-BE49-F238E27FC236}">
                <a16:creationId xmlns:a16="http://schemas.microsoft.com/office/drawing/2014/main" id="{7969B1FF-8EF3-4275-B0CC-F83C3CA9A4B8}"/>
              </a:ext>
            </a:extLst>
          </p:cNvPr>
          <p:cNvSpPr>
            <a:spLocks xmlns:a="http://schemas.openxmlformats.org/drawingml/2006/main" noGrp="1"/>
          </p:cNvSpPr>
          <p:nvPr/>
        </p:nvSpPr>
        <p:spPr>
          <a:xfrm xmlns:a="http://schemas.openxmlformats.org/drawingml/2006/main">
            <a:off x="6705600" y="55626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657578"/>
                </a:solidFill>
                <a:latin typeface="Noto Sans KR"/>
                <a:ea typeface="Noto Sans KR"/>
                <a:cs typeface="Noto Sans KR"/>
              </a:defRPr>
            </a:defPPr>
            <a:lvl1pPr algn="l">
              <a:defRPr sz="1875" b="0">
                <a:solidFill>
                  <a:srgbClr val="657578"/>
                </a:solidFill>
                <a:latin typeface="Noto Sans KR"/>
                <a:ea typeface="Noto Sans KR"/>
                <a:cs typeface="Noto Sans KR"/>
              </a:defRPr>
            </a:lvl1pPr>
            <a:lvl2pPr algn="l">
              <a:defRPr sz="1875" b="0">
                <a:solidFill>
                  <a:srgbClr val="657578"/>
                </a:solidFill>
                <a:latin typeface="Noto Sans KR"/>
                <a:ea typeface="Noto Sans KR"/>
                <a:cs typeface="Noto Sans KR"/>
              </a:defRPr>
            </a:lvl2pPr>
            <a:lvl3pPr algn="l">
              <a:defRPr sz="1875" b="0">
                <a:solidFill>
                  <a:srgbClr val="657578"/>
                </a:solidFill>
                <a:latin typeface="Noto Sans KR"/>
                <a:ea typeface="Noto Sans KR"/>
                <a:cs typeface="Noto Sans KR"/>
              </a:defRPr>
            </a:lvl3pPr>
            <a:lvl4pPr algn="l">
              <a:defRPr sz="1875" b="0">
                <a:solidFill>
                  <a:srgbClr val="657578"/>
                </a:solidFill>
                <a:latin typeface="Noto Sans KR"/>
                <a:ea typeface="Noto Sans KR"/>
                <a:cs typeface="Noto Sans KR"/>
              </a:defRPr>
            </a:lvl4pPr>
            <a:lvl5pPr algn="l">
              <a:defRPr sz="1875" b="0">
                <a:solidFill>
                  <a:srgbClr val="657578"/>
                </a:solidFill>
                <a:latin typeface="Noto Sans KR"/>
                <a:ea typeface="Noto Sans KR"/>
                <a:cs typeface="Noto Sans KR"/>
              </a:defRPr>
            </a:lvl5pPr>
            <a:lvl6pPr algn="l">
              <a:defRPr sz="1875" b="0">
                <a:solidFill>
                  <a:srgbClr val="657578"/>
                </a:solidFill>
                <a:latin typeface="Noto Sans KR"/>
                <a:ea typeface="Noto Sans KR"/>
                <a:cs typeface="Noto Sans KR"/>
              </a:defRPr>
            </a:lvl6pPr>
            <a:lvl7pPr algn="l">
              <a:defRPr sz="1875" b="0">
                <a:solidFill>
                  <a:srgbClr val="657578"/>
                </a:solidFill>
                <a:latin typeface="Noto Sans KR"/>
                <a:ea typeface="Noto Sans KR"/>
                <a:cs typeface="Noto Sans KR"/>
              </a:defRPr>
            </a:lvl7pPr>
            <a:lvl8pPr algn="l">
              <a:defRPr sz="1875" b="0">
                <a:solidFill>
                  <a:srgbClr val="657578"/>
                </a:solidFill>
                <a:latin typeface="Noto Sans KR"/>
                <a:ea typeface="Noto Sans KR"/>
                <a:cs typeface="Noto Sans KR"/>
              </a:defRPr>
            </a:lvl8pPr>
            <a:lvl9pPr algn="l">
              <a:defRPr sz="1875" b="0">
                <a:solidFill>
                  <a:srgbClr val="657578"/>
                </a:solidFill>
                <a:latin typeface="Noto Sans KR"/>
                <a:ea typeface="Noto Sans KR"/>
                <a:cs typeface="Noto Sans KR"/>
              </a:defRPr>
            </a:lvl9pPr>
          </a:lstStyle>
          <a:p xmlns:a="http://schemas.openxmlformats.org/drawingml/2006/main">
            <a:pPr algn="l">
              <a:defRPr sz="1875" b="0">
                <a:solidFill>
                  <a:srgbClr val="657578"/>
                </a:solidFill>
                <a:latin typeface="Noto Sans KR"/>
                <a:ea typeface="Noto Sans KR"/>
                <a:cs typeface="Noto Sans KR"/>
              </a:defRPr>
            </a:pPr>
            <a:r>
              <a:rPr sz="1875" b="0">
                <a:solidFill>
                  <a:srgbClr val="657578"/>
                </a:solidFill>
                <a:latin typeface="Noto Sans KR"/>
                <a:ea typeface="Noto Sans KR"/>
                <a:cs typeface="Noto Sans KR"/>
              </a:rPr>
              <a:t>다음 말을 하나씩 생성</a:t>
            </a:r>
          </a:p>
        </p:txBody>
      </p:sp>
      <p:sp>
        <p:nvSpPr>
          <p:cNvPr id="18" name="모델에는 정보를 가공하고 계산을 안정시키는 다른 연산도 포함">
            <a:extLst xmlns:a="http://schemas.openxmlformats.org/drawingml/2006/main">
              <a:ext uri="{FF2B5EF4-FFF2-40B4-BE49-F238E27FC236}">
                <a16:creationId xmlns:a16="http://schemas.microsoft.com/office/drawing/2014/main" id="{0AACC9C5-C999-4E75-80FA-ED72CEE79520}"/>
              </a:ext>
            </a:extLst>
          </p:cNvPr>
          <p:cNvSpPr>
            <a:spLocks xmlns:a="http://schemas.openxmlformats.org/drawingml/2006/main" noGrp="1"/>
          </p:cNvSpPr>
          <p:nvPr/>
        </p:nvSpPr>
        <p:spPr>
          <a:xfrm xmlns:a="http://schemas.openxmlformats.org/drawingml/2006/main">
            <a:off x="609600" y="63341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657578"/>
                </a:solidFill>
                <a:latin typeface="Noto Sans KR"/>
                <a:ea typeface="Noto Sans KR"/>
                <a:cs typeface="Noto Sans KR"/>
              </a:defRPr>
            </a:defPPr>
            <a:lvl1pPr algn="l">
              <a:defRPr sz="1425" b="0">
                <a:solidFill>
                  <a:srgbClr val="657578"/>
                </a:solidFill>
                <a:latin typeface="Noto Sans KR"/>
                <a:ea typeface="Noto Sans KR"/>
                <a:cs typeface="Noto Sans KR"/>
              </a:defRPr>
            </a:lvl1pPr>
            <a:lvl2pPr algn="l">
              <a:defRPr sz="1425" b="0">
                <a:solidFill>
                  <a:srgbClr val="657578"/>
                </a:solidFill>
                <a:latin typeface="Noto Sans KR"/>
                <a:ea typeface="Noto Sans KR"/>
                <a:cs typeface="Noto Sans KR"/>
              </a:defRPr>
            </a:lvl2pPr>
            <a:lvl3pPr algn="l">
              <a:defRPr sz="1425" b="0">
                <a:solidFill>
                  <a:srgbClr val="657578"/>
                </a:solidFill>
                <a:latin typeface="Noto Sans KR"/>
                <a:ea typeface="Noto Sans KR"/>
                <a:cs typeface="Noto Sans KR"/>
              </a:defRPr>
            </a:lvl3pPr>
            <a:lvl4pPr algn="l">
              <a:defRPr sz="1425" b="0">
                <a:solidFill>
                  <a:srgbClr val="657578"/>
                </a:solidFill>
                <a:latin typeface="Noto Sans KR"/>
                <a:ea typeface="Noto Sans KR"/>
                <a:cs typeface="Noto Sans KR"/>
              </a:defRPr>
            </a:lvl4pPr>
            <a:lvl5pPr algn="l">
              <a:defRPr sz="1425" b="0">
                <a:solidFill>
                  <a:srgbClr val="657578"/>
                </a:solidFill>
                <a:latin typeface="Noto Sans KR"/>
                <a:ea typeface="Noto Sans KR"/>
                <a:cs typeface="Noto Sans KR"/>
              </a:defRPr>
            </a:lvl5pPr>
            <a:lvl6pPr algn="l">
              <a:defRPr sz="1425" b="0">
                <a:solidFill>
                  <a:srgbClr val="657578"/>
                </a:solidFill>
                <a:latin typeface="Noto Sans KR"/>
                <a:ea typeface="Noto Sans KR"/>
                <a:cs typeface="Noto Sans KR"/>
              </a:defRPr>
            </a:lvl6pPr>
            <a:lvl7pPr algn="l">
              <a:defRPr sz="1425" b="0">
                <a:solidFill>
                  <a:srgbClr val="657578"/>
                </a:solidFill>
                <a:latin typeface="Noto Sans KR"/>
                <a:ea typeface="Noto Sans KR"/>
                <a:cs typeface="Noto Sans KR"/>
              </a:defRPr>
            </a:lvl7pPr>
            <a:lvl8pPr algn="l">
              <a:defRPr sz="1425" b="0">
                <a:solidFill>
                  <a:srgbClr val="657578"/>
                </a:solidFill>
                <a:latin typeface="Noto Sans KR"/>
                <a:ea typeface="Noto Sans KR"/>
                <a:cs typeface="Noto Sans KR"/>
              </a:defRPr>
            </a:lvl8pPr>
            <a:lvl9pPr algn="l">
              <a:defRPr sz="1425" b="0">
                <a:solidFill>
                  <a:srgbClr val="657578"/>
                </a:solidFill>
                <a:latin typeface="Noto Sans KR"/>
                <a:ea typeface="Noto Sans KR"/>
                <a:cs typeface="Noto Sans KR"/>
              </a:defRPr>
            </a:lvl9pPr>
          </a:lstStyle>
          <a:p xmlns:a="http://schemas.openxmlformats.org/drawingml/2006/main">
            <a:pPr algn="l">
              <a:defRPr sz="1425" b="0">
                <a:solidFill>
                  <a:srgbClr val="657578"/>
                </a:solidFill>
                <a:latin typeface="Noto Sans KR"/>
                <a:ea typeface="Noto Sans KR"/>
                <a:cs typeface="Noto Sans KR"/>
              </a:defRPr>
            </a:pPr>
            <a:r>
              <a:rPr sz="1425" b="0">
                <a:solidFill>
                  <a:srgbClr val="657578"/>
                </a:solidFill>
                <a:latin typeface="Noto Sans KR"/>
                <a:ea typeface="Noto Sans KR"/>
                <a:cs typeface="Noto Sans KR"/>
              </a:rPr>
              <a:t>모델에는 정보를 가공하고 계산을 안정시키는 다른 연산도 포함</a:t>
            </a:r>
          </a:p>
        </p:txBody>
      </p:sp>
    </p:spTree>
    <p:extLst>
      <p:ext uri="{BB962C8B-B14F-4D97-AF65-F5344CB8AC3E}">
        <p14:creationId xmlns:p14="http://schemas.microsoft.com/office/powerpoint/2010/main" val="223869585"/>
      </p:ext>
    </p:extLst>
  </p:cSld>
</p:sld>
</file>

<file path=ppt/slides/slide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3" name="무엇이 좋아졌고, 무엇이 남았나">
            <a:extLst xmlns:a="http://schemas.openxmlformats.org/drawingml/2006/main">
              <a:ext uri="{FF2B5EF4-FFF2-40B4-BE49-F238E27FC236}">
                <a16:creationId xmlns:a16="http://schemas.microsoft.com/office/drawing/2014/main" id="{FBDD51B3-85DF-4F38-9796-BD48AB8C8CCF}"/>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무엇이 좋아졌고, 무엇이 남았나</a:t>
            </a:r>
          </a:p>
        </p:txBody>
      </p:sp>
      <p:sp>
        <p:nvSpPr>
          <p:cNvPr id="2" name="07">
            <a:extLst xmlns:a="http://schemas.openxmlformats.org/drawingml/2006/main">
              <a:ext uri="{FF2B5EF4-FFF2-40B4-BE49-F238E27FC236}">
                <a16:creationId xmlns:a16="http://schemas.microsoft.com/office/drawing/2014/main" id="{9677E018-FB8A-42DE-9891-2894BFAC823E}"/>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07</a:t>
            </a:r>
          </a:p>
        </p:txBody>
      </p:sp>
      <p:sp>
        <p:nvSpPr>
          <p:cNvPr id="3" name="원문 big 모델의 번역 결과">
            <a:extLst xmlns:a="http://schemas.openxmlformats.org/drawingml/2006/main">
              <a:ext uri="{FF2B5EF4-FFF2-40B4-BE49-F238E27FC236}">
                <a16:creationId xmlns:a16="http://schemas.microsoft.com/office/drawing/2014/main" id="{51B2AF3D-15AB-4B45-9DAC-CFA1EC449CFA}"/>
              </a:ext>
            </a:extLst>
          </p:cNvPr>
          <p:cNvSpPr>
            <a:spLocks xmlns:a="http://schemas.openxmlformats.org/drawingml/2006/main" noGrp="1"/>
          </p:cNvSpPr>
          <p:nvPr/>
        </p:nvSpPr>
        <p:spPr>
          <a:xfrm xmlns:a="http://schemas.openxmlformats.org/drawingml/2006/main">
            <a:off x="609600" y="2028825"/>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657578"/>
                </a:solidFill>
                <a:latin typeface="Noto Sans KR"/>
                <a:ea typeface="Noto Sans KR"/>
                <a:cs typeface="Noto Sans KR"/>
              </a:defRPr>
            </a:defPPr>
            <a:lvl1pPr algn="l">
              <a:defRPr sz="1650" b="0">
                <a:solidFill>
                  <a:srgbClr val="657578"/>
                </a:solidFill>
                <a:latin typeface="Noto Sans KR"/>
                <a:ea typeface="Noto Sans KR"/>
                <a:cs typeface="Noto Sans KR"/>
              </a:defRPr>
            </a:lvl1pPr>
            <a:lvl2pPr algn="l">
              <a:defRPr sz="1650" b="0">
                <a:solidFill>
                  <a:srgbClr val="657578"/>
                </a:solidFill>
                <a:latin typeface="Noto Sans KR"/>
                <a:ea typeface="Noto Sans KR"/>
                <a:cs typeface="Noto Sans KR"/>
              </a:defRPr>
            </a:lvl2pPr>
            <a:lvl3pPr algn="l">
              <a:defRPr sz="1650" b="0">
                <a:solidFill>
                  <a:srgbClr val="657578"/>
                </a:solidFill>
                <a:latin typeface="Noto Sans KR"/>
                <a:ea typeface="Noto Sans KR"/>
                <a:cs typeface="Noto Sans KR"/>
              </a:defRPr>
            </a:lvl3pPr>
            <a:lvl4pPr algn="l">
              <a:defRPr sz="1650" b="0">
                <a:solidFill>
                  <a:srgbClr val="657578"/>
                </a:solidFill>
                <a:latin typeface="Noto Sans KR"/>
                <a:ea typeface="Noto Sans KR"/>
                <a:cs typeface="Noto Sans KR"/>
              </a:defRPr>
            </a:lvl4pPr>
            <a:lvl5pPr algn="l">
              <a:defRPr sz="1650" b="0">
                <a:solidFill>
                  <a:srgbClr val="657578"/>
                </a:solidFill>
                <a:latin typeface="Noto Sans KR"/>
                <a:ea typeface="Noto Sans KR"/>
                <a:cs typeface="Noto Sans KR"/>
              </a:defRPr>
            </a:lvl5pPr>
            <a:lvl6pPr algn="l">
              <a:defRPr sz="1650" b="0">
                <a:solidFill>
                  <a:srgbClr val="657578"/>
                </a:solidFill>
                <a:latin typeface="Noto Sans KR"/>
                <a:ea typeface="Noto Sans KR"/>
                <a:cs typeface="Noto Sans KR"/>
              </a:defRPr>
            </a:lvl6pPr>
            <a:lvl7pPr algn="l">
              <a:defRPr sz="1650" b="0">
                <a:solidFill>
                  <a:srgbClr val="657578"/>
                </a:solidFill>
                <a:latin typeface="Noto Sans KR"/>
                <a:ea typeface="Noto Sans KR"/>
                <a:cs typeface="Noto Sans KR"/>
              </a:defRPr>
            </a:lvl7pPr>
            <a:lvl8pPr algn="l">
              <a:defRPr sz="1650" b="0">
                <a:solidFill>
                  <a:srgbClr val="657578"/>
                </a:solidFill>
                <a:latin typeface="Noto Sans KR"/>
                <a:ea typeface="Noto Sans KR"/>
                <a:cs typeface="Noto Sans KR"/>
              </a:defRPr>
            </a:lvl8pPr>
            <a:lvl9pPr algn="l">
              <a:defRPr sz="1650" b="0">
                <a:solidFill>
                  <a:srgbClr val="657578"/>
                </a:solidFill>
                <a:latin typeface="Noto Sans KR"/>
                <a:ea typeface="Noto Sans KR"/>
                <a:cs typeface="Noto Sans KR"/>
              </a:defRPr>
            </a:lvl9pPr>
          </a:lstStyle>
          <a:p xmlns:a="http://schemas.openxmlformats.org/drawingml/2006/main">
            <a:pPr algn="l">
              <a:defRPr sz="1650" b="0">
                <a:solidFill>
                  <a:srgbClr val="657578"/>
                </a:solidFill>
                <a:latin typeface="Noto Sans KR"/>
                <a:ea typeface="Noto Sans KR"/>
                <a:cs typeface="Noto Sans KR"/>
              </a:defRPr>
            </a:pPr>
            <a:r>
              <a:rPr sz="1650" b="0">
                <a:solidFill>
                  <a:srgbClr val="657578"/>
                </a:solidFill>
                <a:latin typeface="Noto Sans KR"/>
                <a:ea typeface="Noto Sans KR"/>
                <a:cs typeface="Noto Sans KR"/>
              </a:rPr>
              <a:t>원문 big 모델의 번역 결과</a:t>
            </a:r>
          </a:p>
        </p:txBody>
      </p:sp>
      <p:sp>
        <p:nvSpPr>
          <p:cNvPr id="4" name="28.4">
            <a:extLst xmlns:a="http://schemas.openxmlformats.org/drawingml/2006/main">
              <a:ext uri="{FF2B5EF4-FFF2-40B4-BE49-F238E27FC236}">
                <a16:creationId xmlns:a16="http://schemas.microsoft.com/office/drawing/2014/main" id="{E844FB2C-DD36-4F98-A027-3889042D0812}"/>
              </a:ext>
            </a:extLst>
          </p:cNvPr>
          <p:cNvSpPr>
            <a:spLocks xmlns:a="http://schemas.openxmlformats.org/drawingml/2006/main" noGrp="1"/>
          </p:cNvSpPr>
          <p:nvPr/>
        </p:nvSpPr>
        <p:spPr>
          <a:xfrm xmlns:a="http://schemas.openxmlformats.org/drawingml/2006/main">
            <a:off x="609600" y="2676525"/>
            <a:ext cx="50958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7125" b="1">
                <a:solidFill>
                  <a:srgbClr val="17262C"/>
                </a:solidFill>
                <a:latin typeface="Noto Sans KR"/>
                <a:ea typeface="Noto Sans KR"/>
                <a:cs typeface="Noto Sans KR"/>
              </a:defRPr>
            </a:defPPr>
            <a:lvl1pPr algn="l">
              <a:defRPr sz="7125" b="1">
                <a:solidFill>
                  <a:srgbClr val="17262C"/>
                </a:solidFill>
                <a:latin typeface="Noto Sans KR"/>
                <a:ea typeface="Noto Sans KR"/>
                <a:cs typeface="Noto Sans KR"/>
              </a:defRPr>
            </a:lvl1pPr>
            <a:lvl2pPr algn="l">
              <a:defRPr sz="7125" b="1">
                <a:solidFill>
                  <a:srgbClr val="17262C"/>
                </a:solidFill>
                <a:latin typeface="Noto Sans KR"/>
                <a:ea typeface="Noto Sans KR"/>
                <a:cs typeface="Noto Sans KR"/>
              </a:defRPr>
            </a:lvl2pPr>
            <a:lvl3pPr algn="l">
              <a:defRPr sz="7125" b="1">
                <a:solidFill>
                  <a:srgbClr val="17262C"/>
                </a:solidFill>
                <a:latin typeface="Noto Sans KR"/>
                <a:ea typeface="Noto Sans KR"/>
                <a:cs typeface="Noto Sans KR"/>
              </a:defRPr>
            </a:lvl3pPr>
            <a:lvl4pPr algn="l">
              <a:defRPr sz="7125" b="1">
                <a:solidFill>
                  <a:srgbClr val="17262C"/>
                </a:solidFill>
                <a:latin typeface="Noto Sans KR"/>
                <a:ea typeface="Noto Sans KR"/>
                <a:cs typeface="Noto Sans KR"/>
              </a:defRPr>
            </a:lvl4pPr>
            <a:lvl5pPr algn="l">
              <a:defRPr sz="7125" b="1">
                <a:solidFill>
                  <a:srgbClr val="17262C"/>
                </a:solidFill>
                <a:latin typeface="Noto Sans KR"/>
                <a:ea typeface="Noto Sans KR"/>
                <a:cs typeface="Noto Sans KR"/>
              </a:defRPr>
            </a:lvl5pPr>
            <a:lvl6pPr algn="l">
              <a:defRPr sz="7125" b="1">
                <a:solidFill>
                  <a:srgbClr val="17262C"/>
                </a:solidFill>
                <a:latin typeface="Noto Sans KR"/>
                <a:ea typeface="Noto Sans KR"/>
                <a:cs typeface="Noto Sans KR"/>
              </a:defRPr>
            </a:lvl6pPr>
            <a:lvl7pPr algn="l">
              <a:defRPr sz="7125" b="1">
                <a:solidFill>
                  <a:srgbClr val="17262C"/>
                </a:solidFill>
                <a:latin typeface="Noto Sans KR"/>
                <a:ea typeface="Noto Sans KR"/>
                <a:cs typeface="Noto Sans KR"/>
              </a:defRPr>
            </a:lvl7pPr>
            <a:lvl8pPr algn="l">
              <a:defRPr sz="7125" b="1">
                <a:solidFill>
                  <a:srgbClr val="17262C"/>
                </a:solidFill>
                <a:latin typeface="Noto Sans KR"/>
                <a:ea typeface="Noto Sans KR"/>
                <a:cs typeface="Noto Sans KR"/>
              </a:defRPr>
            </a:lvl8pPr>
            <a:lvl9pPr algn="l">
              <a:defRPr sz="7125" b="1">
                <a:solidFill>
                  <a:srgbClr val="17262C"/>
                </a:solidFill>
                <a:latin typeface="Noto Sans KR"/>
                <a:ea typeface="Noto Sans KR"/>
                <a:cs typeface="Noto Sans KR"/>
              </a:defRPr>
            </a:lvl9pPr>
          </a:lstStyle>
          <a:p xmlns:a="http://schemas.openxmlformats.org/drawingml/2006/main">
            <a:pPr algn="l">
              <a:defRPr sz="7125" b="1">
                <a:solidFill>
                  <a:srgbClr val="17262C"/>
                </a:solidFill>
                <a:latin typeface="Noto Sans KR"/>
                <a:ea typeface="Noto Sans KR"/>
                <a:cs typeface="Noto Sans KR"/>
              </a:defRPr>
            </a:pPr>
            <a:r>
              <a:rPr sz="7125" b="1">
                <a:solidFill>
                  <a:srgbClr val="17262C"/>
                </a:solidFill>
                <a:latin typeface="Noto Sans KR"/>
                <a:ea typeface="Noto Sans KR"/>
                <a:cs typeface="Noto Sans KR"/>
              </a:rPr>
              <a:t>28.4</a:t>
            </a:r>
          </a:p>
        </p:txBody>
      </p:sp>
      <p:sp>
        <p:nvSpPr>
          <p:cNvPr id="5" name="BLEU">
            <a:extLst xmlns:a="http://schemas.openxmlformats.org/drawingml/2006/main">
              <a:ext uri="{FF2B5EF4-FFF2-40B4-BE49-F238E27FC236}">
                <a16:creationId xmlns:a16="http://schemas.microsoft.com/office/drawing/2014/main" id="{2A3B67E5-2EE5-4699-B6A4-16267CF296E3}"/>
              </a:ext>
            </a:extLst>
          </p:cNvPr>
          <p:cNvSpPr>
            <a:spLocks xmlns:a="http://schemas.openxmlformats.org/drawingml/2006/main" noGrp="1"/>
          </p:cNvSpPr>
          <p:nvPr/>
        </p:nvSpPr>
        <p:spPr>
          <a:xfrm xmlns:a="http://schemas.openxmlformats.org/drawingml/2006/main">
            <a:off x="609600" y="3990975"/>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0">
                <a:solidFill>
                  <a:srgbClr val="17262C"/>
                </a:solidFill>
                <a:latin typeface="Noto Sans KR"/>
                <a:ea typeface="Noto Sans KR"/>
                <a:cs typeface="Noto Sans KR"/>
              </a:defRPr>
            </a:defPPr>
            <a:lvl1pPr algn="l">
              <a:defRPr sz="2550" b="0">
                <a:solidFill>
                  <a:srgbClr val="17262C"/>
                </a:solidFill>
                <a:latin typeface="Noto Sans KR"/>
                <a:ea typeface="Noto Sans KR"/>
                <a:cs typeface="Noto Sans KR"/>
              </a:defRPr>
            </a:lvl1pPr>
            <a:lvl2pPr algn="l">
              <a:defRPr sz="2550" b="0">
                <a:solidFill>
                  <a:srgbClr val="17262C"/>
                </a:solidFill>
                <a:latin typeface="Noto Sans KR"/>
                <a:ea typeface="Noto Sans KR"/>
                <a:cs typeface="Noto Sans KR"/>
              </a:defRPr>
            </a:lvl2pPr>
            <a:lvl3pPr algn="l">
              <a:defRPr sz="2550" b="0">
                <a:solidFill>
                  <a:srgbClr val="17262C"/>
                </a:solidFill>
                <a:latin typeface="Noto Sans KR"/>
                <a:ea typeface="Noto Sans KR"/>
                <a:cs typeface="Noto Sans KR"/>
              </a:defRPr>
            </a:lvl3pPr>
            <a:lvl4pPr algn="l">
              <a:defRPr sz="2550" b="0">
                <a:solidFill>
                  <a:srgbClr val="17262C"/>
                </a:solidFill>
                <a:latin typeface="Noto Sans KR"/>
                <a:ea typeface="Noto Sans KR"/>
                <a:cs typeface="Noto Sans KR"/>
              </a:defRPr>
            </a:lvl4pPr>
            <a:lvl5pPr algn="l">
              <a:defRPr sz="2550" b="0">
                <a:solidFill>
                  <a:srgbClr val="17262C"/>
                </a:solidFill>
                <a:latin typeface="Noto Sans KR"/>
                <a:ea typeface="Noto Sans KR"/>
                <a:cs typeface="Noto Sans KR"/>
              </a:defRPr>
            </a:lvl5pPr>
            <a:lvl6pPr algn="l">
              <a:defRPr sz="2550" b="0">
                <a:solidFill>
                  <a:srgbClr val="17262C"/>
                </a:solidFill>
                <a:latin typeface="Noto Sans KR"/>
                <a:ea typeface="Noto Sans KR"/>
                <a:cs typeface="Noto Sans KR"/>
              </a:defRPr>
            </a:lvl6pPr>
            <a:lvl7pPr algn="l">
              <a:defRPr sz="2550" b="0">
                <a:solidFill>
                  <a:srgbClr val="17262C"/>
                </a:solidFill>
                <a:latin typeface="Noto Sans KR"/>
                <a:ea typeface="Noto Sans KR"/>
                <a:cs typeface="Noto Sans KR"/>
              </a:defRPr>
            </a:lvl7pPr>
            <a:lvl8pPr algn="l">
              <a:defRPr sz="2550" b="0">
                <a:solidFill>
                  <a:srgbClr val="17262C"/>
                </a:solidFill>
                <a:latin typeface="Noto Sans KR"/>
                <a:ea typeface="Noto Sans KR"/>
                <a:cs typeface="Noto Sans KR"/>
              </a:defRPr>
            </a:lvl8pPr>
            <a:lvl9pPr algn="l">
              <a:defRPr sz="2550" b="0">
                <a:solidFill>
                  <a:srgbClr val="17262C"/>
                </a:solidFill>
                <a:latin typeface="Noto Sans KR"/>
                <a:ea typeface="Noto Sans KR"/>
                <a:cs typeface="Noto Sans KR"/>
              </a:defRPr>
            </a:lvl9pPr>
          </a:lstStyle>
          <a:p xmlns:a="http://schemas.openxmlformats.org/drawingml/2006/main">
            <a:pPr algn="l">
              <a:defRPr sz="2550" b="0">
                <a:solidFill>
                  <a:srgbClr val="17262C"/>
                </a:solidFill>
                <a:latin typeface="Noto Sans KR"/>
                <a:ea typeface="Noto Sans KR"/>
                <a:cs typeface="Noto Sans KR"/>
              </a:defRPr>
            </a:pPr>
            <a:r>
              <a:rPr sz="2550" b="0">
                <a:solidFill>
                  <a:srgbClr val="17262C"/>
                </a:solidFill>
                <a:latin typeface="Noto Sans KR"/>
                <a:ea typeface="Noto Sans KR"/>
                <a:cs typeface="Noto Sans KR"/>
              </a:rPr>
              <a:t>BLEU</a:t>
            </a:r>
          </a:p>
        </p:txBody>
      </p:sp>
      <p:sp>
        <p:nvSpPr>
          <p:cNvPr id="6" name="영어에서 독일어 번역 원문 Table 2 · newstest2014">
            <a:extLst xmlns:a="http://schemas.openxmlformats.org/drawingml/2006/main">
              <a:ext uri="{FF2B5EF4-FFF2-40B4-BE49-F238E27FC236}">
                <a16:creationId xmlns:a16="http://schemas.microsoft.com/office/drawing/2014/main" id="{8AE6855F-E807-49F9-B848-AA3007DD3BBC}"/>
              </a:ext>
            </a:extLst>
          </p:cNvPr>
          <p:cNvSpPr>
            <a:spLocks xmlns:a="http://schemas.openxmlformats.org/drawingml/2006/main" noGrp="1"/>
          </p:cNvSpPr>
          <p:nvPr/>
        </p:nvSpPr>
        <p:spPr>
          <a:xfrm xmlns:a="http://schemas.openxmlformats.org/drawingml/2006/main">
            <a:off x="609600" y="4943475"/>
            <a:ext cx="5095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657578"/>
                </a:solidFill>
                <a:latin typeface="Noto Sans KR"/>
                <a:ea typeface="Noto Sans KR"/>
                <a:cs typeface="Noto Sans KR"/>
              </a:defRPr>
            </a:defPPr>
            <a:lvl1pPr algn="l">
              <a:defRPr sz="1725" b="0">
                <a:solidFill>
                  <a:srgbClr val="657578"/>
                </a:solidFill>
                <a:latin typeface="Noto Sans KR"/>
                <a:ea typeface="Noto Sans KR"/>
                <a:cs typeface="Noto Sans KR"/>
              </a:defRPr>
            </a:lvl1pPr>
            <a:lvl2pPr algn="l">
              <a:defRPr sz="1725" b="0">
                <a:solidFill>
                  <a:srgbClr val="657578"/>
                </a:solidFill>
                <a:latin typeface="Noto Sans KR"/>
                <a:ea typeface="Noto Sans KR"/>
                <a:cs typeface="Noto Sans KR"/>
              </a:defRPr>
            </a:lvl2pPr>
            <a:lvl3pPr algn="l">
              <a:defRPr sz="1725" b="0">
                <a:solidFill>
                  <a:srgbClr val="657578"/>
                </a:solidFill>
                <a:latin typeface="Noto Sans KR"/>
                <a:ea typeface="Noto Sans KR"/>
                <a:cs typeface="Noto Sans KR"/>
              </a:defRPr>
            </a:lvl3pPr>
            <a:lvl4pPr algn="l">
              <a:defRPr sz="1725" b="0">
                <a:solidFill>
                  <a:srgbClr val="657578"/>
                </a:solidFill>
                <a:latin typeface="Noto Sans KR"/>
                <a:ea typeface="Noto Sans KR"/>
                <a:cs typeface="Noto Sans KR"/>
              </a:defRPr>
            </a:lvl4pPr>
            <a:lvl5pPr algn="l">
              <a:defRPr sz="1725" b="0">
                <a:solidFill>
                  <a:srgbClr val="657578"/>
                </a:solidFill>
                <a:latin typeface="Noto Sans KR"/>
                <a:ea typeface="Noto Sans KR"/>
                <a:cs typeface="Noto Sans KR"/>
              </a:defRPr>
            </a:lvl5pPr>
            <a:lvl6pPr algn="l">
              <a:defRPr sz="1725" b="0">
                <a:solidFill>
                  <a:srgbClr val="657578"/>
                </a:solidFill>
                <a:latin typeface="Noto Sans KR"/>
                <a:ea typeface="Noto Sans KR"/>
                <a:cs typeface="Noto Sans KR"/>
              </a:defRPr>
            </a:lvl6pPr>
            <a:lvl7pPr algn="l">
              <a:defRPr sz="1725" b="0">
                <a:solidFill>
                  <a:srgbClr val="657578"/>
                </a:solidFill>
                <a:latin typeface="Noto Sans KR"/>
                <a:ea typeface="Noto Sans KR"/>
                <a:cs typeface="Noto Sans KR"/>
              </a:defRPr>
            </a:lvl7pPr>
            <a:lvl8pPr algn="l">
              <a:defRPr sz="1725" b="0">
                <a:solidFill>
                  <a:srgbClr val="657578"/>
                </a:solidFill>
                <a:latin typeface="Noto Sans KR"/>
                <a:ea typeface="Noto Sans KR"/>
                <a:cs typeface="Noto Sans KR"/>
              </a:defRPr>
            </a:lvl8pPr>
            <a:lvl9pPr algn="l">
              <a:defRPr sz="1725" b="0">
                <a:solidFill>
                  <a:srgbClr val="657578"/>
                </a:solidFill>
                <a:latin typeface="Noto Sans KR"/>
                <a:ea typeface="Noto Sans KR"/>
                <a:cs typeface="Noto Sans KR"/>
              </a:defRPr>
            </a:lvl9pPr>
          </a:lstStyle>
          <a:p xmlns:a="http://schemas.openxmlformats.org/drawingml/2006/main">
            <a:pPr algn="l">
              <a:defRPr sz="1725" b="0">
                <a:solidFill>
                  <a:srgbClr val="657578"/>
                </a:solidFill>
                <a:latin typeface="Noto Sans KR"/>
                <a:ea typeface="Noto Sans KR"/>
                <a:cs typeface="Noto Sans KR"/>
              </a:defRPr>
            </a:pPr>
            <a:r>
              <a:rPr sz="1725" b="0">
                <a:solidFill>
                  <a:srgbClr val="657578"/>
                </a:solidFill>
                <a:latin typeface="Noto Sans KR"/>
                <a:ea typeface="Noto Sans KR"/>
                <a:cs typeface="Noto Sans KR"/>
              </a:rPr>
              <a:t>영어에서 독일어 번역</a:t>
            </a:r>
          </a:p>
          <a:p xmlns:a="http://schemas.openxmlformats.org/drawingml/2006/main">
            <a:pPr algn="l">
              <a:defRPr sz="1725" b="0">
                <a:solidFill>
                  <a:srgbClr val="657578"/>
                </a:solidFill>
                <a:latin typeface="Noto Sans KR"/>
                <a:ea typeface="Noto Sans KR"/>
                <a:cs typeface="Noto Sans KR"/>
              </a:defRPr>
            </a:pPr>
            <a:r>
              <a:rPr sz="1725" b="0">
                <a:solidFill>
                  <a:srgbClr val="657578"/>
                </a:solidFill>
                <a:latin typeface="Noto Sans KR"/>
                <a:ea typeface="Noto Sans KR"/>
                <a:cs typeface="Noto Sans KR"/>
              </a:rPr>
              <a:t>원문 Table 2 · newstest2014</a:t>
            </a:r>
          </a:p>
        </p:txBody>
      </p:sp>
      <p:sp>
        <p:nvSpPr>
          <p:cNvPr id="7" name="장점">
            <a:extLst xmlns:a="http://schemas.openxmlformats.org/drawingml/2006/main">
              <a:ext uri="{FF2B5EF4-FFF2-40B4-BE49-F238E27FC236}">
                <a16:creationId xmlns:a16="http://schemas.microsoft.com/office/drawing/2014/main" id="{E07EE04A-5582-4DE5-8548-DF353D7FB9CE}"/>
              </a:ext>
            </a:extLst>
          </p:cNvPr>
          <p:cNvSpPr>
            <a:spLocks xmlns:a="http://schemas.openxmlformats.org/drawingml/2006/main" noGrp="1"/>
          </p:cNvSpPr>
          <p:nvPr/>
        </p:nvSpPr>
        <p:spPr>
          <a:xfrm xmlns:a="http://schemas.openxmlformats.org/drawingml/2006/main">
            <a:off x="6705600" y="2028825"/>
            <a:ext cx="487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xmlns:a="http://schemas.openxmlformats.org/drawingml/2006/main">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장점</a:t>
            </a:r>
          </a:p>
        </p:txBody>
      </p:sp>
      <p:sp>
        <p:nvSpPr>
          <p:cNvPr id="8" name="학습은 병렬로 계산하기 좋음">
            <a:extLst xmlns:a="http://schemas.openxmlformats.org/drawingml/2006/main">
              <a:ext uri="{FF2B5EF4-FFF2-40B4-BE49-F238E27FC236}">
                <a16:creationId xmlns:a16="http://schemas.microsoft.com/office/drawing/2014/main" id="{EDF888CB-BA16-4776-BC5A-25AFC41B59CA}"/>
              </a:ext>
            </a:extLst>
          </p:cNvPr>
          <p:cNvSpPr>
            <a:spLocks xmlns:a="http://schemas.openxmlformats.org/drawingml/2006/main" noGrp="1"/>
          </p:cNvSpPr>
          <p:nvPr/>
        </p:nvSpPr>
        <p:spPr>
          <a:xfrm xmlns:a="http://schemas.openxmlformats.org/drawingml/2006/main">
            <a:off x="6705600" y="2486025"/>
            <a:ext cx="4876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1">
                <a:solidFill>
                  <a:srgbClr val="17262C"/>
                </a:solidFill>
                <a:latin typeface="Noto Sans KR"/>
                <a:ea typeface="Noto Sans KR"/>
                <a:cs typeface="Noto Sans KR"/>
              </a:defRPr>
            </a:defPPr>
            <a:lvl1pPr algn="l">
              <a:defRPr sz="2400" b="1">
                <a:solidFill>
                  <a:srgbClr val="17262C"/>
                </a:solidFill>
                <a:latin typeface="Noto Sans KR"/>
                <a:ea typeface="Noto Sans KR"/>
                <a:cs typeface="Noto Sans KR"/>
              </a:defRPr>
            </a:lvl1pPr>
            <a:lvl2pPr algn="l">
              <a:defRPr sz="2400" b="1">
                <a:solidFill>
                  <a:srgbClr val="17262C"/>
                </a:solidFill>
                <a:latin typeface="Noto Sans KR"/>
                <a:ea typeface="Noto Sans KR"/>
                <a:cs typeface="Noto Sans KR"/>
              </a:defRPr>
            </a:lvl2pPr>
            <a:lvl3pPr algn="l">
              <a:defRPr sz="2400" b="1">
                <a:solidFill>
                  <a:srgbClr val="17262C"/>
                </a:solidFill>
                <a:latin typeface="Noto Sans KR"/>
                <a:ea typeface="Noto Sans KR"/>
                <a:cs typeface="Noto Sans KR"/>
              </a:defRPr>
            </a:lvl3pPr>
            <a:lvl4pPr algn="l">
              <a:defRPr sz="2400" b="1">
                <a:solidFill>
                  <a:srgbClr val="17262C"/>
                </a:solidFill>
                <a:latin typeface="Noto Sans KR"/>
                <a:ea typeface="Noto Sans KR"/>
                <a:cs typeface="Noto Sans KR"/>
              </a:defRPr>
            </a:lvl4pPr>
            <a:lvl5pPr algn="l">
              <a:defRPr sz="2400" b="1">
                <a:solidFill>
                  <a:srgbClr val="17262C"/>
                </a:solidFill>
                <a:latin typeface="Noto Sans KR"/>
                <a:ea typeface="Noto Sans KR"/>
                <a:cs typeface="Noto Sans KR"/>
              </a:defRPr>
            </a:lvl5pPr>
            <a:lvl6pPr algn="l">
              <a:defRPr sz="2400" b="1">
                <a:solidFill>
                  <a:srgbClr val="17262C"/>
                </a:solidFill>
                <a:latin typeface="Noto Sans KR"/>
                <a:ea typeface="Noto Sans KR"/>
                <a:cs typeface="Noto Sans KR"/>
              </a:defRPr>
            </a:lvl6pPr>
            <a:lvl7pPr algn="l">
              <a:defRPr sz="2400" b="1">
                <a:solidFill>
                  <a:srgbClr val="17262C"/>
                </a:solidFill>
                <a:latin typeface="Noto Sans KR"/>
                <a:ea typeface="Noto Sans KR"/>
                <a:cs typeface="Noto Sans KR"/>
              </a:defRPr>
            </a:lvl7pPr>
            <a:lvl8pPr algn="l">
              <a:defRPr sz="2400" b="1">
                <a:solidFill>
                  <a:srgbClr val="17262C"/>
                </a:solidFill>
                <a:latin typeface="Noto Sans KR"/>
                <a:ea typeface="Noto Sans KR"/>
                <a:cs typeface="Noto Sans KR"/>
              </a:defRPr>
            </a:lvl8pPr>
            <a:lvl9pPr algn="l">
              <a:defRPr sz="2400" b="1">
                <a:solidFill>
                  <a:srgbClr val="17262C"/>
                </a:solidFill>
                <a:latin typeface="Noto Sans KR"/>
                <a:ea typeface="Noto Sans KR"/>
                <a:cs typeface="Noto Sans KR"/>
              </a:defRPr>
            </a:lvl9pPr>
          </a:lstStyle>
          <a:p xmlns:a="http://schemas.openxmlformats.org/drawingml/2006/main">
            <a:pPr algn="l">
              <a:defRPr sz="2400" b="1">
                <a:solidFill>
                  <a:srgbClr val="17262C"/>
                </a:solidFill>
                <a:latin typeface="Noto Sans KR"/>
                <a:ea typeface="Noto Sans KR"/>
                <a:cs typeface="Noto Sans KR"/>
              </a:defRPr>
            </a:pPr>
            <a:r>
              <a:rPr sz="2400" b="1">
                <a:solidFill>
                  <a:srgbClr val="17262C"/>
                </a:solidFill>
                <a:latin typeface="Noto Sans KR"/>
                <a:ea typeface="Noto Sans KR"/>
                <a:cs typeface="Noto Sans KR"/>
              </a:rPr>
              <a:t>학습은 병렬로 계산하기 좋음</a:t>
            </a:r>
          </a:p>
        </p:txBody>
      </p:sp>
      <p:sp>
        <p:nvSpPr>
          <p:cNvPr id="9" name="">
            <a:extLst xmlns:a="http://schemas.openxmlformats.org/drawingml/2006/main">
              <a:ext uri="{FF2B5EF4-FFF2-40B4-BE49-F238E27FC236}">
                <a16:creationId xmlns:a16="http://schemas.microsoft.com/office/drawing/2014/main" id="{C2F1533A-6F24-45E5-A2DD-F3896A558479}"/>
              </a:ext>
            </a:extLst>
          </p:cNvPr>
          <p:cNvSpPr>
            <a:spLocks xmlns:a="http://schemas.openxmlformats.org/drawingml/2006/main" noGrp="1"/>
          </p:cNvSpPr>
          <p:nvPr/>
        </p:nvSpPr>
        <p:spPr>
          <a:xfrm xmlns:a="http://schemas.openxmlformats.org/drawingml/2006/main">
            <a:off x="6705600" y="3743325"/>
            <a:ext cx="48768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0" name="남은 비용">
            <a:extLst xmlns:a="http://schemas.openxmlformats.org/drawingml/2006/main">
              <a:ext uri="{FF2B5EF4-FFF2-40B4-BE49-F238E27FC236}">
                <a16:creationId xmlns:a16="http://schemas.microsoft.com/office/drawing/2014/main" id="{54D1FD2C-FE6D-457F-83F8-DBED73F8277F}"/>
              </a:ext>
            </a:extLst>
          </p:cNvPr>
          <p:cNvSpPr>
            <a:spLocks xmlns:a="http://schemas.openxmlformats.org/drawingml/2006/main" noGrp="1"/>
          </p:cNvSpPr>
          <p:nvPr/>
        </p:nvSpPr>
        <p:spPr>
          <a:xfrm xmlns:a="http://schemas.openxmlformats.org/drawingml/2006/main">
            <a:off x="6705600" y="4105275"/>
            <a:ext cx="487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xmlns:a="http://schemas.openxmlformats.org/drawingml/2006/main">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남은 비용</a:t>
            </a:r>
          </a:p>
        </p:txBody>
      </p:sp>
      <p:sp>
        <p:nvSpPr>
          <p:cNvPr id="11" name="입력이 길면 비교할 쌍이 급증 생성은 앞선 말에 이어서 순차적으로">
            <a:extLst xmlns:a="http://schemas.openxmlformats.org/drawingml/2006/main">
              <a:ext uri="{FF2B5EF4-FFF2-40B4-BE49-F238E27FC236}">
                <a16:creationId xmlns:a16="http://schemas.microsoft.com/office/drawing/2014/main" id="{222690D7-25E1-4575-A6CB-C7E5E0CCB1AC}"/>
              </a:ext>
            </a:extLst>
          </p:cNvPr>
          <p:cNvSpPr>
            <a:spLocks xmlns:a="http://schemas.openxmlformats.org/drawingml/2006/main" noGrp="1"/>
          </p:cNvSpPr>
          <p:nvPr/>
        </p:nvSpPr>
        <p:spPr>
          <a:xfrm xmlns:a="http://schemas.openxmlformats.org/drawingml/2006/main">
            <a:off x="6705600" y="4562475"/>
            <a:ext cx="4876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7262C"/>
                </a:solidFill>
                <a:latin typeface="Noto Sans KR"/>
                <a:ea typeface="Noto Sans KR"/>
                <a:cs typeface="Noto Sans KR"/>
              </a:defRPr>
            </a:defPPr>
            <a:lvl1pPr algn="l">
              <a:defRPr sz="2100" b="0">
                <a:solidFill>
                  <a:srgbClr val="17262C"/>
                </a:solidFill>
                <a:latin typeface="Noto Sans KR"/>
                <a:ea typeface="Noto Sans KR"/>
                <a:cs typeface="Noto Sans KR"/>
              </a:defRPr>
            </a:lvl1pPr>
            <a:lvl2pPr algn="l">
              <a:defRPr sz="2100" b="0">
                <a:solidFill>
                  <a:srgbClr val="17262C"/>
                </a:solidFill>
                <a:latin typeface="Noto Sans KR"/>
                <a:ea typeface="Noto Sans KR"/>
                <a:cs typeface="Noto Sans KR"/>
              </a:defRPr>
            </a:lvl2pPr>
            <a:lvl3pPr algn="l">
              <a:defRPr sz="2100" b="0">
                <a:solidFill>
                  <a:srgbClr val="17262C"/>
                </a:solidFill>
                <a:latin typeface="Noto Sans KR"/>
                <a:ea typeface="Noto Sans KR"/>
                <a:cs typeface="Noto Sans KR"/>
              </a:defRPr>
            </a:lvl3pPr>
            <a:lvl4pPr algn="l">
              <a:defRPr sz="2100" b="0">
                <a:solidFill>
                  <a:srgbClr val="17262C"/>
                </a:solidFill>
                <a:latin typeface="Noto Sans KR"/>
                <a:ea typeface="Noto Sans KR"/>
                <a:cs typeface="Noto Sans KR"/>
              </a:defRPr>
            </a:lvl4pPr>
            <a:lvl5pPr algn="l">
              <a:defRPr sz="2100" b="0">
                <a:solidFill>
                  <a:srgbClr val="17262C"/>
                </a:solidFill>
                <a:latin typeface="Noto Sans KR"/>
                <a:ea typeface="Noto Sans KR"/>
                <a:cs typeface="Noto Sans KR"/>
              </a:defRPr>
            </a:lvl5pPr>
            <a:lvl6pPr algn="l">
              <a:defRPr sz="2100" b="0">
                <a:solidFill>
                  <a:srgbClr val="17262C"/>
                </a:solidFill>
                <a:latin typeface="Noto Sans KR"/>
                <a:ea typeface="Noto Sans KR"/>
                <a:cs typeface="Noto Sans KR"/>
              </a:defRPr>
            </a:lvl6pPr>
            <a:lvl7pPr algn="l">
              <a:defRPr sz="2100" b="0">
                <a:solidFill>
                  <a:srgbClr val="17262C"/>
                </a:solidFill>
                <a:latin typeface="Noto Sans KR"/>
                <a:ea typeface="Noto Sans KR"/>
                <a:cs typeface="Noto Sans KR"/>
              </a:defRPr>
            </a:lvl7pPr>
            <a:lvl8pPr algn="l">
              <a:defRPr sz="2100" b="0">
                <a:solidFill>
                  <a:srgbClr val="17262C"/>
                </a:solidFill>
                <a:latin typeface="Noto Sans KR"/>
                <a:ea typeface="Noto Sans KR"/>
                <a:cs typeface="Noto Sans KR"/>
              </a:defRPr>
            </a:lvl8pPr>
            <a:lvl9pPr algn="l">
              <a:defRPr sz="2100" b="0">
                <a:solidFill>
                  <a:srgbClr val="17262C"/>
                </a:solidFill>
                <a:latin typeface="Noto Sans KR"/>
                <a:ea typeface="Noto Sans KR"/>
                <a:cs typeface="Noto Sans KR"/>
              </a:defRPr>
            </a:lvl9pPr>
          </a:lstStyle>
          <a:p xmlns:a="http://schemas.openxmlformats.org/drawingml/2006/main">
            <a:pPr algn="l">
              <a:defRPr sz="2100" b="0">
                <a:solidFill>
                  <a:srgbClr val="17262C"/>
                </a:solidFill>
                <a:latin typeface="Noto Sans KR"/>
                <a:ea typeface="Noto Sans KR"/>
                <a:cs typeface="Noto Sans KR"/>
              </a:defRPr>
            </a:pPr>
            <a:r>
              <a:rPr sz="2100" b="0">
                <a:solidFill>
                  <a:srgbClr val="17262C"/>
                </a:solidFill>
                <a:latin typeface="Noto Sans KR"/>
                <a:ea typeface="Noto Sans KR"/>
                <a:cs typeface="Noto Sans KR"/>
              </a:rPr>
              <a:t>입력이 길면 비교할 쌍이 급증</a:t>
            </a:r>
          </a:p>
          <a:p xmlns:a="http://schemas.openxmlformats.org/drawingml/2006/main">
            <a:pPr algn="l">
              <a:defRPr sz="2100" b="0">
                <a:solidFill>
                  <a:srgbClr val="17262C"/>
                </a:solidFill>
                <a:latin typeface="Noto Sans KR"/>
                <a:ea typeface="Noto Sans KR"/>
                <a:cs typeface="Noto Sans KR"/>
              </a:defRPr>
            </a:pPr>
            <a:r>
              <a:rPr sz="2100" b="0">
                <a:solidFill>
                  <a:srgbClr val="17262C"/>
                </a:solidFill>
                <a:latin typeface="Noto Sans KR"/>
                <a:ea typeface="Noto Sans KR"/>
                <a:cs typeface="Noto Sans KR"/>
              </a:rPr>
              <a:t>생성은 앞선 말에 이어서 순차적으로</a:t>
            </a:r>
          </a:p>
        </p:txBody>
      </p:sp>
      <p:sp>
        <p:nvSpPr>
          <p:cNvPr id="12" name="BLEU는 높을수록 좋은 번역 평가점수이며 정답률이 아님">
            <a:extLst xmlns:a="http://schemas.openxmlformats.org/drawingml/2006/main">
              <a:ext uri="{FF2B5EF4-FFF2-40B4-BE49-F238E27FC236}">
                <a16:creationId xmlns:a16="http://schemas.microsoft.com/office/drawing/2014/main" id="{8981D2CD-2A62-4AFC-AF6A-EDB3CB040F2A}"/>
              </a:ext>
            </a:extLst>
          </p:cNvPr>
          <p:cNvSpPr>
            <a:spLocks xmlns:a="http://schemas.openxmlformats.org/drawingml/2006/main" noGrp="1"/>
          </p:cNvSpPr>
          <p:nvPr/>
        </p:nvSpPr>
        <p:spPr>
          <a:xfrm xmlns:a="http://schemas.openxmlformats.org/drawingml/2006/main">
            <a:off x="609600" y="63341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657578"/>
                </a:solidFill>
                <a:latin typeface="Noto Sans KR"/>
                <a:ea typeface="Noto Sans KR"/>
                <a:cs typeface="Noto Sans KR"/>
              </a:defRPr>
            </a:defPPr>
            <a:lvl1pPr algn="l">
              <a:defRPr sz="1425" b="0">
                <a:solidFill>
                  <a:srgbClr val="657578"/>
                </a:solidFill>
                <a:latin typeface="Noto Sans KR"/>
                <a:ea typeface="Noto Sans KR"/>
                <a:cs typeface="Noto Sans KR"/>
              </a:defRPr>
            </a:lvl1pPr>
            <a:lvl2pPr algn="l">
              <a:defRPr sz="1425" b="0">
                <a:solidFill>
                  <a:srgbClr val="657578"/>
                </a:solidFill>
                <a:latin typeface="Noto Sans KR"/>
                <a:ea typeface="Noto Sans KR"/>
                <a:cs typeface="Noto Sans KR"/>
              </a:defRPr>
            </a:lvl2pPr>
            <a:lvl3pPr algn="l">
              <a:defRPr sz="1425" b="0">
                <a:solidFill>
                  <a:srgbClr val="657578"/>
                </a:solidFill>
                <a:latin typeface="Noto Sans KR"/>
                <a:ea typeface="Noto Sans KR"/>
                <a:cs typeface="Noto Sans KR"/>
              </a:defRPr>
            </a:lvl3pPr>
            <a:lvl4pPr algn="l">
              <a:defRPr sz="1425" b="0">
                <a:solidFill>
                  <a:srgbClr val="657578"/>
                </a:solidFill>
                <a:latin typeface="Noto Sans KR"/>
                <a:ea typeface="Noto Sans KR"/>
                <a:cs typeface="Noto Sans KR"/>
              </a:defRPr>
            </a:lvl4pPr>
            <a:lvl5pPr algn="l">
              <a:defRPr sz="1425" b="0">
                <a:solidFill>
                  <a:srgbClr val="657578"/>
                </a:solidFill>
                <a:latin typeface="Noto Sans KR"/>
                <a:ea typeface="Noto Sans KR"/>
                <a:cs typeface="Noto Sans KR"/>
              </a:defRPr>
            </a:lvl5pPr>
            <a:lvl6pPr algn="l">
              <a:defRPr sz="1425" b="0">
                <a:solidFill>
                  <a:srgbClr val="657578"/>
                </a:solidFill>
                <a:latin typeface="Noto Sans KR"/>
                <a:ea typeface="Noto Sans KR"/>
                <a:cs typeface="Noto Sans KR"/>
              </a:defRPr>
            </a:lvl6pPr>
            <a:lvl7pPr algn="l">
              <a:defRPr sz="1425" b="0">
                <a:solidFill>
                  <a:srgbClr val="657578"/>
                </a:solidFill>
                <a:latin typeface="Noto Sans KR"/>
                <a:ea typeface="Noto Sans KR"/>
                <a:cs typeface="Noto Sans KR"/>
              </a:defRPr>
            </a:lvl7pPr>
            <a:lvl8pPr algn="l">
              <a:defRPr sz="1425" b="0">
                <a:solidFill>
                  <a:srgbClr val="657578"/>
                </a:solidFill>
                <a:latin typeface="Noto Sans KR"/>
                <a:ea typeface="Noto Sans KR"/>
                <a:cs typeface="Noto Sans KR"/>
              </a:defRPr>
            </a:lvl8pPr>
            <a:lvl9pPr algn="l">
              <a:defRPr sz="1425" b="0">
                <a:solidFill>
                  <a:srgbClr val="657578"/>
                </a:solidFill>
                <a:latin typeface="Noto Sans KR"/>
                <a:ea typeface="Noto Sans KR"/>
                <a:cs typeface="Noto Sans KR"/>
              </a:defRPr>
            </a:lvl9pPr>
          </a:lstStyle>
          <a:p xmlns:a="http://schemas.openxmlformats.org/drawingml/2006/main">
            <a:pPr algn="l">
              <a:defRPr sz="1425" b="0">
                <a:solidFill>
                  <a:srgbClr val="657578"/>
                </a:solidFill>
                <a:latin typeface="Noto Sans KR"/>
                <a:ea typeface="Noto Sans KR"/>
                <a:cs typeface="Noto Sans KR"/>
              </a:defRPr>
            </a:pPr>
            <a:r>
              <a:rPr sz="1425" b="0">
                <a:solidFill>
                  <a:srgbClr val="657578"/>
                </a:solidFill>
                <a:latin typeface="Noto Sans KR"/>
                <a:ea typeface="Noto Sans KR"/>
                <a:cs typeface="Noto Sans KR"/>
              </a:rPr>
              <a:t>BLEU는 높을수록 좋은 번역 평가점수이며 정답률이 아님</a:t>
            </a:r>
          </a:p>
        </p:txBody>
      </p:sp>
    </p:spTree>
    <p:extLst>
      <p:ext uri="{BB962C8B-B14F-4D97-AF65-F5344CB8AC3E}">
        <p14:creationId xmlns:p14="http://schemas.microsoft.com/office/powerpoint/2010/main" val="1465975077"/>
      </p:ext>
    </p:extLst>
  </p:cSld>
</p:sld>
</file>

<file path=ppt/slides/slide8.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3" name="정리">
            <a:extLst xmlns:a="http://schemas.openxmlformats.org/drawingml/2006/main">
              <a:ext uri="{FF2B5EF4-FFF2-40B4-BE49-F238E27FC236}">
                <a16:creationId xmlns:a16="http://schemas.microsoft.com/office/drawing/2014/main" id="{51B1D7A9-36D3-40EA-84B6-8DFC8E01A904}"/>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정리</a:t>
            </a:r>
          </a:p>
        </p:txBody>
      </p:sp>
      <p:sp>
        <p:nvSpPr>
          <p:cNvPr id="2" name="08">
            <a:extLst xmlns:a="http://schemas.openxmlformats.org/drawingml/2006/main">
              <a:ext uri="{FF2B5EF4-FFF2-40B4-BE49-F238E27FC236}">
                <a16:creationId xmlns:a16="http://schemas.microsoft.com/office/drawing/2014/main" id="{68B8BAD7-E3B3-4EDB-96AF-789F24148D26}"/>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08</a:t>
            </a:r>
          </a:p>
        </p:txBody>
      </p:sp>
      <p:sp>
        <p:nvSpPr>
          <p:cNvPr id="3" name="필요한 문맥을 비율로 섞는다">
            <a:extLst xmlns:a="http://schemas.openxmlformats.org/drawingml/2006/main">
              <a:ext uri="{FF2B5EF4-FFF2-40B4-BE49-F238E27FC236}">
                <a16:creationId xmlns:a16="http://schemas.microsoft.com/office/drawing/2014/main" id="{6000E579-D8B8-41B7-8FAD-8EAC2A4FF2F6}"/>
              </a:ext>
            </a:extLst>
          </p:cNvPr>
          <p:cNvSpPr>
            <a:spLocks xmlns:a="http://schemas.openxmlformats.org/drawingml/2006/main" noGrp="1"/>
          </p:cNvSpPr>
          <p:nvPr/>
        </p:nvSpPr>
        <p:spPr>
          <a:xfrm xmlns:a="http://schemas.openxmlformats.org/drawingml/2006/main">
            <a:off x="609600" y="2314575"/>
            <a:ext cx="67627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4500" b="1">
                <a:solidFill>
                  <a:srgbClr val="17262C"/>
                </a:solidFill>
                <a:latin typeface="Noto Sans KR"/>
                <a:ea typeface="Noto Sans KR"/>
                <a:cs typeface="Noto Sans KR"/>
              </a:defRPr>
            </a:defPPr>
            <a:lvl1pPr algn="l">
              <a:defRPr sz="4500" b="1">
                <a:solidFill>
                  <a:srgbClr val="17262C"/>
                </a:solidFill>
                <a:latin typeface="Noto Sans KR"/>
                <a:ea typeface="Noto Sans KR"/>
                <a:cs typeface="Noto Sans KR"/>
              </a:defRPr>
            </a:lvl1pPr>
            <a:lvl2pPr algn="l">
              <a:defRPr sz="4500" b="1">
                <a:solidFill>
                  <a:srgbClr val="17262C"/>
                </a:solidFill>
                <a:latin typeface="Noto Sans KR"/>
                <a:ea typeface="Noto Sans KR"/>
                <a:cs typeface="Noto Sans KR"/>
              </a:defRPr>
            </a:lvl2pPr>
            <a:lvl3pPr algn="l">
              <a:defRPr sz="4500" b="1">
                <a:solidFill>
                  <a:srgbClr val="17262C"/>
                </a:solidFill>
                <a:latin typeface="Noto Sans KR"/>
                <a:ea typeface="Noto Sans KR"/>
                <a:cs typeface="Noto Sans KR"/>
              </a:defRPr>
            </a:lvl3pPr>
            <a:lvl4pPr algn="l">
              <a:defRPr sz="4500" b="1">
                <a:solidFill>
                  <a:srgbClr val="17262C"/>
                </a:solidFill>
                <a:latin typeface="Noto Sans KR"/>
                <a:ea typeface="Noto Sans KR"/>
                <a:cs typeface="Noto Sans KR"/>
              </a:defRPr>
            </a:lvl4pPr>
            <a:lvl5pPr algn="l">
              <a:defRPr sz="4500" b="1">
                <a:solidFill>
                  <a:srgbClr val="17262C"/>
                </a:solidFill>
                <a:latin typeface="Noto Sans KR"/>
                <a:ea typeface="Noto Sans KR"/>
                <a:cs typeface="Noto Sans KR"/>
              </a:defRPr>
            </a:lvl5pPr>
            <a:lvl6pPr algn="l">
              <a:defRPr sz="4500" b="1">
                <a:solidFill>
                  <a:srgbClr val="17262C"/>
                </a:solidFill>
                <a:latin typeface="Noto Sans KR"/>
                <a:ea typeface="Noto Sans KR"/>
                <a:cs typeface="Noto Sans KR"/>
              </a:defRPr>
            </a:lvl6pPr>
            <a:lvl7pPr algn="l">
              <a:defRPr sz="4500" b="1">
                <a:solidFill>
                  <a:srgbClr val="17262C"/>
                </a:solidFill>
                <a:latin typeface="Noto Sans KR"/>
                <a:ea typeface="Noto Sans KR"/>
                <a:cs typeface="Noto Sans KR"/>
              </a:defRPr>
            </a:lvl7pPr>
            <a:lvl8pPr algn="l">
              <a:defRPr sz="4500" b="1">
                <a:solidFill>
                  <a:srgbClr val="17262C"/>
                </a:solidFill>
                <a:latin typeface="Noto Sans KR"/>
                <a:ea typeface="Noto Sans KR"/>
                <a:cs typeface="Noto Sans KR"/>
              </a:defRPr>
            </a:lvl8pPr>
            <a:lvl9pPr algn="l">
              <a:defRPr sz="4500" b="1">
                <a:solidFill>
                  <a:srgbClr val="17262C"/>
                </a:solidFill>
                <a:latin typeface="Noto Sans KR"/>
                <a:ea typeface="Noto Sans KR"/>
                <a:cs typeface="Noto Sans KR"/>
              </a:defRPr>
            </a:lvl9pPr>
          </a:lstStyle>
          <a:p xmlns:a="http://schemas.openxmlformats.org/drawingml/2006/main">
            <a:pPr algn="l">
              <a:defRPr sz="4500" b="1">
                <a:solidFill>
                  <a:srgbClr val="17262C"/>
                </a:solidFill>
                <a:latin typeface="Noto Sans KR"/>
                <a:ea typeface="Noto Sans KR"/>
                <a:cs typeface="Noto Sans KR"/>
              </a:defRPr>
            </a:pPr>
            <a:r>
              <a:rPr sz="4500" b="1">
                <a:solidFill>
                  <a:srgbClr val="17262C"/>
                </a:solidFill>
                <a:latin typeface="Noto Sans KR"/>
                <a:ea typeface="Noto Sans KR"/>
                <a:cs typeface="Noto Sans KR"/>
              </a:rPr>
              <a:t>필요한 문맥을</a:t>
            </a:r>
          </a:p>
          <a:p xmlns:a="http://schemas.openxmlformats.org/drawingml/2006/main">
            <a:pPr algn="l">
              <a:defRPr sz="4500" b="1">
                <a:solidFill>
                  <a:srgbClr val="17262C"/>
                </a:solidFill>
                <a:latin typeface="Noto Sans KR"/>
                <a:ea typeface="Noto Sans KR"/>
                <a:cs typeface="Noto Sans KR"/>
              </a:defRPr>
            </a:pPr>
            <a:r>
              <a:rPr sz="4500" b="1">
                <a:solidFill>
                  <a:srgbClr val="17262C"/>
                </a:solidFill>
                <a:latin typeface="Noto Sans KR"/>
                <a:ea typeface="Noto Sans KR"/>
                <a:cs typeface="Noto Sans KR"/>
              </a:rPr>
              <a:t>비율로 섞는다</a:t>
            </a:r>
          </a:p>
        </p:txBody>
      </p:sp>
      <p:sp>
        <p:nvSpPr>
          <p:cNvPr id="4" name="한 문장">
            <a:extLst xmlns:a="http://schemas.openxmlformats.org/drawingml/2006/main">
              <a:ext uri="{FF2B5EF4-FFF2-40B4-BE49-F238E27FC236}">
                <a16:creationId xmlns:a16="http://schemas.microsoft.com/office/drawing/2014/main" id="{2B0AFB62-645F-43A3-ADD6-47901015A166}"/>
              </a:ext>
            </a:extLst>
          </p:cNvPr>
          <p:cNvSpPr>
            <a:spLocks xmlns:a="http://schemas.openxmlformats.org/drawingml/2006/main" noGrp="1"/>
          </p:cNvSpPr>
          <p:nvPr/>
        </p:nvSpPr>
        <p:spPr>
          <a:xfrm xmlns:a="http://schemas.openxmlformats.org/drawingml/2006/main">
            <a:off x="7753350" y="2190750"/>
            <a:ext cx="3829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한 문장</a:t>
            </a:r>
          </a:p>
        </p:txBody>
      </p:sp>
      <p:sp>
        <p:nvSpPr>
          <p:cNvPr id="5" name="다른 말의 정보를 함께 참고">
            <a:extLst xmlns:a="http://schemas.openxmlformats.org/drawingml/2006/main">
              <a:ext uri="{FF2B5EF4-FFF2-40B4-BE49-F238E27FC236}">
                <a16:creationId xmlns:a16="http://schemas.microsoft.com/office/drawing/2014/main" id="{50D3ECDA-BAD5-44D8-B6F4-B59D45017EB1}"/>
              </a:ext>
            </a:extLst>
          </p:cNvPr>
          <p:cNvSpPr>
            <a:spLocks xmlns:a="http://schemas.openxmlformats.org/drawingml/2006/main" noGrp="1"/>
          </p:cNvSpPr>
          <p:nvPr/>
        </p:nvSpPr>
        <p:spPr>
          <a:xfrm xmlns:a="http://schemas.openxmlformats.org/drawingml/2006/main">
            <a:off x="7753350" y="2609850"/>
            <a:ext cx="38290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7262C"/>
                </a:solidFill>
                <a:latin typeface="Noto Sans KR"/>
                <a:ea typeface="Noto Sans KR"/>
                <a:cs typeface="Noto Sans KR"/>
              </a:defRPr>
            </a:defPPr>
            <a:lvl1pPr algn="l">
              <a:defRPr sz="1950" b="1">
                <a:solidFill>
                  <a:srgbClr val="17262C"/>
                </a:solidFill>
                <a:latin typeface="Noto Sans KR"/>
                <a:ea typeface="Noto Sans KR"/>
                <a:cs typeface="Noto Sans KR"/>
              </a:defRPr>
            </a:lvl1pPr>
            <a:lvl2pPr algn="l">
              <a:defRPr sz="1950" b="1">
                <a:solidFill>
                  <a:srgbClr val="17262C"/>
                </a:solidFill>
                <a:latin typeface="Noto Sans KR"/>
                <a:ea typeface="Noto Sans KR"/>
                <a:cs typeface="Noto Sans KR"/>
              </a:defRPr>
            </a:lvl2pPr>
            <a:lvl3pPr algn="l">
              <a:defRPr sz="1950" b="1">
                <a:solidFill>
                  <a:srgbClr val="17262C"/>
                </a:solidFill>
                <a:latin typeface="Noto Sans KR"/>
                <a:ea typeface="Noto Sans KR"/>
                <a:cs typeface="Noto Sans KR"/>
              </a:defRPr>
            </a:lvl3pPr>
            <a:lvl4pPr algn="l">
              <a:defRPr sz="1950" b="1">
                <a:solidFill>
                  <a:srgbClr val="17262C"/>
                </a:solidFill>
                <a:latin typeface="Noto Sans KR"/>
                <a:ea typeface="Noto Sans KR"/>
                <a:cs typeface="Noto Sans KR"/>
              </a:defRPr>
            </a:lvl4pPr>
            <a:lvl5pPr algn="l">
              <a:defRPr sz="1950" b="1">
                <a:solidFill>
                  <a:srgbClr val="17262C"/>
                </a:solidFill>
                <a:latin typeface="Noto Sans KR"/>
                <a:ea typeface="Noto Sans KR"/>
                <a:cs typeface="Noto Sans KR"/>
              </a:defRPr>
            </a:lvl5pPr>
            <a:lvl6pPr algn="l">
              <a:defRPr sz="1950" b="1">
                <a:solidFill>
                  <a:srgbClr val="17262C"/>
                </a:solidFill>
                <a:latin typeface="Noto Sans KR"/>
                <a:ea typeface="Noto Sans KR"/>
                <a:cs typeface="Noto Sans KR"/>
              </a:defRPr>
            </a:lvl6pPr>
            <a:lvl7pPr algn="l">
              <a:defRPr sz="1950" b="1">
                <a:solidFill>
                  <a:srgbClr val="17262C"/>
                </a:solidFill>
                <a:latin typeface="Noto Sans KR"/>
                <a:ea typeface="Noto Sans KR"/>
                <a:cs typeface="Noto Sans KR"/>
              </a:defRPr>
            </a:lvl7pPr>
            <a:lvl8pPr algn="l">
              <a:defRPr sz="1950" b="1">
                <a:solidFill>
                  <a:srgbClr val="17262C"/>
                </a:solidFill>
                <a:latin typeface="Noto Sans KR"/>
                <a:ea typeface="Noto Sans KR"/>
                <a:cs typeface="Noto Sans KR"/>
              </a:defRPr>
            </a:lvl8pPr>
            <a:lvl9pPr algn="l">
              <a:defRPr sz="1950" b="1">
                <a:solidFill>
                  <a:srgbClr val="17262C"/>
                </a:solidFill>
                <a:latin typeface="Noto Sans KR"/>
                <a:ea typeface="Noto Sans KR"/>
                <a:cs typeface="Noto Sans KR"/>
              </a:defRPr>
            </a:lvl9pPr>
          </a:lstStyle>
          <a:p xmlns:a="http://schemas.openxmlformats.org/drawingml/2006/main">
            <a:pPr algn="l">
              <a:defRPr sz="1950" b="1">
                <a:solidFill>
                  <a:srgbClr val="17262C"/>
                </a:solidFill>
                <a:latin typeface="Noto Sans KR"/>
                <a:ea typeface="Noto Sans KR"/>
                <a:cs typeface="Noto Sans KR"/>
              </a:defRPr>
            </a:pPr>
            <a:r>
              <a:rPr sz="1950" b="1">
                <a:solidFill>
                  <a:srgbClr val="17262C"/>
                </a:solidFill>
                <a:latin typeface="Noto Sans KR"/>
                <a:ea typeface="Noto Sans KR"/>
                <a:cs typeface="Noto Sans KR"/>
              </a:rPr>
              <a:t>다른 말의 정보를 함께 참고</a:t>
            </a:r>
          </a:p>
        </p:txBody>
      </p:sp>
      <p:sp>
        <p:nvSpPr>
          <p:cNvPr id="6" name="">
            <a:extLst xmlns:a="http://schemas.openxmlformats.org/drawingml/2006/main">
              <a:ext uri="{FF2B5EF4-FFF2-40B4-BE49-F238E27FC236}">
                <a16:creationId xmlns:a16="http://schemas.microsoft.com/office/drawing/2014/main" id="{B4EA786E-8326-4455-9016-7D2A6EA0DC4D}"/>
              </a:ext>
            </a:extLst>
          </p:cNvPr>
          <p:cNvSpPr>
            <a:spLocks xmlns:a="http://schemas.openxmlformats.org/drawingml/2006/main" noGrp="1"/>
          </p:cNvSpPr>
          <p:nvPr/>
        </p:nvSpPr>
        <p:spPr>
          <a:xfrm xmlns:a="http://schemas.openxmlformats.org/drawingml/2006/main">
            <a:off x="7753350" y="3295650"/>
            <a:ext cx="382905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7" name="여러 관점">
            <a:extLst xmlns:a="http://schemas.openxmlformats.org/drawingml/2006/main">
              <a:ext uri="{FF2B5EF4-FFF2-40B4-BE49-F238E27FC236}">
                <a16:creationId xmlns:a16="http://schemas.microsoft.com/office/drawing/2014/main" id="{DC191626-E41B-480E-AE04-4D27D445EA70}"/>
              </a:ext>
            </a:extLst>
          </p:cNvPr>
          <p:cNvSpPr>
            <a:spLocks xmlns:a="http://schemas.openxmlformats.org/drawingml/2006/main" noGrp="1"/>
          </p:cNvSpPr>
          <p:nvPr/>
        </p:nvSpPr>
        <p:spPr>
          <a:xfrm xmlns:a="http://schemas.openxmlformats.org/drawingml/2006/main">
            <a:off x="7753350" y="3457575"/>
            <a:ext cx="3829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여러 관점</a:t>
            </a:r>
          </a:p>
        </p:txBody>
      </p:sp>
      <p:sp>
        <p:nvSpPr>
          <p:cNvPr id="8" name="서로 다른 관계를 계산해 결합">
            <a:extLst xmlns:a="http://schemas.openxmlformats.org/drawingml/2006/main">
              <a:ext uri="{FF2B5EF4-FFF2-40B4-BE49-F238E27FC236}">
                <a16:creationId xmlns:a16="http://schemas.microsoft.com/office/drawing/2014/main" id="{D20C54CD-E6ED-4581-9DC9-F7FD77A886F2}"/>
              </a:ext>
            </a:extLst>
          </p:cNvPr>
          <p:cNvSpPr>
            <a:spLocks xmlns:a="http://schemas.openxmlformats.org/drawingml/2006/main" noGrp="1"/>
          </p:cNvSpPr>
          <p:nvPr/>
        </p:nvSpPr>
        <p:spPr>
          <a:xfrm xmlns:a="http://schemas.openxmlformats.org/drawingml/2006/main">
            <a:off x="7753350" y="3876675"/>
            <a:ext cx="38290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7262C"/>
                </a:solidFill>
                <a:latin typeface="Noto Sans KR"/>
                <a:ea typeface="Noto Sans KR"/>
                <a:cs typeface="Noto Sans KR"/>
              </a:defRPr>
            </a:defPPr>
            <a:lvl1pPr algn="l">
              <a:defRPr sz="1950" b="1">
                <a:solidFill>
                  <a:srgbClr val="17262C"/>
                </a:solidFill>
                <a:latin typeface="Noto Sans KR"/>
                <a:ea typeface="Noto Sans KR"/>
                <a:cs typeface="Noto Sans KR"/>
              </a:defRPr>
            </a:lvl1pPr>
            <a:lvl2pPr algn="l">
              <a:defRPr sz="1950" b="1">
                <a:solidFill>
                  <a:srgbClr val="17262C"/>
                </a:solidFill>
                <a:latin typeface="Noto Sans KR"/>
                <a:ea typeface="Noto Sans KR"/>
                <a:cs typeface="Noto Sans KR"/>
              </a:defRPr>
            </a:lvl2pPr>
            <a:lvl3pPr algn="l">
              <a:defRPr sz="1950" b="1">
                <a:solidFill>
                  <a:srgbClr val="17262C"/>
                </a:solidFill>
                <a:latin typeface="Noto Sans KR"/>
                <a:ea typeface="Noto Sans KR"/>
                <a:cs typeface="Noto Sans KR"/>
              </a:defRPr>
            </a:lvl3pPr>
            <a:lvl4pPr algn="l">
              <a:defRPr sz="1950" b="1">
                <a:solidFill>
                  <a:srgbClr val="17262C"/>
                </a:solidFill>
                <a:latin typeface="Noto Sans KR"/>
                <a:ea typeface="Noto Sans KR"/>
                <a:cs typeface="Noto Sans KR"/>
              </a:defRPr>
            </a:lvl4pPr>
            <a:lvl5pPr algn="l">
              <a:defRPr sz="1950" b="1">
                <a:solidFill>
                  <a:srgbClr val="17262C"/>
                </a:solidFill>
                <a:latin typeface="Noto Sans KR"/>
                <a:ea typeface="Noto Sans KR"/>
                <a:cs typeface="Noto Sans KR"/>
              </a:defRPr>
            </a:lvl5pPr>
            <a:lvl6pPr algn="l">
              <a:defRPr sz="1950" b="1">
                <a:solidFill>
                  <a:srgbClr val="17262C"/>
                </a:solidFill>
                <a:latin typeface="Noto Sans KR"/>
                <a:ea typeface="Noto Sans KR"/>
                <a:cs typeface="Noto Sans KR"/>
              </a:defRPr>
            </a:lvl6pPr>
            <a:lvl7pPr algn="l">
              <a:defRPr sz="1950" b="1">
                <a:solidFill>
                  <a:srgbClr val="17262C"/>
                </a:solidFill>
                <a:latin typeface="Noto Sans KR"/>
                <a:ea typeface="Noto Sans KR"/>
                <a:cs typeface="Noto Sans KR"/>
              </a:defRPr>
            </a:lvl7pPr>
            <a:lvl8pPr algn="l">
              <a:defRPr sz="1950" b="1">
                <a:solidFill>
                  <a:srgbClr val="17262C"/>
                </a:solidFill>
                <a:latin typeface="Noto Sans KR"/>
                <a:ea typeface="Noto Sans KR"/>
                <a:cs typeface="Noto Sans KR"/>
              </a:defRPr>
            </a:lvl8pPr>
            <a:lvl9pPr algn="l">
              <a:defRPr sz="1950" b="1">
                <a:solidFill>
                  <a:srgbClr val="17262C"/>
                </a:solidFill>
                <a:latin typeface="Noto Sans KR"/>
                <a:ea typeface="Noto Sans KR"/>
                <a:cs typeface="Noto Sans KR"/>
              </a:defRPr>
            </a:lvl9pPr>
          </a:lstStyle>
          <a:p xmlns:a="http://schemas.openxmlformats.org/drawingml/2006/main">
            <a:pPr algn="l">
              <a:defRPr sz="1950" b="1">
                <a:solidFill>
                  <a:srgbClr val="17262C"/>
                </a:solidFill>
                <a:latin typeface="Noto Sans KR"/>
                <a:ea typeface="Noto Sans KR"/>
                <a:cs typeface="Noto Sans KR"/>
              </a:defRPr>
            </a:pPr>
            <a:r>
              <a:rPr sz="1950" b="1">
                <a:solidFill>
                  <a:srgbClr val="17262C"/>
                </a:solidFill>
                <a:latin typeface="Noto Sans KR"/>
                <a:ea typeface="Noto Sans KR"/>
                <a:cs typeface="Noto Sans KR"/>
              </a:rPr>
              <a:t>서로 다른 관계를 계산해 결합</a:t>
            </a:r>
          </a:p>
        </p:txBody>
      </p:sp>
      <p:sp>
        <p:nvSpPr>
          <p:cNvPr id="9" name="">
            <a:extLst xmlns:a="http://schemas.openxmlformats.org/drawingml/2006/main">
              <a:ext uri="{FF2B5EF4-FFF2-40B4-BE49-F238E27FC236}">
                <a16:creationId xmlns:a16="http://schemas.microsoft.com/office/drawing/2014/main" id="{EE4C3681-7E7C-4555-8F36-F3A2F877FA5A}"/>
              </a:ext>
            </a:extLst>
          </p:cNvPr>
          <p:cNvSpPr>
            <a:spLocks xmlns:a="http://schemas.openxmlformats.org/drawingml/2006/main" noGrp="1"/>
          </p:cNvSpPr>
          <p:nvPr/>
        </p:nvSpPr>
        <p:spPr>
          <a:xfrm xmlns:a="http://schemas.openxmlformats.org/drawingml/2006/main">
            <a:off x="7753350" y="4562475"/>
            <a:ext cx="382905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0" name="순서와 구조">
            <a:extLst xmlns:a="http://schemas.openxmlformats.org/drawingml/2006/main">
              <a:ext uri="{FF2B5EF4-FFF2-40B4-BE49-F238E27FC236}">
                <a16:creationId xmlns:a16="http://schemas.microsoft.com/office/drawing/2014/main" id="{0D58DD86-7AC8-40D6-A79F-E530F3469F20}"/>
              </a:ext>
            </a:extLst>
          </p:cNvPr>
          <p:cNvSpPr>
            <a:spLocks xmlns:a="http://schemas.openxmlformats.org/drawingml/2006/main" noGrp="1"/>
          </p:cNvSpPr>
          <p:nvPr/>
        </p:nvSpPr>
        <p:spPr>
          <a:xfrm xmlns:a="http://schemas.openxmlformats.org/drawingml/2006/main">
            <a:off x="7753350" y="4724400"/>
            <a:ext cx="3829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순서와 구조</a:t>
            </a:r>
          </a:p>
        </p:txBody>
      </p:sp>
      <p:sp>
        <p:nvSpPr>
          <p:cNvPr id="11" name="순서를 더하고 입력·출력을 연결">
            <a:extLst xmlns:a="http://schemas.openxmlformats.org/drawingml/2006/main">
              <a:ext uri="{FF2B5EF4-FFF2-40B4-BE49-F238E27FC236}">
                <a16:creationId xmlns:a16="http://schemas.microsoft.com/office/drawing/2014/main" id="{6B4739DA-1782-4AE5-9DE5-785D188D3447}"/>
              </a:ext>
            </a:extLst>
          </p:cNvPr>
          <p:cNvSpPr>
            <a:spLocks xmlns:a="http://schemas.openxmlformats.org/drawingml/2006/main" noGrp="1"/>
          </p:cNvSpPr>
          <p:nvPr/>
        </p:nvSpPr>
        <p:spPr>
          <a:xfrm xmlns:a="http://schemas.openxmlformats.org/drawingml/2006/main">
            <a:off x="7753350" y="5143500"/>
            <a:ext cx="38290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7262C"/>
                </a:solidFill>
                <a:latin typeface="Noto Sans KR"/>
                <a:ea typeface="Noto Sans KR"/>
                <a:cs typeface="Noto Sans KR"/>
              </a:defRPr>
            </a:defPPr>
            <a:lvl1pPr algn="l">
              <a:defRPr sz="1950" b="1">
                <a:solidFill>
                  <a:srgbClr val="17262C"/>
                </a:solidFill>
                <a:latin typeface="Noto Sans KR"/>
                <a:ea typeface="Noto Sans KR"/>
                <a:cs typeface="Noto Sans KR"/>
              </a:defRPr>
            </a:lvl1pPr>
            <a:lvl2pPr algn="l">
              <a:defRPr sz="1950" b="1">
                <a:solidFill>
                  <a:srgbClr val="17262C"/>
                </a:solidFill>
                <a:latin typeface="Noto Sans KR"/>
                <a:ea typeface="Noto Sans KR"/>
                <a:cs typeface="Noto Sans KR"/>
              </a:defRPr>
            </a:lvl2pPr>
            <a:lvl3pPr algn="l">
              <a:defRPr sz="1950" b="1">
                <a:solidFill>
                  <a:srgbClr val="17262C"/>
                </a:solidFill>
                <a:latin typeface="Noto Sans KR"/>
                <a:ea typeface="Noto Sans KR"/>
                <a:cs typeface="Noto Sans KR"/>
              </a:defRPr>
            </a:lvl3pPr>
            <a:lvl4pPr algn="l">
              <a:defRPr sz="1950" b="1">
                <a:solidFill>
                  <a:srgbClr val="17262C"/>
                </a:solidFill>
                <a:latin typeface="Noto Sans KR"/>
                <a:ea typeface="Noto Sans KR"/>
                <a:cs typeface="Noto Sans KR"/>
              </a:defRPr>
            </a:lvl4pPr>
            <a:lvl5pPr algn="l">
              <a:defRPr sz="1950" b="1">
                <a:solidFill>
                  <a:srgbClr val="17262C"/>
                </a:solidFill>
                <a:latin typeface="Noto Sans KR"/>
                <a:ea typeface="Noto Sans KR"/>
                <a:cs typeface="Noto Sans KR"/>
              </a:defRPr>
            </a:lvl5pPr>
            <a:lvl6pPr algn="l">
              <a:defRPr sz="1950" b="1">
                <a:solidFill>
                  <a:srgbClr val="17262C"/>
                </a:solidFill>
                <a:latin typeface="Noto Sans KR"/>
                <a:ea typeface="Noto Sans KR"/>
                <a:cs typeface="Noto Sans KR"/>
              </a:defRPr>
            </a:lvl6pPr>
            <a:lvl7pPr algn="l">
              <a:defRPr sz="1950" b="1">
                <a:solidFill>
                  <a:srgbClr val="17262C"/>
                </a:solidFill>
                <a:latin typeface="Noto Sans KR"/>
                <a:ea typeface="Noto Sans KR"/>
                <a:cs typeface="Noto Sans KR"/>
              </a:defRPr>
            </a:lvl7pPr>
            <a:lvl8pPr algn="l">
              <a:defRPr sz="1950" b="1">
                <a:solidFill>
                  <a:srgbClr val="17262C"/>
                </a:solidFill>
                <a:latin typeface="Noto Sans KR"/>
                <a:ea typeface="Noto Sans KR"/>
                <a:cs typeface="Noto Sans KR"/>
              </a:defRPr>
            </a:lvl8pPr>
            <a:lvl9pPr algn="l">
              <a:defRPr sz="1950" b="1">
                <a:solidFill>
                  <a:srgbClr val="17262C"/>
                </a:solidFill>
                <a:latin typeface="Noto Sans KR"/>
                <a:ea typeface="Noto Sans KR"/>
                <a:cs typeface="Noto Sans KR"/>
              </a:defRPr>
            </a:lvl9pPr>
          </a:lstStyle>
          <a:p xmlns:a="http://schemas.openxmlformats.org/drawingml/2006/main">
            <a:pPr algn="l">
              <a:defRPr sz="1950" b="1">
                <a:solidFill>
                  <a:srgbClr val="17262C"/>
                </a:solidFill>
                <a:latin typeface="Noto Sans KR"/>
                <a:ea typeface="Noto Sans KR"/>
                <a:cs typeface="Noto Sans KR"/>
              </a:defRPr>
            </a:pPr>
            <a:r>
              <a:rPr sz="1950" b="1">
                <a:solidFill>
                  <a:srgbClr val="17262C"/>
                </a:solidFill>
                <a:latin typeface="Noto Sans KR"/>
                <a:ea typeface="Noto Sans KR"/>
                <a:cs typeface="Noto Sans KR"/>
              </a:rPr>
              <a:t>순서를 더하고 입력·출력을 연결</a:t>
            </a:r>
          </a:p>
        </p:txBody>
      </p:sp>
      <p:sp>
        <p:nvSpPr>
          <p:cNvPr id="12" name="Vaswani et al. (2017), Attention Is All You Need · arXiv:1706.03762">
            <a:extLst xmlns:a="http://schemas.openxmlformats.org/drawingml/2006/main">
              <a:ext uri="{FF2B5EF4-FFF2-40B4-BE49-F238E27FC236}">
                <a16:creationId xmlns:a16="http://schemas.microsoft.com/office/drawing/2014/main" id="{2782FF92-BD13-4054-AFC3-666150F9FEB1}"/>
              </a:ext>
            </a:extLst>
          </p:cNvPr>
          <p:cNvSpPr>
            <a:spLocks xmlns:a="http://schemas.openxmlformats.org/drawingml/2006/main" noGrp="1"/>
          </p:cNvSpPr>
          <p:nvPr/>
        </p:nvSpPr>
        <p:spPr>
          <a:xfrm xmlns:a="http://schemas.openxmlformats.org/drawingml/2006/main">
            <a:off x="609600" y="63341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xmlns:a="http://schemas.openxmlformats.org/drawingml/2006/main">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Vaswani et al. (2017), Attention Is All You Need · arXiv:1706.03762</a:t>
            </a:r>
          </a:p>
        </p:txBody>
      </p:sp>
    </p:spTree>
    <p:extLst>
      <p:ext uri="{BB962C8B-B14F-4D97-AF65-F5344CB8AC3E}">
        <p14:creationId xmlns:p14="http://schemas.microsoft.com/office/powerpoint/2010/main" val="9960229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2026-10-22T15:21:08.7460000Z</dcterms:created>
  <dcterms:modified xsi:type="dcterms:W3CDTF">2026-10-22T15:21:08.7460000Z</dcterms:modified>
</coreProperties>
</file>