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c591eefe5274273" /><Relationship Type="http://schemas.openxmlformats.org/officeDocument/2006/relationships/extended-properties" Target="/docProps/app.xml" Id="R5c771c50e8d6444f" /><Relationship Type="http://schemas.openxmlformats.org/officeDocument/2006/relationships/officeDocument" Target="/ppt/presentation.xml" Id="R3b646e84dbe04544" /></Relationships>
</file>

<file path=ppt/presentation.xml><?xml version="1.0" encoding="utf-8"?>
<p:presentation xmlns:p="http://schemas.openxmlformats.org/presentationml/2006/main">
  <p:sldMasterIdLst>
    <p:sldMasterId xmlns:r="http://schemas.openxmlformats.org/officeDocument/2006/relationships" id="2147483648" r:id="R7e21601a659f482a"/>
  </p:sldMasterIdLst>
  <p:notesMasterIdLst>
    <p:notesMasterId xmlns:r="http://schemas.openxmlformats.org/officeDocument/2006/relationships" r:id="R7fb70fd705714dd0"/>
  </p:notesMasterIdLst>
  <p:sldIdLst>
    <p:sldId xmlns:r="http://schemas.openxmlformats.org/officeDocument/2006/relationships" id="256" r:id="R5a8116014bb24fbc"/>
    <p:sldId xmlns:r="http://schemas.openxmlformats.org/officeDocument/2006/relationships" id="257" r:id="Re75dbd7f3d994d29"/>
    <p:sldId xmlns:r="http://schemas.openxmlformats.org/officeDocument/2006/relationships" id="258" r:id="Rba4c71bb96b34ee6"/>
    <p:sldId xmlns:r="http://schemas.openxmlformats.org/officeDocument/2006/relationships" id="259" r:id="R7cf15a57c6d745a8"/>
    <p:sldId xmlns:r="http://schemas.openxmlformats.org/officeDocument/2006/relationships" id="260" r:id="Rc0948b17be2d404e"/>
    <p:sldId xmlns:r="http://schemas.openxmlformats.org/officeDocument/2006/relationships" id="261" r:id="R9dd91813659a44aa"/>
    <p:sldId xmlns:r="http://schemas.openxmlformats.org/officeDocument/2006/relationships" id="262" r:id="Rb0286f87a0fa4326"/>
    <p:sldId xmlns:r="http://schemas.openxmlformats.org/officeDocument/2006/relationships" id="263" r:id="Redc9e4a694a84e46"/>
    <p:sldId xmlns:r="http://schemas.openxmlformats.org/officeDocument/2006/relationships" id="264" r:id="R3a5977436ae5415f"/>
    <p:sldId xmlns:r="http://schemas.openxmlformats.org/officeDocument/2006/relationships" id="265" r:id="R59218683a6ab4137"/>
    <p:sldId xmlns:r="http://schemas.openxmlformats.org/officeDocument/2006/relationships" id="266" r:id="R19241fb3901a4fe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9523b7572114734" /><Relationship Type="http://schemas.openxmlformats.org/officeDocument/2006/relationships/slideMaster" Target="/ppt/slideMasters/slideMaster1.xml" Id="R7e21601a659f482a" /><Relationship Type="http://schemas.openxmlformats.org/officeDocument/2006/relationships/notesMaster" Target="/ppt/notesMasters/notesMaster1.xml" Id="R7fb70fd705714dd0" /><Relationship Type="http://schemas.openxmlformats.org/officeDocument/2006/relationships/presProps" Target="/ppt/presProps.xml" Id="R580fb355c6c54dad" /><Relationship Type="http://schemas.openxmlformats.org/officeDocument/2006/relationships/tableStyles" Target="/ppt/tableStyles.xml" Id="Re7678ca9317b49aa" /><Relationship Type="http://schemas.openxmlformats.org/officeDocument/2006/relationships/slide" Target="/ppt/slides/slide1.xml" Id="R5a8116014bb24fbc" /><Relationship Type="http://schemas.openxmlformats.org/officeDocument/2006/relationships/slide" Target="/ppt/slides/slide2.xml" Id="Re75dbd7f3d994d29" /><Relationship Type="http://schemas.openxmlformats.org/officeDocument/2006/relationships/slide" Target="/ppt/slides/slide3.xml" Id="Rba4c71bb96b34ee6" /><Relationship Type="http://schemas.openxmlformats.org/officeDocument/2006/relationships/slide" Target="/ppt/slides/slide4.xml" Id="R7cf15a57c6d745a8" /><Relationship Type="http://schemas.openxmlformats.org/officeDocument/2006/relationships/slide" Target="/ppt/slides/slide5.xml" Id="Rc0948b17be2d404e" /><Relationship Type="http://schemas.openxmlformats.org/officeDocument/2006/relationships/slide" Target="/ppt/slides/slide6.xml" Id="R9dd91813659a44aa" /><Relationship Type="http://schemas.openxmlformats.org/officeDocument/2006/relationships/slide" Target="/ppt/slides/slide7.xml" Id="Rb0286f87a0fa4326" /><Relationship Type="http://schemas.openxmlformats.org/officeDocument/2006/relationships/slide" Target="/ppt/slides/slide8.xml" Id="Redc9e4a694a84e46" /><Relationship Type="http://schemas.openxmlformats.org/officeDocument/2006/relationships/slide" Target="/ppt/slides/slide9.xml" Id="R3a5977436ae5415f" /><Relationship Type="http://schemas.openxmlformats.org/officeDocument/2006/relationships/slide" Target="/ppt/slides/slide10.xml" Id="R59218683a6ab4137" /><Relationship Type="http://schemas.openxmlformats.org/officeDocument/2006/relationships/slide" Target="/ppt/slides/slide11.xml" Id="R19241fb3901a4fe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a6649e9b068484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8871600cfd4627" /><Relationship Type="http://schemas.openxmlformats.org/officeDocument/2006/relationships/notesMaster" Target="/ppt/notesMasters/notesMaster1.xml" Id="R3314475d14164a5c" /></Relationships>
</file>

<file path=ppt/notesSlides/_rels/notesSlide2.xml.rels>&#65279;<?xml version="1.0" encoding="utf-8"?><Relationships xmlns="http://schemas.openxmlformats.org/package/2006/relationships"><Relationship Type="http://schemas.openxmlformats.org/officeDocument/2006/relationships/slide" Target="/ppt/slides/slide2.xml" Id="R3e734b1952ed405a" /><Relationship Type="http://schemas.openxmlformats.org/officeDocument/2006/relationships/notesMaster" Target="/ppt/notesMasters/notesMaster1.xml" Id="Rb22385c6e9d5410b"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dbac0b071246e8" /><Relationship Type="http://schemas.openxmlformats.org/officeDocument/2006/relationships/notesMaster" Target="/ppt/notesMasters/notesMaster1.xml" Id="R18c6207e689c443a"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f4d2fec324c9b" /><Relationship Type="http://schemas.openxmlformats.org/officeDocument/2006/relationships/notesMaster" Target="/ppt/notesMasters/notesMaster1.xml" Id="Ra2fedb3893fc4c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1625ff7b32084f04" /><Relationship Type="http://schemas.openxmlformats.org/officeDocument/2006/relationships/notesMaster" Target="/ppt/notesMasters/notesMaster1.xml" Id="Rea65d98b7a264036" /></Relationships>
</file>

<file path=ppt/notesSlides/_rels/notesSlide6.xml.rels>&#65279;<?xml version="1.0" encoding="utf-8"?><Relationships xmlns="http://schemas.openxmlformats.org/package/2006/relationships"><Relationship Type="http://schemas.openxmlformats.org/officeDocument/2006/relationships/slide" Target="/ppt/slides/slide6.xml" Id="R31e8b6f8fe4d493d" /><Relationship Type="http://schemas.openxmlformats.org/officeDocument/2006/relationships/notesMaster" Target="/ppt/notesMasters/notesMaster1.xml" Id="R36f8fc927f8b438a" /></Relationships>
</file>

<file path=ppt/notesSlides/_rels/notesSlide7.xml.rels>&#65279;<?xml version="1.0" encoding="utf-8"?><Relationships xmlns="http://schemas.openxmlformats.org/package/2006/relationships"><Relationship Type="http://schemas.openxmlformats.org/officeDocument/2006/relationships/slide" Target="/ppt/slides/slide7.xml" Id="R0c958d8c559d4b74" /><Relationship Type="http://schemas.openxmlformats.org/officeDocument/2006/relationships/notesMaster" Target="/ppt/notesMasters/notesMaster1.xml" Id="Rf2080e64d33c46c8"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bd3e7358d94350" /><Relationship Type="http://schemas.openxmlformats.org/officeDocument/2006/relationships/notesMaster" Target="/ppt/notesMasters/notesMaster1.xml" Id="R7093c035704a4d6b"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a54c637a2d4f1b" /><Relationship Type="http://schemas.openxmlformats.org/officeDocument/2006/relationships/notesMaster" Target="/ppt/notesMasters/notesMaster1.xml" Id="R9c6febeff06449f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a799db07b9d4071" /><Relationship Type="http://schemas.openxmlformats.org/officeDocument/2006/relationships/notesMaster" Target="/ppt/notesMasters/notesMaster1.xml" Id="R9f309bf74f08458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09fefed7b3a4150" /><Relationship Type="http://schemas.openxmlformats.org/officeDocument/2006/relationships/notesMaster" Target="/ppt/notesMasters/notesMaster1.xml" Id="R197c4cd2563c4b3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30초</a:t>
            </a:r>
          </a:p>
          <a:p xmlns:a="http://schemas.openxmlformats.org/drawingml/2006/main">
            <a:r>
              <a:t/>
            </a:r>
          </a:p>
          <a:p xmlns:a="http://schemas.openxmlformats.org/drawingml/2006/main">
            <a:r>
              <a:t>안녕하세요. 김동현입니다. 이번 발표에서는 2017년 Vaswani와 공동저자들이 발표한 ‘Attention Is All You Need’를 살펴보겠습니다. 이 논문은 순환이나 합성곱 없이 attention을 중심으로 시퀀스를 처리하는 Transformer를 제안했습니다. 번역 문장을 처리한다는 문제에서 출발해, attention과 Q·K·V의 계산, 여러 head와 위치 정보, 전체 구조를 차례로 설명하겠습니다. 마지막에는 논문의 번역 실험 결과와 계산 비용을 확인하겠습니다.</a:t>
            </a:r>
          </a:p>
          <a:p xmlns:a="http://schemas.openxmlformats.org/drawingml/2006/main">
            <a:r>
              <a:t/>
            </a:r>
          </a:p>
          <a:p xmlns:a="http://schemas.openxmlformats.org/drawingml/2006/main">
            <a:r>
              <a:t>출처: Vaswani et al. (2017), Attention Is All You Need, https://arxiv.org/pdf/1706.03762 — 초록, §1.</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40초</a:t>
            </a:r>
          </a:p>
          <a:p xmlns:a="http://schemas.openxmlformats.org/drawingml/2006/main">
            <a:r>
              <a:t/>
            </a:r>
          </a:p>
          <a:p xmlns:a="http://schemas.openxmlformats.org/drawingml/2006/main">
            <a:r>
              <a:t>당시 널리 쓰이던 RNN은 앞선 토큰을 처리한 상태를 이용해 다음 상태를 계산합니다. 화면의 h1을 계산해야 h2로 넘어갈 수 있는 구조입니다. 따라서 한 문장 안에서 위치별 계산을 병렬로 수행하는 데 제약이 있습니다. 논문은 이런 순차 연산을 줄이고 멀리 떨어진 토큰의 관계를 짧은 경로로 연결하고자 했습니다. Transformer는 같은 층에서 여러 위치의 관계를 행렬 연산으로 계산할 수 있어 학습의 병렬화에 유리합니다. 다만 이것이 출력 문장을 한 번에 모두 생성한다는 뜻은 아닙니다. 원문의 decoder는 이전 출력에 의존하는 자기회귀 방식이므로 생성 단계는 순차적으로 진행됩니다.</a:t>
            </a:r>
          </a:p>
          <a:p xmlns:a="http://schemas.openxmlformats.org/drawingml/2006/main">
            <a:r>
              <a:t/>
            </a:r>
          </a:p>
          <a:p xmlns:a="http://schemas.openxmlformats.org/drawingml/2006/main">
            <a:r>
              <a:t>출처: Vaswani et al. (2017), Attention Is All You Need, https://arxiv.org/pdf/1706.03762 — §1·§2·§4, Table 1; 자기회귀 생성은 §3.</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40초</a:t>
            </a:r>
          </a:p>
          <a:p xmlns:a="http://schemas.openxmlformats.org/drawingml/2006/main">
            <a:r>
              <a:t/>
            </a:r>
          </a:p>
          <a:p xmlns:a="http://schemas.openxmlformats.org/drawingml/2006/main">
            <a:r>
              <a:t>Attention의 기본 아이디어는 참조할 정보들을 가중합해 현재 위치의 표현을 만드는 것입니다. 화면은 이해를 위한 가상 예시입니다. ‘나는, 사과를, 먹었다’를 어절 단위 토큰으로 단순화하고, ‘먹었다’ 위치가 참조하는 가중치를 0.2, 0.5, 0.3으로 정했습니다. 이 비율로 각 토큰의 value 벡터를 섞어 새로운 표현을 만듭니다. 실제 모델은 학습된 투영과 입력에서 얻은 query와 key의 유사도로 가중치를 계산하며, 지금 숫자는 모델에서 추출한 결과가 아닙니다. 가중치가 크다는 것을 단어의 의미적 중요성이 확정됐다는 뜻으로 해석해서도 안 됩니다. 여기서는 정보를 혼합하는 비율이라는 점에 집중하면 됩니다.</a:t>
            </a:r>
          </a:p>
          <a:p xmlns:a="http://schemas.openxmlformats.org/drawingml/2006/main">
            <a:r>
              <a:t/>
            </a:r>
          </a:p>
          <a:p xmlns:a="http://schemas.openxmlformats.org/drawingml/2006/main">
            <a:r>
              <a:t>출처: Vaswani et al. (2017), Attention Is All You Need, https://arxiv.org/pdf/1706.03762 — §3.2. 설명용 토큰과 가중치는 발표자 제작이며 실제 학습 결과가 아님.</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45초</a:t>
            </a:r>
          </a:p>
          <a:p xmlns:a="http://schemas.openxmlformats.org/drawingml/2006/main">
            <a:r>
              <a:t/>
            </a:r>
          </a:p>
          <a:p xmlns:a="http://schemas.openxmlformats.org/drawingml/2006/main">
            <a:r>
              <a:t>그렇다면 query, key, value는 어디에서 나올까요? Self-attention에서는 같은 입력 표현 X에 서로 다른 학습 가능한 선형변환을 적용해 Q, K, V를 만듭니다. Q는 어떤 정보를 찾는지, K는 무엇과 비교할지, V는 실제로 전달할 정보로 비유할 수 있습니다. 이 비유는 역할을 설명하기 위한 것입니다. 세 가지가 원문에서 따로 고른 단어 집합이라는 뜻은 아닙니다. 같은 토큰도 세 가지 투영 결과를 각각 갖습니다. 각 위치의 query를 모든 key와 비교해 혼합 비율을 계산하고, 그 비율을 value에 적용합니다. 여러 query를 행렬 Q에 모으면 이 계산을 한꺼번에 수행할 수 있습니다.</a:t>
            </a:r>
          </a:p>
          <a:p xmlns:a="http://schemas.openxmlformats.org/drawingml/2006/main">
            <a:r>
              <a:t/>
            </a:r>
          </a:p>
          <a:p xmlns:a="http://schemas.openxmlformats.org/drawingml/2006/main">
            <a:r>
              <a:t>출처: Vaswani et al. (2017), Attention Is All You Need, https://arxiv.org/pdf/1706.03762 — §3.2.1·§3.2.2·§3.2.3.</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55초</a:t>
            </a:r>
          </a:p>
          <a:p xmlns:a="http://schemas.openxmlformats.org/drawingml/2006/main">
            <a:r>
              <a:t/>
            </a:r>
          </a:p>
          <a:p xmlns:a="http://schemas.openxmlformats.org/drawingml/2006/main">
            <a:r>
              <a:t>핵심 수식은 세 단계로 읽을 수 있습니다. 먼저 Q와 K의 전치를 곱해 각 query와 key 사이의 내적 점수를 계산합니다. 다음으로 key 벡터 차원의 제곱근인 루트 d k로 나눕니다. 차원이 커지면서 내적 값이 과도하게 커져 softmax가 지나치게 치우치고 기울기가 작아지는 문제를 완화하기 위한 스케일 조정입니다. 이어서 각 query에 해당하는 행에 softmax를 적용합니다. 이렇게 얻은 한 행의 가중치 합은 1이 됩니다. 마지막으로 그 가중치 행렬과 V를 곱합니다. 결과는 각 query가 참조한 정보의 가중합입니다. 따라서 수식 전체는 ‘비교하고, 비율로 바꾸고, 정보를 섞는다’는 계산으로 이해할 수 있습니다.</a:t>
            </a:r>
          </a:p>
          <a:p xmlns:a="http://schemas.openxmlformats.org/drawingml/2006/main">
            <a:r>
              <a:t/>
            </a:r>
          </a:p>
          <a:p xmlns:a="http://schemas.openxmlformats.org/drawingml/2006/main">
            <a:r>
              <a:t>출처: Vaswani et al. (2017), Attention Is All You Need, https://arxiv.org/pdf/1706.03762 — §3.2.1, 식 (1), Figure 2.</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40초</a:t>
            </a:r>
          </a:p>
          <a:p xmlns:a="http://schemas.openxmlformats.org/drawingml/2006/main">
            <a:r>
              <a:t/>
            </a:r>
          </a:p>
          <a:p xmlns:a="http://schemas.openxmlformats.org/drawingml/2006/main">
            <a:r>
              <a:t>하나의 attention만 사용하면 정보를 섞는 방식도 하나로 제한됩니다. Multi-head attention은 서로 다른 학습 투영으로 여러 attention을 병렬 계산합니다. 각 head의 출력을 이어 붙인 뒤 출력 투영을 적용해 하나의 표현으로 만듭니다. 서로 다른 표현 공간에서 관계를 살펴볼 수 있게 하는 것입니다. 다만 특정 head는 반드시 문법, 다른 head는 반드시 의미를 담당하도록 미리 정해 두지는 않습니다. 화면은 여러 head를 축약한 도식입니다. 논문의 base 모델은 모델 차원 512를 여덟 개 head로 나누어 각 head의 key와 value 차원을 64로 사용합니다. big 모델과는 설정이 다르므로 여기서는 base를 기준으로 설명합니다.</a:t>
            </a:r>
          </a:p>
          <a:p xmlns:a="http://schemas.openxmlformats.org/drawingml/2006/main">
            <a:r>
              <a:t/>
            </a:r>
          </a:p>
          <a:p xmlns:a="http://schemas.openxmlformats.org/drawingml/2006/main">
            <a:r>
              <a:t>출처: Vaswani et al. (2017), Attention Is All You Need, https://arxiv.org/pdf/1706.03762 — §3.2.2, Figure 2; base와 big 설정은 Table 3.</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35초</a:t>
            </a:r>
          </a:p>
          <a:p xmlns:a="http://schemas.openxmlformats.org/drawingml/2006/main">
            <a:r>
              <a:t/>
            </a:r>
          </a:p>
          <a:p xmlns:a="http://schemas.openxmlformats.org/drawingml/2006/main">
            <a:r>
              <a:t>Attention으로 토큰 간 관계를 계산하더라도 입력에 순서 정보를 어떻게 알려줄지는 별도로 필요합니다. 논문은 토큰 임베딩에 위치인코딩을 더합니다. 둘은 같은 차원이기 때문에 원소별로 합할 수 있습니다. 임베딩이 어떤 토큰인지에 대한 표현이라면 위치인코딩은 그 토큰이 문장 안의 어느 위치에 있는지 알려주는 표현입니다. 원문은 차원별로 주기가 다른 sine과 cosine 함수를 사용했습니다. 이 정보는 encoder와 decoder의 입력 임베딩에 더해집니다. 실제 입력 표현에는 토큰 정보와 위치 정보가 함께 담기는 셈입니다.</a:t>
            </a:r>
          </a:p>
          <a:p xmlns:a="http://schemas.openxmlformats.org/drawingml/2006/main">
            <a:r>
              <a:t/>
            </a:r>
          </a:p>
          <a:p xmlns:a="http://schemas.openxmlformats.org/drawingml/2006/main">
            <a:r>
              <a:t>출처: Vaswani et al. (2017), Attention Is All You Need, https://arxiv.org/pdf/1706.03762 — §3.5.</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55초</a:t>
            </a:r>
          </a:p>
          <a:p xmlns:a="http://schemas.openxmlformats.org/drawingml/2006/main">
            <a:r>
              <a:t/>
            </a:r>
          </a:p>
          <a:p xmlns:a="http://schemas.openxmlformats.org/drawingml/2006/main">
            <a:r>
              <a:t>이제 전체 구조를 보겠습니다. 화면은 원문 base 모델을 간략히 정리한 것으로 encoder와 decoder는 각각 여섯 개 층을 쌓습니다. Encoder의 각 층에는 self-attention과 위치별 FFN이 있습니다. Self-attention이 여러 위치의 정보를 섞으면, FFN은 각 위치에 같은 방식의 비선형 변환을 적용합니다. Decoder의 각 층에는 masked self-attention, encoder 출력을 참조하는 attention, FFN이 있습니다. 마지막에는 linear 변환과 softmax로 다음 토큰의 확률을 계산합니다. 또 각 하위층에는 잔차 연결과 LayerNorm이 적용됩니다. 원문은 잔차를 더한 뒤 정규화하는 구조입니다. 제목이 강하게 표현되어 있지만 실제 Transformer의 모든 연산이 attention이라는 뜻은 아닙니다.</a:t>
            </a:r>
          </a:p>
          <a:p xmlns:a="http://schemas.openxmlformats.org/drawingml/2006/main">
            <a:r>
              <a:t/>
            </a:r>
          </a:p>
          <a:p xmlns:a="http://schemas.openxmlformats.org/drawingml/2006/main">
            <a:r>
              <a:t>출처: Vaswani et al. (2017), Attention Is All You Need, https://arxiv.org/pdf/1706.03762 — §3.1~§3.4, Figure 1. 원문 base의 6층 및 post-LayerNorm 구조를 요약.</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55초</a:t>
            </a:r>
          </a:p>
          <a:p xmlns:a="http://schemas.openxmlformats.org/drawingml/2006/main">
            <a:r>
              <a:t/>
            </a:r>
          </a:p>
          <a:p xmlns:a="http://schemas.openxmlformats.org/drawingml/2006/main">
            <a:r>
              <a:t>Decoder에서 attention은 두 역할을 구분해야 합니다. 왼쪽은 masked self-attention입니다. 각 query는 현재 입력 위치까지 참조할 수 있고 미래 위치는 차단합니다. 학습할 때 정답 출력을 한 칸 밀어 입력하므로, 현재 입력까지 보더라도 예측하려는 정답이나 미래 정답을 미리 보지 않습니다. 마스크는 허용되지 않은 위치의 점수를 softmax 전에 마이너스 무한대로 설정해 구현합니다. 오른쪽은 encoder-decoder attention이며 cross-attention이라고도 부릅니다. 여기서는 Q가 decoder 상태에서 나오고 K와 V는 encoder 출력에서 나옵니다. 따라서 지금 출력할 토큰에 필요한 입력 문맥을 참조할 수 있습니다. 학습은 정답 문장을 이용해 위치별 계산을 병렬화할 수 있지만, 실제 생성에서는 앞서 생성한 토큰을 이용해 다음 토큰을 순차적으로 예측합니다.</a:t>
            </a:r>
          </a:p>
          <a:p xmlns:a="http://schemas.openxmlformats.org/drawingml/2006/main">
            <a:r>
              <a:t/>
            </a:r>
          </a:p>
          <a:p xmlns:a="http://schemas.openxmlformats.org/drawingml/2006/main">
            <a:r>
              <a:t>출처: Vaswani et al. (2017), Attention Is All You Need, https://arxiv.org/pdf/1706.03762 — §3.1·§3.2.3. 마스크 표는 원리 설명을 위해 발표자가 재구성.</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65초</a:t>
            </a:r>
          </a:p>
          <a:p xmlns:a="http://schemas.openxmlformats.org/drawingml/2006/main">
            <a:r>
              <a:t/>
            </a:r>
          </a:p>
          <a:p xmlns:a="http://schemas.openxmlformats.org/drawingml/2006/main">
            <a:r>
              <a:t>실험 결과는 원문 Table 2의 영어에서 독일어로 번역하는 newstest2014 결과를 사용했습니다. BLEU는 번역 품질을 비교하는 지표로 높을수록 좋으며, 백분율이나 정답률은 아닙니다. 표에서 GNMT와 강화학습을 결합한 모델은 24.6, ConvS2S는 25.16, Transformer base는 27.3, big은 28.4를 기록했습니다. 이 표는 논문이 보고한 당시의 실험 결과이며 현재 모든 모델에 대한 우위를 뜻하지 않습니다. 한계도 있습니다. 전체 self-attention은 길이가 n일 때 n제곱 개 토큰 쌍의 관계를 다루고, 표현 차원이 d라면 층당 계산량은 O n제곱 d입니다. 긴 입력에서는 계산과 attention 행렬의 메모리 비용이 커집니다. 또한 자기회귀 생성의 순차성도 남아 있습니다. 따라서 병렬화의 장점과 긴 입력·생성의 비용을 함께 봐야 합니다.</a:t>
            </a:r>
          </a:p>
          <a:p xmlns:a="http://schemas.openxmlformats.org/drawingml/2006/main">
            <a:r>
              <a:t/>
            </a:r>
          </a:p>
          <a:p xmlns:a="http://schemas.openxmlformats.org/drawingml/2006/main">
            <a:r>
              <a:t>출처: Vaswani et al. (2017), Attention Is All You Need, https://arxiv.org/pdf/1706.03762 — Table 2의 EN-DE newstest2014 결과, Table 1 및 §4의 복잡도. EN-FR은 본문과 표의 수치 불일치가 있어 사용하지 않음.</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예상 발표시간: 35초</a:t>
            </a:r>
          </a:p>
          <a:p xmlns:a="http://schemas.openxmlformats.org/drawingml/2006/main">
            <a:r>
              <a:t/>
            </a:r>
          </a:p>
          <a:p xmlns:a="http://schemas.openxmlformats.org/drawingml/2006/main">
            <a:r>
              <a:t>정리하면 attention은 학습된 투영과 입력으로 계산한 비교 점수를 이용해 다른 위치의 정보를 섞고 문맥을 반영하는 계산입니다. Transformer는 이를 여러 head로 수행하고, 위치 정보와 FFN, 잔차 연결과 정규화를 결합해 encoder-decoder를 구성했습니다. 순환 계산을 줄여 학습 병렬화에 유리하고 번역 실험에서도 좋은 결과를 보였지만, 긴 입력의 비용과 순차 생성이라는 한계가 있습니다. 이 논문의 핵심은 토큰 간 관계를 직접 계산하는 방식으로 시퀀스 모델을 다시 설계했다는 점입니다. 감사합니다.</a:t>
            </a:r>
          </a:p>
          <a:p xmlns:a="http://schemas.openxmlformats.org/drawingml/2006/main">
            <a:r>
              <a:t/>
            </a:r>
          </a:p>
          <a:p xmlns:a="http://schemas.openxmlformats.org/drawingml/2006/main">
            <a:r>
              <a:t>출처: Vaswani et al. (2017), Attention Is All You Need, https://arxiv.org/pdf/1706.03762 — §3·§4·§6·§7을 종합한 발표자 요약.</a:t>
            </a:r>
          </a:p>
          <a:p xmlns:a="http://schemas.openxmlformats.org/drawingml/2006/main">
            <a:r>
              <a:t>원문: https://arxiv.org/pdf/1706.03762</a:t>
            </a:r>
          </a:p>
          <a:p xmlns:a="http://schemas.openxmlformats.org/drawingml/2006/main">
            <a:r>
              <a:t>논문 정보: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1e76df4ee9746b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18450d02a0f4bd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a8d124d704a494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49af028fa6346a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040eb3e865f43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b03f16a98f44e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8D20ED-7479-4D8D-BC63-A8CC0624F95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4D198E4-2AD2-4B74-B329-50C6CF6E6CD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4575856-9DDA-445F-9095-CBDC72A06B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34DA392-59E7-4770-A099-3CFAAC538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2AD85C2-3CC3-4DC7-BD8A-D2340791C9C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617BC9B-8A53-4D54-B934-B0720FB9BA7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9F2A813-D8BB-4638-BE1C-36D3FE2075D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2637B90-E5CE-4696-9DB5-58778AF49F9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F6010A-D2E1-4C9A-8706-60201BA6A85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BA11740-9C88-4567-BFF8-8BF0120EE77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b8c6ef025314bb4" /><Relationship Type="http://schemas.openxmlformats.org/officeDocument/2006/relationships/slideLayout" Target="/ppt/slideLayouts/slideLayout1.xml" Id="R693e7c6315774528" /><Relationship Type="http://schemas.openxmlformats.org/officeDocument/2006/relationships/slideLayout" Target="/ppt/slideLayouts/slideLayout2.xml" Id="R6f8d25d255af4cce" /><Relationship Type="http://schemas.openxmlformats.org/officeDocument/2006/relationships/slideLayout" Target="/ppt/slideLayouts/slideLayout3.xml" Id="Rddbd7d465a254412" /><Relationship Type="http://schemas.openxmlformats.org/officeDocument/2006/relationships/slideLayout" Target="/ppt/slideLayouts/slideLayout4.xml" Id="R608d6802297444fd" /><Relationship Type="http://schemas.openxmlformats.org/officeDocument/2006/relationships/slideLayout" Target="/ppt/slideLayouts/slideLayout5.xml" Id="R2039602d3b874989" /><Relationship Type="http://schemas.openxmlformats.org/officeDocument/2006/relationships/slideLayout" Target="/ppt/slideLayouts/slideLayout6.xml" Id="R5505884d6ec54f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93e7c6315774528"/>
    <p:sldLayoutId xmlns:r="http://schemas.openxmlformats.org/officeDocument/2006/relationships" id="2147483650" r:id="R6f8d25d255af4cce"/>
    <p:sldLayoutId xmlns:r="http://schemas.openxmlformats.org/officeDocument/2006/relationships" id="2147483651" r:id="Rddbd7d465a254412"/>
    <p:sldLayoutId xmlns:r="http://schemas.openxmlformats.org/officeDocument/2006/relationships" id="2147483652" r:id="R608d6802297444fd"/>
    <p:sldLayoutId xmlns:r="http://schemas.openxmlformats.org/officeDocument/2006/relationships" id="2147483653" r:id="R2039602d3b874989"/>
    <p:sldLayoutId xmlns:r="http://schemas.openxmlformats.org/officeDocument/2006/relationships" id="2147483654" r:id="R5505884d6ec54f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71ecb14d5934cd8" /><Relationship Type="http://schemas.openxmlformats.org/officeDocument/2006/relationships/notesSlide" Target="/ppt/notesSlides/notesSlide1.xml" Id="R0e9da7e389de45a6"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094fd8c1c8a4810" /><Relationship Type="http://schemas.openxmlformats.org/officeDocument/2006/relationships/notesSlide" Target="/ppt/notesSlides/notesSlide2.xml" Id="R6330832a684f4ba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17163542b5347b9" /><Relationship Type="http://schemas.openxmlformats.org/officeDocument/2006/relationships/notesSlide" Target="/ppt/notesSlides/notesSlide3.xml" Id="Rc6e49abdb3ce472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7865e6853154619" /><Relationship Type="http://schemas.openxmlformats.org/officeDocument/2006/relationships/notesSlide" Target="/ppt/notesSlides/notesSlide4.xml" Id="R3af9f430add640e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6cf67764b6457c" /><Relationship Type="http://schemas.openxmlformats.org/officeDocument/2006/relationships/notesSlide" Target="/ppt/notesSlides/notesSlide5.xml" Id="R556e2875bf5243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ea1a0f252184d12" /><Relationship Type="http://schemas.openxmlformats.org/officeDocument/2006/relationships/notesSlide" Target="/ppt/notesSlides/notesSlide6.xml" Id="R5edcf09447df457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dad1c10c74f46a6" /><Relationship Type="http://schemas.openxmlformats.org/officeDocument/2006/relationships/notesSlide" Target="/ppt/notesSlides/notesSlide7.xml" Id="Rbd642c662cd745b7"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68439d2ef540eb" /><Relationship Type="http://schemas.openxmlformats.org/officeDocument/2006/relationships/notesSlide" Target="/ppt/notesSlides/notesSlide8.xml" Id="R973b1f0b021242cb"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65015bce0ad4bd3" /><Relationship Type="http://schemas.openxmlformats.org/officeDocument/2006/relationships/notesSlide" Target="/ppt/notesSlides/notesSlide9.xml" Id="R6e780463365e419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70062d131b4591" /><Relationship Type="http://schemas.openxmlformats.org/officeDocument/2006/relationships/notesSlide" Target="/ppt/notesSlides/notesSlide10.xml" Id="R5f550fafb8ab4d9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c559a1a054f4d18" /><Relationship Type="http://schemas.openxmlformats.org/officeDocument/2006/relationships/notesSlide" Target="/ppt/notesSlides/notesSlide11.xml" Id="Rf0d2f248b58e413f" /></Relationships>
</file>

<file path=ppt/slides/slide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0" name="01">
            <a:extLst xmlns:a="http://schemas.openxmlformats.org/drawingml/2006/main">
              <a:ext uri="{FF2B5EF4-FFF2-40B4-BE49-F238E27FC236}">
                <a16:creationId xmlns:a16="http://schemas.microsoft.com/office/drawing/2014/main" id="{38C14F8C-B226-4900-AFE5-2C55259041DC}"/>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01</a:t>
            </a:r>
          </a:p>
        </p:txBody>
      </p:sp>
      <p:sp>
        <p:nvSpPr>
          <p:cNvPr id="2" name="고급통계학습   중간대체 과제">
            <a:extLst xmlns:a="http://schemas.openxmlformats.org/drawingml/2006/main">
              <a:ext uri="{FF2B5EF4-FFF2-40B4-BE49-F238E27FC236}">
                <a16:creationId xmlns:a16="http://schemas.microsoft.com/office/drawing/2014/main" id="{71DF54CF-3BE4-4D8E-994C-09B3418BD0F9}"/>
              </a:ext>
            </a:extLst>
          </p:cNvPr>
          <p:cNvSpPr>
            <a:spLocks xmlns:a="http://schemas.openxmlformats.org/drawingml/2006/main" noGrp="1"/>
          </p:cNvSpPr>
          <p:nvPr/>
        </p:nvSpPr>
        <p:spPr>
          <a:xfrm xmlns:a="http://schemas.openxmlformats.org/drawingml/2006/main">
            <a:off x="609600" y="504825"/>
            <a:ext cx="857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고급통계학습   중간대체 과제</a:t>
            </a:r>
          </a:p>
        </p:txBody>
      </p:sp>
      <p:sp>
        <p:nvSpPr>
          <p:cNvPr id="3" name="Attention Is All You Need">
            <a:extLst xmlns:a="http://schemas.openxmlformats.org/drawingml/2006/main">
              <a:ext uri="{FF2B5EF4-FFF2-40B4-BE49-F238E27FC236}">
                <a16:creationId xmlns:a16="http://schemas.microsoft.com/office/drawing/2014/main" id="{884E3554-089D-4C41-96C9-790CC9162399}"/>
              </a:ext>
            </a:extLst>
          </p:cNvPr>
          <p:cNvSpPr>
            <a:spLocks xmlns:a="http://schemas.openxmlformats.org/drawingml/2006/main" noGrp="1"/>
          </p:cNvSpPr>
          <p:nvPr/>
        </p:nvSpPr>
        <p:spPr>
          <a:xfrm xmlns:a="http://schemas.openxmlformats.org/drawingml/2006/main">
            <a:off x="561975" y="1714500"/>
            <a:ext cx="809625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925" b="1">
                <a:solidFill>
                  <a:srgbClr val="17262C"/>
                </a:solidFill>
                <a:latin typeface="Noto Sans KR"/>
                <a:ea typeface="Noto Sans KR"/>
                <a:cs typeface="Noto Sans KR"/>
              </a:defRPr>
            </a:defPPr>
            <a:lvl1pPr algn="l">
              <a:defRPr sz="5925" b="1">
                <a:solidFill>
                  <a:srgbClr val="17262C"/>
                </a:solidFill>
                <a:latin typeface="Noto Sans KR"/>
                <a:ea typeface="Noto Sans KR"/>
                <a:cs typeface="Noto Sans KR"/>
              </a:defRPr>
            </a:lvl1pPr>
            <a:lvl2pPr algn="l">
              <a:defRPr sz="5925" b="1">
                <a:solidFill>
                  <a:srgbClr val="17262C"/>
                </a:solidFill>
                <a:latin typeface="Noto Sans KR"/>
                <a:ea typeface="Noto Sans KR"/>
                <a:cs typeface="Noto Sans KR"/>
              </a:defRPr>
            </a:lvl2pPr>
            <a:lvl3pPr algn="l">
              <a:defRPr sz="5925" b="1">
                <a:solidFill>
                  <a:srgbClr val="17262C"/>
                </a:solidFill>
                <a:latin typeface="Noto Sans KR"/>
                <a:ea typeface="Noto Sans KR"/>
                <a:cs typeface="Noto Sans KR"/>
              </a:defRPr>
            </a:lvl3pPr>
            <a:lvl4pPr algn="l">
              <a:defRPr sz="5925" b="1">
                <a:solidFill>
                  <a:srgbClr val="17262C"/>
                </a:solidFill>
                <a:latin typeface="Noto Sans KR"/>
                <a:ea typeface="Noto Sans KR"/>
                <a:cs typeface="Noto Sans KR"/>
              </a:defRPr>
            </a:lvl4pPr>
            <a:lvl5pPr algn="l">
              <a:defRPr sz="5925" b="1">
                <a:solidFill>
                  <a:srgbClr val="17262C"/>
                </a:solidFill>
                <a:latin typeface="Noto Sans KR"/>
                <a:ea typeface="Noto Sans KR"/>
                <a:cs typeface="Noto Sans KR"/>
              </a:defRPr>
            </a:lvl5pPr>
            <a:lvl6pPr algn="l">
              <a:defRPr sz="5925" b="1">
                <a:solidFill>
                  <a:srgbClr val="17262C"/>
                </a:solidFill>
                <a:latin typeface="Noto Sans KR"/>
                <a:ea typeface="Noto Sans KR"/>
                <a:cs typeface="Noto Sans KR"/>
              </a:defRPr>
            </a:lvl6pPr>
            <a:lvl7pPr algn="l">
              <a:defRPr sz="5925" b="1">
                <a:solidFill>
                  <a:srgbClr val="17262C"/>
                </a:solidFill>
                <a:latin typeface="Noto Sans KR"/>
                <a:ea typeface="Noto Sans KR"/>
                <a:cs typeface="Noto Sans KR"/>
              </a:defRPr>
            </a:lvl7pPr>
            <a:lvl8pPr algn="l">
              <a:defRPr sz="5925" b="1">
                <a:solidFill>
                  <a:srgbClr val="17262C"/>
                </a:solidFill>
                <a:latin typeface="Noto Sans KR"/>
                <a:ea typeface="Noto Sans KR"/>
                <a:cs typeface="Noto Sans KR"/>
              </a:defRPr>
            </a:lvl8pPr>
            <a:lvl9pPr algn="l">
              <a:defRPr sz="5925" b="1">
                <a:solidFill>
                  <a:srgbClr val="17262C"/>
                </a:solidFill>
                <a:latin typeface="Noto Sans KR"/>
                <a:ea typeface="Noto Sans KR"/>
                <a:cs typeface="Noto Sans KR"/>
              </a:defRPr>
            </a:lvl9pPr>
          </a:lstStyle>
          <a:p xmlns:a="http://schemas.openxmlformats.org/drawingml/2006/main">
            <a:pPr algn="l">
              <a:defRPr sz="5925" b="1">
                <a:solidFill>
                  <a:srgbClr val="17262C"/>
                </a:solidFill>
                <a:latin typeface="Noto Sans KR"/>
                <a:ea typeface="Noto Sans KR"/>
                <a:cs typeface="Noto Sans KR"/>
              </a:defRPr>
            </a:pPr>
            <a:r>
              <a:rPr sz="5925" b="1">
                <a:solidFill>
                  <a:srgbClr val="17262C"/>
                </a:solidFill>
                <a:latin typeface="Noto Sans KR"/>
                <a:ea typeface="Noto Sans KR"/>
                <a:cs typeface="Noto Sans KR"/>
              </a:rPr>
              <a:t>Attention Is</a:t>
            </a:r>
          </a:p>
          <a:p xmlns:a="http://schemas.openxmlformats.org/drawingml/2006/main">
            <a:pPr algn="l">
              <a:defRPr sz="5925" b="1">
                <a:solidFill>
                  <a:srgbClr val="17262C"/>
                </a:solidFill>
                <a:latin typeface="Noto Sans KR"/>
                <a:ea typeface="Noto Sans KR"/>
                <a:cs typeface="Noto Sans KR"/>
              </a:defRPr>
            </a:pPr>
            <a:r>
              <a:rPr sz="5925" b="1">
                <a:solidFill>
                  <a:srgbClr val="17262C"/>
                </a:solidFill>
                <a:latin typeface="Noto Sans KR"/>
                <a:ea typeface="Noto Sans KR"/>
                <a:cs typeface="Noto Sans KR"/>
              </a:rPr>
              <a:t>All You Need</a:t>
            </a:r>
          </a:p>
        </p:txBody>
      </p:sp>
      <p:sp>
        <p:nvSpPr>
          <p:cNvPr id="4" name="Transformer의 핵심 원리">
            <a:extLst xmlns:a="http://schemas.openxmlformats.org/drawingml/2006/main">
              <a:ext uri="{FF2B5EF4-FFF2-40B4-BE49-F238E27FC236}">
                <a16:creationId xmlns:a16="http://schemas.microsoft.com/office/drawing/2014/main" id="{C5E38FC6-C0B0-46D8-88A3-E3AD8BBE2B3A}"/>
              </a:ext>
            </a:extLst>
          </p:cNvPr>
          <p:cNvSpPr>
            <a:spLocks xmlns:a="http://schemas.openxmlformats.org/drawingml/2006/main" noGrp="1"/>
          </p:cNvSpPr>
          <p:nvPr/>
        </p:nvSpPr>
        <p:spPr>
          <a:xfrm xmlns:a="http://schemas.openxmlformats.org/drawingml/2006/main">
            <a:off x="609600" y="4019550"/>
            <a:ext cx="762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850" b="0">
                <a:solidFill>
                  <a:srgbClr val="17262C"/>
                </a:solidFill>
                <a:latin typeface="Noto Sans KR"/>
                <a:ea typeface="Noto Sans KR"/>
                <a:cs typeface="Noto Sans KR"/>
              </a:defRPr>
            </a:defPPr>
            <a:lvl1pPr algn="l">
              <a:defRPr sz="2850" b="0">
                <a:solidFill>
                  <a:srgbClr val="17262C"/>
                </a:solidFill>
                <a:latin typeface="Noto Sans KR"/>
                <a:ea typeface="Noto Sans KR"/>
                <a:cs typeface="Noto Sans KR"/>
              </a:defRPr>
            </a:lvl1pPr>
            <a:lvl2pPr algn="l">
              <a:defRPr sz="2850" b="0">
                <a:solidFill>
                  <a:srgbClr val="17262C"/>
                </a:solidFill>
                <a:latin typeface="Noto Sans KR"/>
                <a:ea typeface="Noto Sans KR"/>
                <a:cs typeface="Noto Sans KR"/>
              </a:defRPr>
            </a:lvl2pPr>
            <a:lvl3pPr algn="l">
              <a:defRPr sz="2850" b="0">
                <a:solidFill>
                  <a:srgbClr val="17262C"/>
                </a:solidFill>
                <a:latin typeface="Noto Sans KR"/>
                <a:ea typeface="Noto Sans KR"/>
                <a:cs typeface="Noto Sans KR"/>
              </a:defRPr>
            </a:lvl3pPr>
            <a:lvl4pPr algn="l">
              <a:defRPr sz="2850" b="0">
                <a:solidFill>
                  <a:srgbClr val="17262C"/>
                </a:solidFill>
                <a:latin typeface="Noto Sans KR"/>
                <a:ea typeface="Noto Sans KR"/>
                <a:cs typeface="Noto Sans KR"/>
              </a:defRPr>
            </a:lvl4pPr>
            <a:lvl5pPr algn="l">
              <a:defRPr sz="2850" b="0">
                <a:solidFill>
                  <a:srgbClr val="17262C"/>
                </a:solidFill>
                <a:latin typeface="Noto Sans KR"/>
                <a:ea typeface="Noto Sans KR"/>
                <a:cs typeface="Noto Sans KR"/>
              </a:defRPr>
            </a:lvl5pPr>
            <a:lvl6pPr algn="l">
              <a:defRPr sz="2850" b="0">
                <a:solidFill>
                  <a:srgbClr val="17262C"/>
                </a:solidFill>
                <a:latin typeface="Noto Sans KR"/>
                <a:ea typeface="Noto Sans KR"/>
                <a:cs typeface="Noto Sans KR"/>
              </a:defRPr>
            </a:lvl6pPr>
            <a:lvl7pPr algn="l">
              <a:defRPr sz="2850" b="0">
                <a:solidFill>
                  <a:srgbClr val="17262C"/>
                </a:solidFill>
                <a:latin typeface="Noto Sans KR"/>
                <a:ea typeface="Noto Sans KR"/>
                <a:cs typeface="Noto Sans KR"/>
              </a:defRPr>
            </a:lvl7pPr>
            <a:lvl8pPr algn="l">
              <a:defRPr sz="2850" b="0">
                <a:solidFill>
                  <a:srgbClr val="17262C"/>
                </a:solidFill>
                <a:latin typeface="Noto Sans KR"/>
                <a:ea typeface="Noto Sans KR"/>
                <a:cs typeface="Noto Sans KR"/>
              </a:defRPr>
            </a:lvl8pPr>
            <a:lvl9pPr algn="l">
              <a:defRPr sz="2850" b="0">
                <a:solidFill>
                  <a:srgbClr val="17262C"/>
                </a:solidFill>
                <a:latin typeface="Noto Sans KR"/>
                <a:ea typeface="Noto Sans KR"/>
                <a:cs typeface="Noto Sans KR"/>
              </a:defRPr>
            </a:lvl9pPr>
          </a:lstStyle>
          <a:p xmlns:a="http://schemas.openxmlformats.org/drawingml/2006/main">
            <a:pPr algn="l">
              <a:defRPr sz="2850" b="0">
                <a:solidFill>
                  <a:srgbClr val="17262C"/>
                </a:solidFill>
                <a:latin typeface="Noto Sans KR"/>
                <a:ea typeface="Noto Sans KR"/>
                <a:cs typeface="Noto Sans KR"/>
              </a:defRPr>
            </a:pPr>
            <a:r>
              <a:rPr sz="2850" b="0">
                <a:solidFill>
                  <a:srgbClr val="17262C"/>
                </a:solidFill>
                <a:latin typeface="Noto Sans KR"/>
                <a:ea typeface="Noto Sans KR"/>
                <a:cs typeface="Noto Sans KR"/>
              </a:rPr>
              <a:t>Transformer의 핵심 원리</a:t>
            </a:r>
          </a:p>
        </p:txBody>
      </p:sp>
      <p:sp>
        <p:nvSpPr>
          <p:cNvPr id="5" name="">
            <a:extLst xmlns:a="http://schemas.openxmlformats.org/drawingml/2006/main">
              <a:ext uri="{FF2B5EF4-FFF2-40B4-BE49-F238E27FC236}">
                <a16:creationId xmlns:a16="http://schemas.microsoft.com/office/drawing/2014/main" id="{09235CCD-2F67-4384-9F05-4A0AF3C156CD}"/>
              </a:ext>
            </a:extLst>
          </p:cNvPr>
          <p:cNvSpPr>
            <a:spLocks xmlns:a="http://schemas.openxmlformats.org/drawingml/2006/main" noGrp="1"/>
          </p:cNvSpPr>
          <p:nvPr/>
        </p:nvSpPr>
        <p:spPr>
          <a:xfrm xmlns:a="http://schemas.openxmlformats.org/drawingml/2006/main">
            <a:off x="9096375" y="1800225"/>
            <a:ext cx="0" cy="32385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Vaswani et al.">
            <a:extLst xmlns:a="http://schemas.openxmlformats.org/drawingml/2006/main">
              <a:ext uri="{FF2B5EF4-FFF2-40B4-BE49-F238E27FC236}">
                <a16:creationId xmlns:a16="http://schemas.microsoft.com/office/drawing/2014/main" id="{93BB3884-B510-4929-AB8A-671AF8E80628}"/>
              </a:ext>
            </a:extLst>
          </p:cNvPr>
          <p:cNvSpPr>
            <a:spLocks xmlns:a="http://schemas.openxmlformats.org/drawingml/2006/main" noGrp="1"/>
          </p:cNvSpPr>
          <p:nvPr/>
        </p:nvSpPr>
        <p:spPr>
          <a:xfrm xmlns:a="http://schemas.openxmlformats.org/drawingml/2006/main">
            <a:off x="9525000" y="1857375"/>
            <a:ext cx="2047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1">
                <a:solidFill>
                  <a:srgbClr val="17262C"/>
                </a:solidFill>
                <a:latin typeface="Noto Sans KR"/>
                <a:ea typeface="Noto Sans KR"/>
                <a:cs typeface="Noto Sans KR"/>
              </a:defRPr>
            </a:defPPr>
            <a:lvl1pPr algn="l">
              <a:defRPr sz="1800" b="1">
                <a:solidFill>
                  <a:srgbClr val="17262C"/>
                </a:solidFill>
                <a:latin typeface="Noto Sans KR"/>
                <a:ea typeface="Noto Sans KR"/>
                <a:cs typeface="Noto Sans KR"/>
              </a:defRPr>
            </a:lvl1pPr>
            <a:lvl2pPr algn="l">
              <a:defRPr sz="1800" b="1">
                <a:solidFill>
                  <a:srgbClr val="17262C"/>
                </a:solidFill>
                <a:latin typeface="Noto Sans KR"/>
                <a:ea typeface="Noto Sans KR"/>
                <a:cs typeface="Noto Sans KR"/>
              </a:defRPr>
            </a:lvl2pPr>
            <a:lvl3pPr algn="l">
              <a:defRPr sz="1800" b="1">
                <a:solidFill>
                  <a:srgbClr val="17262C"/>
                </a:solidFill>
                <a:latin typeface="Noto Sans KR"/>
                <a:ea typeface="Noto Sans KR"/>
                <a:cs typeface="Noto Sans KR"/>
              </a:defRPr>
            </a:lvl3pPr>
            <a:lvl4pPr algn="l">
              <a:defRPr sz="1800" b="1">
                <a:solidFill>
                  <a:srgbClr val="17262C"/>
                </a:solidFill>
                <a:latin typeface="Noto Sans KR"/>
                <a:ea typeface="Noto Sans KR"/>
                <a:cs typeface="Noto Sans KR"/>
              </a:defRPr>
            </a:lvl4pPr>
            <a:lvl5pPr algn="l">
              <a:defRPr sz="1800" b="1">
                <a:solidFill>
                  <a:srgbClr val="17262C"/>
                </a:solidFill>
                <a:latin typeface="Noto Sans KR"/>
                <a:ea typeface="Noto Sans KR"/>
                <a:cs typeface="Noto Sans KR"/>
              </a:defRPr>
            </a:lvl5pPr>
            <a:lvl6pPr algn="l">
              <a:defRPr sz="1800" b="1">
                <a:solidFill>
                  <a:srgbClr val="17262C"/>
                </a:solidFill>
                <a:latin typeface="Noto Sans KR"/>
                <a:ea typeface="Noto Sans KR"/>
                <a:cs typeface="Noto Sans KR"/>
              </a:defRPr>
            </a:lvl6pPr>
            <a:lvl7pPr algn="l">
              <a:defRPr sz="1800" b="1">
                <a:solidFill>
                  <a:srgbClr val="17262C"/>
                </a:solidFill>
                <a:latin typeface="Noto Sans KR"/>
                <a:ea typeface="Noto Sans KR"/>
                <a:cs typeface="Noto Sans KR"/>
              </a:defRPr>
            </a:lvl7pPr>
            <a:lvl8pPr algn="l">
              <a:defRPr sz="1800" b="1">
                <a:solidFill>
                  <a:srgbClr val="17262C"/>
                </a:solidFill>
                <a:latin typeface="Noto Sans KR"/>
                <a:ea typeface="Noto Sans KR"/>
                <a:cs typeface="Noto Sans KR"/>
              </a:defRPr>
            </a:lvl8pPr>
            <a:lvl9pPr algn="l">
              <a:defRPr sz="1800" b="1">
                <a:solidFill>
                  <a:srgbClr val="17262C"/>
                </a:solidFill>
                <a:latin typeface="Noto Sans KR"/>
                <a:ea typeface="Noto Sans KR"/>
                <a:cs typeface="Noto Sans KR"/>
              </a:defRPr>
            </a:lvl9pPr>
          </a:lstStyle>
          <a:p xmlns:a="http://schemas.openxmlformats.org/drawingml/2006/main">
            <a:pPr algn="l">
              <a:defRPr sz="1800" b="1">
                <a:solidFill>
                  <a:srgbClr val="17262C"/>
                </a:solidFill>
                <a:latin typeface="Noto Sans KR"/>
                <a:ea typeface="Noto Sans KR"/>
                <a:cs typeface="Noto Sans KR"/>
              </a:defRPr>
            </a:pPr>
            <a:r>
              <a:rPr sz="1800" b="1">
                <a:solidFill>
                  <a:srgbClr val="17262C"/>
                </a:solidFill>
                <a:latin typeface="Noto Sans KR"/>
                <a:ea typeface="Noto Sans KR"/>
                <a:cs typeface="Noto Sans KR"/>
              </a:rPr>
              <a:t>Vaswani et al.</a:t>
            </a:r>
          </a:p>
        </p:txBody>
      </p:sp>
      <p:sp>
        <p:nvSpPr>
          <p:cNvPr id="7" name="NIPS 2017">
            <a:extLst xmlns:a="http://schemas.openxmlformats.org/drawingml/2006/main">
              <a:ext uri="{FF2B5EF4-FFF2-40B4-BE49-F238E27FC236}">
                <a16:creationId xmlns:a16="http://schemas.microsoft.com/office/drawing/2014/main" id="{D52DF1C2-E04F-40F2-BA58-43A349B21959}"/>
              </a:ext>
            </a:extLst>
          </p:cNvPr>
          <p:cNvSpPr>
            <a:spLocks xmlns:a="http://schemas.openxmlformats.org/drawingml/2006/main" noGrp="1"/>
          </p:cNvSpPr>
          <p:nvPr/>
        </p:nvSpPr>
        <p:spPr>
          <a:xfrm xmlns:a="http://schemas.openxmlformats.org/drawingml/2006/main">
            <a:off x="9525000" y="2428875"/>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NIPS 2017</a:t>
            </a:r>
          </a:p>
        </p:txBody>
      </p:sp>
      <p:sp>
        <p:nvSpPr>
          <p:cNvPr id="8" name="순환 없이 문맥을 연결하는 시퀀스 모델">
            <a:extLst xmlns:a="http://schemas.openxmlformats.org/drawingml/2006/main">
              <a:ext uri="{FF2B5EF4-FFF2-40B4-BE49-F238E27FC236}">
                <a16:creationId xmlns:a16="http://schemas.microsoft.com/office/drawing/2014/main" id="{74B0854E-80BC-4DAC-902A-26E0B2460537}"/>
              </a:ext>
            </a:extLst>
          </p:cNvPr>
          <p:cNvSpPr>
            <a:spLocks xmlns:a="http://schemas.openxmlformats.org/drawingml/2006/main" noGrp="1"/>
          </p:cNvSpPr>
          <p:nvPr/>
        </p:nvSpPr>
        <p:spPr>
          <a:xfrm xmlns:a="http://schemas.openxmlformats.org/drawingml/2006/main">
            <a:off x="9525000" y="3419475"/>
            <a:ext cx="204787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순환 없이</a:t>
            </a:r>
          </a:p>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문맥을 연결하는</a:t>
            </a:r>
          </a:p>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시퀀스 모델</a:t>
            </a:r>
          </a:p>
        </p:txBody>
      </p:sp>
      <p:sp>
        <p:nvSpPr>
          <p:cNvPr id="9" name="202485-010007 김동현">
            <a:extLst xmlns:a="http://schemas.openxmlformats.org/drawingml/2006/main">
              <a:ext uri="{FF2B5EF4-FFF2-40B4-BE49-F238E27FC236}">
                <a16:creationId xmlns:a16="http://schemas.microsoft.com/office/drawing/2014/main" id="{8F04C585-FE0C-4C91-87C4-5F836587B419}"/>
              </a:ext>
            </a:extLst>
          </p:cNvPr>
          <p:cNvSpPr>
            <a:spLocks xmlns:a="http://schemas.openxmlformats.org/drawingml/2006/main" noGrp="1"/>
          </p:cNvSpPr>
          <p:nvPr/>
        </p:nvSpPr>
        <p:spPr>
          <a:xfrm xmlns:a="http://schemas.openxmlformats.org/drawingml/2006/main">
            <a:off x="609600" y="60483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202485-010007 김동현</a:t>
            </a:r>
          </a:p>
        </p:txBody>
      </p:sp>
    </p:spTree>
    <p:extLst>
      <p:ext uri="{BB962C8B-B14F-4D97-AF65-F5344CB8AC3E}">
        <p14:creationId xmlns:p14="http://schemas.microsoft.com/office/powerpoint/2010/main" val="2112125720"/>
      </p:ext>
    </p:extLst>
  </p:cSld>
</p:sld>
</file>

<file path=ppt/slides/slide2.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5" name="출발점: 순차 계산의 제약">
            <a:extLst xmlns:a="http://schemas.openxmlformats.org/drawingml/2006/main">
              <a:ext uri="{FF2B5EF4-FFF2-40B4-BE49-F238E27FC236}">
                <a16:creationId xmlns:a16="http://schemas.microsoft.com/office/drawing/2014/main" id="{DDF07A0D-BABF-4DE7-9D07-0286ECA60C06}"/>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출발점: 순차 계산의 제약</a:t>
            </a:r>
          </a:p>
        </p:txBody>
      </p:sp>
      <p:sp>
        <p:nvSpPr>
          <p:cNvPr id="2" name="02">
            <a:extLst xmlns:a="http://schemas.openxmlformats.org/drawingml/2006/main">
              <a:ext uri="{FF2B5EF4-FFF2-40B4-BE49-F238E27FC236}">
                <a16:creationId xmlns:a16="http://schemas.microsoft.com/office/drawing/2014/main" id="{369A90DE-9229-43D1-9BAF-5A6B39422F84}"/>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02</a:t>
            </a:r>
          </a:p>
        </p:txBody>
      </p:sp>
      <p:sp>
        <p:nvSpPr>
          <p:cNvPr id="3" name="RNN의 시간축 의존">
            <a:extLst xmlns:a="http://schemas.openxmlformats.org/drawingml/2006/main">
              <a:ext uri="{FF2B5EF4-FFF2-40B4-BE49-F238E27FC236}">
                <a16:creationId xmlns:a16="http://schemas.microsoft.com/office/drawing/2014/main" id="{1853C585-0727-45F9-82DD-59FE613469C4}"/>
              </a:ext>
            </a:extLst>
          </p:cNvPr>
          <p:cNvSpPr>
            <a:spLocks xmlns:a="http://schemas.openxmlformats.org/drawingml/2006/main" noGrp="1"/>
          </p:cNvSpPr>
          <p:nvPr/>
        </p:nvSpPr>
        <p:spPr>
          <a:xfrm xmlns:a="http://schemas.openxmlformats.org/drawingml/2006/main">
            <a:off x="609600" y="1628775"/>
            <a:ext cx="5048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RNN의 시간축 의존</a:t>
            </a:r>
          </a:p>
        </p:txBody>
      </p:sp>
      <p:sp>
        <p:nvSpPr>
          <p:cNvPr id="4" name="토큰 1">
            <a:extLst xmlns:a="http://schemas.openxmlformats.org/drawingml/2006/main">
              <a:ext uri="{FF2B5EF4-FFF2-40B4-BE49-F238E27FC236}">
                <a16:creationId xmlns:a16="http://schemas.microsoft.com/office/drawing/2014/main" id="{FC191E7C-65A5-47B8-82F8-1FC1B4F91589}"/>
              </a:ext>
            </a:extLst>
          </p:cNvPr>
          <p:cNvSpPr>
            <a:spLocks xmlns:a="http://schemas.openxmlformats.org/drawingml/2006/main" noGrp="1"/>
          </p:cNvSpPr>
          <p:nvPr/>
        </p:nvSpPr>
        <p:spPr>
          <a:xfrm xmlns:a="http://schemas.openxmlformats.org/drawingml/2006/main">
            <a:off x="609600" y="23622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토큰 1</a:t>
            </a:r>
          </a:p>
        </p:txBody>
      </p:sp>
      <p:sp>
        <p:nvSpPr>
          <p:cNvPr id="5" name="">
            <a:extLst xmlns:a="http://schemas.openxmlformats.org/drawingml/2006/main">
              <a:ext uri="{FF2B5EF4-FFF2-40B4-BE49-F238E27FC236}">
                <a16:creationId xmlns:a16="http://schemas.microsoft.com/office/drawing/2014/main" id="{A2975E35-DC79-46F6-8220-7E7F56D27FB0}"/>
              </a:ext>
            </a:extLst>
          </p:cNvPr>
          <p:cNvSpPr>
            <a:spLocks xmlns:a="http://schemas.openxmlformats.org/drawingml/2006/main" noGrp="1"/>
          </p:cNvSpPr>
          <p:nvPr/>
        </p:nvSpPr>
        <p:spPr>
          <a:xfrm xmlns:a="http://schemas.openxmlformats.org/drawingml/2006/main">
            <a:off x="609600" y="3048000"/>
            <a:ext cx="1428750" cy="62865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6" name="h1">
            <a:extLst xmlns:a="http://schemas.openxmlformats.org/drawingml/2006/main">
              <a:ext uri="{FF2B5EF4-FFF2-40B4-BE49-F238E27FC236}">
                <a16:creationId xmlns:a16="http://schemas.microsoft.com/office/drawing/2014/main" id="{E99D2B14-3818-46B2-89C8-135950AB03F3}"/>
              </a:ext>
            </a:extLst>
          </p:cNvPr>
          <p:cNvSpPr>
            <a:spLocks xmlns:a="http://schemas.openxmlformats.org/drawingml/2006/main" noGrp="1"/>
          </p:cNvSpPr>
          <p:nvPr/>
        </p:nvSpPr>
        <p:spPr>
          <a:xfrm xmlns:a="http://schemas.openxmlformats.org/drawingml/2006/main">
            <a:off x="609600" y="31623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17262C"/>
                </a:solidFill>
                <a:latin typeface="Noto Sans KR"/>
                <a:ea typeface="Noto Sans KR"/>
                <a:cs typeface="Noto Sans KR"/>
              </a:defRPr>
            </a:defPPr>
            <a:lvl1pPr algn="ctr">
              <a:defRPr sz="2250" b="1">
                <a:solidFill>
                  <a:srgbClr val="17262C"/>
                </a:solidFill>
                <a:latin typeface="Noto Sans KR"/>
                <a:ea typeface="Noto Sans KR"/>
                <a:cs typeface="Noto Sans KR"/>
              </a:defRPr>
            </a:lvl1pPr>
            <a:lvl2pPr algn="ctr">
              <a:defRPr sz="2250" b="1">
                <a:solidFill>
                  <a:srgbClr val="17262C"/>
                </a:solidFill>
                <a:latin typeface="Noto Sans KR"/>
                <a:ea typeface="Noto Sans KR"/>
                <a:cs typeface="Noto Sans KR"/>
              </a:defRPr>
            </a:lvl2pPr>
            <a:lvl3pPr algn="ctr">
              <a:defRPr sz="2250" b="1">
                <a:solidFill>
                  <a:srgbClr val="17262C"/>
                </a:solidFill>
                <a:latin typeface="Noto Sans KR"/>
                <a:ea typeface="Noto Sans KR"/>
                <a:cs typeface="Noto Sans KR"/>
              </a:defRPr>
            </a:lvl3pPr>
            <a:lvl4pPr algn="ctr">
              <a:defRPr sz="2250" b="1">
                <a:solidFill>
                  <a:srgbClr val="17262C"/>
                </a:solidFill>
                <a:latin typeface="Noto Sans KR"/>
                <a:ea typeface="Noto Sans KR"/>
                <a:cs typeface="Noto Sans KR"/>
              </a:defRPr>
            </a:lvl4pPr>
            <a:lvl5pPr algn="ctr">
              <a:defRPr sz="2250" b="1">
                <a:solidFill>
                  <a:srgbClr val="17262C"/>
                </a:solidFill>
                <a:latin typeface="Noto Sans KR"/>
                <a:ea typeface="Noto Sans KR"/>
                <a:cs typeface="Noto Sans KR"/>
              </a:defRPr>
            </a:lvl5pPr>
            <a:lvl6pPr algn="ctr">
              <a:defRPr sz="2250" b="1">
                <a:solidFill>
                  <a:srgbClr val="17262C"/>
                </a:solidFill>
                <a:latin typeface="Noto Sans KR"/>
                <a:ea typeface="Noto Sans KR"/>
                <a:cs typeface="Noto Sans KR"/>
              </a:defRPr>
            </a:lvl6pPr>
            <a:lvl7pPr algn="ctr">
              <a:defRPr sz="2250" b="1">
                <a:solidFill>
                  <a:srgbClr val="17262C"/>
                </a:solidFill>
                <a:latin typeface="Noto Sans KR"/>
                <a:ea typeface="Noto Sans KR"/>
                <a:cs typeface="Noto Sans KR"/>
              </a:defRPr>
            </a:lvl7pPr>
            <a:lvl8pPr algn="ctr">
              <a:defRPr sz="2250" b="1">
                <a:solidFill>
                  <a:srgbClr val="17262C"/>
                </a:solidFill>
                <a:latin typeface="Noto Sans KR"/>
                <a:ea typeface="Noto Sans KR"/>
                <a:cs typeface="Noto Sans KR"/>
              </a:defRPr>
            </a:lvl8pPr>
            <a:lvl9pPr algn="ctr">
              <a:defRPr sz="2250" b="1">
                <a:solidFill>
                  <a:srgbClr val="17262C"/>
                </a:solidFill>
                <a:latin typeface="Noto Sans KR"/>
                <a:ea typeface="Noto Sans KR"/>
                <a:cs typeface="Noto Sans KR"/>
              </a:defRPr>
            </a:lvl9pPr>
          </a:lstStyle>
          <a:p xmlns:a="http://schemas.openxmlformats.org/drawingml/2006/main">
            <a:pPr algn="ctr">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h1</a:t>
            </a:r>
          </a:p>
        </p:txBody>
      </p:sp>
      <p:sp>
        <p:nvSpPr>
          <p:cNvPr id="7" name="">
            <a:extLst xmlns:a="http://schemas.openxmlformats.org/drawingml/2006/main">
              <a:ext uri="{FF2B5EF4-FFF2-40B4-BE49-F238E27FC236}">
                <a16:creationId xmlns:a16="http://schemas.microsoft.com/office/drawing/2014/main" id="{6DDE7CBA-FB42-4D66-A5B9-244DAAB70F01}"/>
              </a:ext>
            </a:extLst>
          </p:cNvPr>
          <p:cNvSpPr>
            <a:spLocks xmlns:a="http://schemas.openxmlformats.org/drawingml/2006/main" noGrp="1"/>
          </p:cNvSpPr>
          <p:nvPr/>
        </p:nvSpPr>
        <p:spPr>
          <a:xfrm xmlns:a="http://schemas.openxmlformats.org/drawingml/2006/main">
            <a:off x="2038350" y="3362325"/>
            <a:ext cx="3619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토큰 2">
            <a:extLst xmlns:a="http://schemas.openxmlformats.org/drawingml/2006/main">
              <a:ext uri="{FF2B5EF4-FFF2-40B4-BE49-F238E27FC236}">
                <a16:creationId xmlns:a16="http://schemas.microsoft.com/office/drawing/2014/main" id="{77505FCC-8003-4F27-B98F-50C9D2577F68}"/>
              </a:ext>
            </a:extLst>
          </p:cNvPr>
          <p:cNvSpPr>
            <a:spLocks xmlns:a="http://schemas.openxmlformats.org/drawingml/2006/main" noGrp="1"/>
          </p:cNvSpPr>
          <p:nvPr/>
        </p:nvSpPr>
        <p:spPr>
          <a:xfrm xmlns:a="http://schemas.openxmlformats.org/drawingml/2006/main">
            <a:off x="2400300" y="23622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토큰 2</a:t>
            </a:r>
          </a:p>
        </p:txBody>
      </p:sp>
      <p:sp>
        <p:nvSpPr>
          <p:cNvPr id="9" name="">
            <a:extLst xmlns:a="http://schemas.openxmlformats.org/drawingml/2006/main">
              <a:ext uri="{FF2B5EF4-FFF2-40B4-BE49-F238E27FC236}">
                <a16:creationId xmlns:a16="http://schemas.microsoft.com/office/drawing/2014/main" id="{F2E88741-81C9-4BE8-A9B9-0FD37092B07D}"/>
              </a:ext>
            </a:extLst>
          </p:cNvPr>
          <p:cNvSpPr>
            <a:spLocks xmlns:a="http://schemas.openxmlformats.org/drawingml/2006/main" noGrp="1"/>
          </p:cNvSpPr>
          <p:nvPr/>
        </p:nvSpPr>
        <p:spPr>
          <a:xfrm xmlns:a="http://schemas.openxmlformats.org/drawingml/2006/main">
            <a:off x="2400300" y="3048000"/>
            <a:ext cx="1428750" cy="62865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0" name="h2">
            <a:extLst xmlns:a="http://schemas.openxmlformats.org/drawingml/2006/main">
              <a:ext uri="{FF2B5EF4-FFF2-40B4-BE49-F238E27FC236}">
                <a16:creationId xmlns:a16="http://schemas.microsoft.com/office/drawing/2014/main" id="{A7430EB4-47D0-4E2D-BBD3-48C8269CA77D}"/>
              </a:ext>
            </a:extLst>
          </p:cNvPr>
          <p:cNvSpPr>
            <a:spLocks xmlns:a="http://schemas.openxmlformats.org/drawingml/2006/main" noGrp="1"/>
          </p:cNvSpPr>
          <p:nvPr/>
        </p:nvSpPr>
        <p:spPr>
          <a:xfrm xmlns:a="http://schemas.openxmlformats.org/drawingml/2006/main">
            <a:off x="2400300" y="31623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17262C"/>
                </a:solidFill>
                <a:latin typeface="Noto Sans KR"/>
                <a:ea typeface="Noto Sans KR"/>
                <a:cs typeface="Noto Sans KR"/>
              </a:defRPr>
            </a:defPPr>
            <a:lvl1pPr algn="ctr">
              <a:defRPr sz="2250" b="1">
                <a:solidFill>
                  <a:srgbClr val="17262C"/>
                </a:solidFill>
                <a:latin typeface="Noto Sans KR"/>
                <a:ea typeface="Noto Sans KR"/>
                <a:cs typeface="Noto Sans KR"/>
              </a:defRPr>
            </a:lvl1pPr>
            <a:lvl2pPr algn="ctr">
              <a:defRPr sz="2250" b="1">
                <a:solidFill>
                  <a:srgbClr val="17262C"/>
                </a:solidFill>
                <a:latin typeface="Noto Sans KR"/>
                <a:ea typeface="Noto Sans KR"/>
                <a:cs typeface="Noto Sans KR"/>
              </a:defRPr>
            </a:lvl2pPr>
            <a:lvl3pPr algn="ctr">
              <a:defRPr sz="2250" b="1">
                <a:solidFill>
                  <a:srgbClr val="17262C"/>
                </a:solidFill>
                <a:latin typeface="Noto Sans KR"/>
                <a:ea typeface="Noto Sans KR"/>
                <a:cs typeface="Noto Sans KR"/>
              </a:defRPr>
            </a:lvl3pPr>
            <a:lvl4pPr algn="ctr">
              <a:defRPr sz="2250" b="1">
                <a:solidFill>
                  <a:srgbClr val="17262C"/>
                </a:solidFill>
                <a:latin typeface="Noto Sans KR"/>
                <a:ea typeface="Noto Sans KR"/>
                <a:cs typeface="Noto Sans KR"/>
              </a:defRPr>
            </a:lvl4pPr>
            <a:lvl5pPr algn="ctr">
              <a:defRPr sz="2250" b="1">
                <a:solidFill>
                  <a:srgbClr val="17262C"/>
                </a:solidFill>
                <a:latin typeface="Noto Sans KR"/>
                <a:ea typeface="Noto Sans KR"/>
                <a:cs typeface="Noto Sans KR"/>
              </a:defRPr>
            </a:lvl5pPr>
            <a:lvl6pPr algn="ctr">
              <a:defRPr sz="2250" b="1">
                <a:solidFill>
                  <a:srgbClr val="17262C"/>
                </a:solidFill>
                <a:latin typeface="Noto Sans KR"/>
                <a:ea typeface="Noto Sans KR"/>
                <a:cs typeface="Noto Sans KR"/>
              </a:defRPr>
            </a:lvl6pPr>
            <a:lvl7pPr algn="ctr">
              <a:defRPr sz="2250" b="1">
                <a:solidFill>
                  <a:srgbClr val="17262C"/>
                </a:solidFill>
                <a:latin typeface="Noto Sans KR"/>
                <a:ea typeface="Noto Sans KR"/>
                <a:cs typeface="Noto Sans KR"/>
              </a:defRPr>
            </a:lvl7pPr>
            <a:lvl8pPr algn="ctr">
              <a:defRPr sz="2250" b="1">
                <a:solidFill>
                  <a:srgbClr val="17262C"/>
                </a:solidFill>
                <a:latin typeface="Noto Sans KR"/>
                <a:ea typeface="Noto Sans KR"/>
                <a:cs typeface="Noto Sans KR"/>
              </a:defRPr>
            </a:lvl8pPr>
            <a:lvl9pPr algn="ctr">
              <a:defRPr sz="2250" b="1">
                <a:solidFill>
                  <a:srgbClr val="17262C"/>
                </a:solidFill>
                <a:latin typeface="Noto Sans KR"/>
                <a:ea typeface="Noto Sans KR"/>
                <a:cs typeface="Noto Sans KR"/>
              </a:defRPr>
            </a:lvl9pPr>
          </a:lstStyle>
          <a:p xmlns:a="http://schemas.openxmlformats.org/drawingml/2006/main">
            <a:pPr algn="ctr">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h2</a:t>
            </a:r>
          </a:p>
        </p:txBody>
      </p:sp>
      <p:sp>
        <p:nvSpPr>
          <p:cNvPr id="11" name="">
            <a:extLst xmlns:a="http://schemas.openxmlformats.org/drawingml/2006/main">
              <a:ext uri="{FF2B5EF4-FFF2-40B4-BE49-F238E27FC236}">
                <a16:creationId xmlns:a16="http://schemas.microsoft.com/office/drawing/2014/main" id="{9D58EA2D-F35A-4BBE-8C3D-6400AD1AA175}"/>
              </a:ext>
            </a:extLst>
          </p:cNvPr>
          <p:cNvSpPr>
            <a:spLocks xmlns:a="http://schemas.openxmlformats.org/drawingml/2006/main" noGrp="1"/>
          </p:cNvSpPr>
          <p:nvPr/>
        </p:nvSpPr>
        <p:spPr>
          <a:xfrm xmlns:a="http://schemas.openxmlformats.org/drawingml/2006/main">
            <a:off x="3829050" y="3362325"/>
            <a:ext cx="3619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2" name="토큰 3">
            <a:extLst xmlns:a="http://schemas.openxmlformats.org/drawingml/2006/main">
              <a:ext uri="{FF2B5EF4-FFF2-40B4-BE49-F238E27FC236}">
                <a16:creationId xmlns:a16="http://schemas.microsoft.com/office/drawing/2014/main" id="{A8617E1D-841E-4B7B-B455-C7377346DE68}"/>
              </a:ext>
            </a:extLst>
          </p:cNvPr>
          <p:cNvSpPr>
            <a:spLocks xmlns:a="http://schemas.openxmlformats.org/drawingml/2006/main" noGrp="1"/>
          </p:cNvSpPr>
          <p:nvPr/>
        </p:nvSpPr>
        <p:spPr>
          <a:xfrm xmlns:a="http://schemas.openxmlformats.org/drawingml/2006/main">
            <a:off x="4191000" y="23622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토큰 3</a:t>
            </a:r>
          </a:p>
        </p:txBody>
      </p:sp>
      <p:sp>
        <p:nvSpPr>
          <p:cNvPr id="13" name="">
            <a:extLst xmlns:a="http://schemas.openxmlformats.org/drawingml/2006/main">
              <a:ext uri="{FF2B5EF4-FFF2-40B4-BE49-F238E27FC236}">
                <a16:creationId xmlns:a16="http://schemas.microsoft.com/office/drawing/2014/main" id="{85D398E7-91EB-4F93-8F7B-7B1A95327082}"/>
              </a:ext>
            </a:extLst>
          </p:cNvPr>
          <p:cNvSpPr>
            <a:spLocks xmlns:a="http://schemas.openxmlformats.org/drawingml/2006/main" noGrp="1"/>
          </p:cNvSpPr>
          <p:nvPr/>
        </p:nvSpPr>
        <p:spPr>
          <a:xfrm xmlns:a="http://schemas.openxmlformats.org/drawingml/2006/main">
            <a:off x="4191000" y="3048000"/>
            <a:ext cx="1428750" cy="62865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4" name="h3">
            <a:extLst xmlns:a="http://schemas.openxmlformats.org/drawingml/2006/main">
              <a:ext uri="{FF2B5EF4-FFF2-40B4-BE49-F238E27FC236}">
                <a16:creationId xmlns:a16="http://schemas.microsoft.com/office/drawing/2014/main" id="{CF381431-E234-4999-BAFA-F795E34AEEE9}"/>
              </a:ext>
            </a:extLst>
          </p:cNvPr>
          <p:cNvSpPr>
            <a:spLocks xmlns:a="http://schemas.openxmlformats.org/drawingml/2006/main" noGrp="1"/>
          </p:cNvSpPr>
          <p:nvPr/>
        </p:nvSpPr>
        <p:spPr>
          <a:xfrm xmlns:a="http://schemas.openxmlformats.org/drawingml/2006/main">
            <a:off x="4191000" y="31623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17262C"/>
                </a:solidFill>
                <a:latin typeface="Noto Sans KR"/>
                <a:ea typeface="Noto Sans KR"/>
                <a:cs typeface="Noto Sans KR"/>
              </a:defRPr>
            </a:defPPr>
            <a:lvl1pPr algn="ctr">
              <a:defRPr sz="2250" b="1">
                <a:solidFill>
                  <a:srgbClr val="17262C"/>
                </a:solidFill>
                <a:latin typeface="Noto Sans KR"/>
                <a:ea typeface="Noto Sans KR"/>
                <a:cs typeface="Noto Sans KR"/>
              </a:defRPr>
            </a:lvl1pPr>
            <a:lvl2pPr algn="ctr">
              <a:defRPr sz="2250" b="1">
                <a:solidFill>
                  <a:srgbClr val="17262C"/>
                </a:solidFill>
                <a:latin typeface="Noto Sans KR"/>
                <a:ea typeface="Noto Sans KR"/>
                <a:cs typeface="Noto Sans KR"/>
              </a:defRPr>
            </a:lvl2pPr>
            <a:lvl3pPr algn="ctr">
              <a:defRPr sz="2250" b="1">
                <a:solidFill>
                  <a:srgbClr val="17262C"/>
                </a:solidFill>
                <a:latin typeface="Noto Sans KR"/>
                <a:ea typeface="Noto Sans KR"/>
                <a:cs typeface="Noto Sans KR"/>
              </a:defRPr>
            </a:lvl3pPr>
            <a:lvl4pPr algn="ctr">
              <a:defRPr sz="2250" b="1">
                <a:solidFill>
                  <a:srgbClr val="17262C"/>
                </a:solidFill>
                <a:latin typeface="Noto Sans KR"/>
                <a:ea typeface="Noto Sans KR"/>
                <a:cs typeface="Noto Sans KR"/>
              </a:defRPr>
            </a:lvl4pPr>
            <a:lvl5pPr algn="ctr">
              <a:defRPr sz="2250" b="1">
                <a:solidFill>
                  <a:srgbClr val="17262C"/>
                </a:solidFill>
                <a:latin typeface="Noto Sans KR"/>
                <a:ea typeface="Noto Sans KR"/>
                <a:cs typeface="Noto Sans KR"/>
              </a:defRPr>
            </a:lvl5pPr>
            <a:lvl6pPr algn="ctr">
              <a:defRPr sz="2250" b="1">
                <a:solidFill>
                  <a:srgbClr val="17262C"/>
                </a:solidFill>
                <a:latin typeface="Noto Sans KR"/>
                <a:ea typeface="Noto Sans KR"/>
                <a:cs typeface="Noto Sans KR"/>
              </a:defRPr>
            </a:lvl6pPr>
            <a:lvl7pPr algn="ctr">
              <a:defRPr sz="2250" b="1">
                <a:solidFill>
                  <a:srgbClr val="17262C"/>
                </a:solidFill>
                <a:latin typeface="Noto Sans KR"/>
                <a:ea typeface="Noto Sans KR"/>
                <a:cs typeface="Noto Sans KR"/>
              </a:defRPr>
            </a:lvl7pPr>
            <a:lvl8pPr algn="ctr">
              <a:defRPr sz="2250" b="1">
                <a:solidFill>
                  <a:srgbClr val="17262C"/>
                </a:solidFill>
                <a:latin typeface="Noto Sans KR"/>
                <a:ea typeface="Noto Sans KR"/>
                <a:cs typeface="Noto Sans KR"/>
              </a:defRPr>
            </a:lvl8pPr>
            <a:lvl9pPr algn="ctr">
              <a:defRPr sz="2250" b="1">
                <a:solidFill>
                  <a:srgbClr val="17262C"/>
                </a:solidFill>
                <a:latin typeface="Noto Sans KR"/>
                <a:ea typeface="Noto Sans KR"/>
                <a:cs typeface="Noto Sans KR"/>
              </a:defRPr>
            </a:lvl9pPr>
          </a:lstStyle>
          <a:p xmlns:a="http://schemas.openxmlformats.org/drawingml/2006/main">
            <a:pPr algn="ctr">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h3</a:t>
            </a:r>
          </a:p>
        </p:txBody>
      </p:sp>
      <p:sp>
        <p:nvSpPr>
          <p:cNvPr id="15" name="">
            <a:extLst xmlns:a="http://schemas.openxmlformats.org/drawingml/2006/main">
              <a:ext uri="{FF2B5EF4-FFF2-40B4-BE49-F238E27FC236}">
                <a16:creationId xmlns:a16="http://schemas.microsoft.com/office/drawing/2014/main" id="{03727D8D-898B-48F0-8885-11A39ACC7FD2}"/>
              </a:ext>
            </a:extLst>
          </p:cNvPr>
          <p:cNvSpPr>
            <a:spLocks xmlns:a="http://schemas.openxmlformats.org/drawingml/2006/main" noGrp="1"/>
          </p:cNvSpPr>
          <p:nvPr/>
        </p:nvSpPr>
        <p:spPr>
          <a:xfrm xmlns:a="http://schemas.openxmlformats.org/drawingml/2006/main">
            <a:off x="5619750" y="3362325"/>
            <a:ext cx="3619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6" name="토큰 4">
            <a:extLst xmlns:a="http://schemas.openxmlformats.org/drawingml/2006/main">
              <a:ext uri="{FF2B5EF4-FFF2-40B4-BE49-F238E27FC236}">
                <a16:creationId xmlns:a16="http://schemas.microsoft.com/office/drawing/2014/main" id="{ADA52263-F6FB-4E6C-9BB1-43BD8965DD83}"/>
              </a:ext>
            </a:extLst>
          </p:cNvPr>
          <p:cNvSpPr>
            <a:spLocks xmlns:a="http://schemas.openxmlformats.org/drawingml/2006/main" noGrp="1"/>
          </p:cNvSpPr>
          <p:nvPr/>
        </p:nvSpPr>
        <p:spPr>
          <a:xfrm xmlns:a="http://schemas.openxmlformats.org/drawingml/2006/main">
            <a:off x="5981700" y="2362200"/>
            <a:ext cx="142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토큰 4</a:t>
            </a:r>
          </a:p>
        </p:txBody>
      </p:sp>
      <p:sp>
        <p:nvSpPr>
          <p:cNvPr id="17" name="">
            <a:extLst xmlns:a="http://schemas.openxmlformats.org/drawingml/2006/main">
              <a:ext uri="{FF2B5EF4-FFF2-40B4-BE49-F238E27FC236}">
                <a16:creationId xmlns:a16="http://schemas.microsoft.com/office/drawing/2014/main" id="{359F2A15-B35F-4DAE-8646-A707919A96D8}"/>
              </a:ext>
            </a:extLst>
          </p:cNvPr>
          <p:cNvSpPr>
            <a:spLocks xmlns:a="http://schemas.openxmlformats.org/drawingml/2006/main" noGrp="1"/>
          </p:cNvSpPr>
          <p:nvPr/>
        </p:nvSpPr>
        <p:spPr>
          <a:xfrm xmlns:a="http://schemas.openxmlformats.org/drawingml/2006/main">
            <a:off x="5981700" y="3048000"/>
            <a:ext cx="1428750" cy="62865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8" name="h4">
            <a:extLst xmlns:a="http://schemas.openxmlformats.org/drawingml/2006/main">
              <a:ext uri="{FF2B5EF4-FFF2-40B4-BE49-F238E27FC236}">
                <a16:creationId xmlns:a16="http://schemas.microsoft.com/office/drawing/2014/main" id="{5980105F-BAB0-4B43-8724-43E133155149}"/>
              </a:ext>
            </a:extLst>
          </p:cNvPr>
          <p:cNvSpPr>
            <a:spLocks xmlns:a="http://schemas.openxmlformats.org/drawingml/2006/main" noGrp="1"/>
          </p:cNvSpPr>
          <p:nvPr/>
        </p:nvSpPr>
        <p:spPr>
          <a:xfrm xmlns:a="http://schemas.openxmlformats.org/drawingml/2006/main">
            <a:off x="5981700" y="316230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17262C"/>
                </a:solidFill>
                <a:latin typeface="Noto Sans KR"/>
                <a:ea typeface="Noto Sans KR"/>
                <a:cs typeface="Noto Sans KR"/>
              </a:defRPr>
            </a:defPPr>
            <a:lvl1pPr algn="ctr">
              <a:defRPr sz="2250" b="1">
                <a:solidFill>
                  <a:srgbClr val="17262C"/>
                </a:solidFill>
                <a:latin typeface="Noto Sans KR"/>
                <a:ea typeface="Noto Sans KR"/>
                <a:cs typeface="Noto Sans KR"/>
              </a:defRPr>
            </a:lvl1pPr>
            <a:lvl2pPr algn="ctr">
              <a:defRPr sz="2250" b="1">
                <a:solidFill>
                  <a:srgbClr val="17262C"/>
                </a:solidFill>
                <a:latin typeface="Noto Sans KR"/>
                <a:ea typeface="Noto Sans KR"/>
                <a:cs typeface="Noto Sans KR"/>
              </a:defRPr>
            </a:lvl2pPr>
            <a:lvl3pPr algn="ctr">
              <a:defRPr sz="2250" b="1">
                <a:solidFill>
                  <a:srgbClr val="17262C"/>
                </a:solidFill>
                <a:latin typeface="Noto Sans KR"/>
                <a:ea typeface="Noto Sans KR"/>
                <a:cs typeface="Noto Sans KR"/>
              </a:defRPr>
            </a:lvl3pPr>
            <a:lvl4pPr algn="ctr">
              <a:defRPr sz="2250" b="1">
                <a:solidFill>
                  <a:srgbClr val="17262C"/>
                </a:solidFill>
                <a:latin typeface="Noto Sans KR"/>
                <a:ea typeface="Noto Sans KR"/>
                <a:cs typeface="Noto Sans KR"/>
              </a:defRPr>
            </a:lvl4pPr>
            <a:lvl5pPr algn="ctr">
              <a:defRPr sz="2250" b="1">
                <a:solidFill>
                  <a:srgbClr val="17262C"/>
                </a:solidFill>
                <a:latin typeface="Noto Sans KR"/>
                <a:ea typeface="Noto Sans KR"/>
                <a:cs typeface="Noto Sans KR"/>
              </a:defRPr>
            </a:lvl5pPr>
            <a:lvl6pPr algn="ctr">
              <a:defRPr sz="2250" b="1">
                <a:solidFill>
                  <a:srgbClr val="17262C"/>
                </a:solidFill>
                <a:latin typeface="Noto Sans KR"/>
                <a:ea typeface="Noto Sans KR"/>
                <a:cs typeface="Noto Sans KR"/>
              </a:defRPr>
            </a:lvl6pPr>
            <a:lvl7pPr algn="ctr">
              <a:defRPr sz="2250" b="1">
                <a:solidFill>
                  <a:srgbClr val="17262C"/>
                </a:solidFill>
                <a:latin typeface="Noto Sans KR"/>
                <a:ea typeface="Noto Sans KR"/>
                <a:cs typeface="Noto Sans KR"/>
              </a:defRPr>
            </a:lvl7pPr>
            <a:lvl8pPr algn="ctr">
              <a:defRPr sz="2250" b="1">
                <a:solidFill>
                  <a:srgbClr val="17262C"/>
                </a:solidFill>
                <a:latin typeface="Noto Sans KR"/>
                <a:ea typeface="Noto Sans KR"/>
                <a:cs typeface="Noto Sans KR"/>
              </a:defRPr>
            </a:lvl8pPr>
            <a:lvl9pPr algn="ctr">
              <a:defRPr sz="2250" b="1">
                <a:solidFill>
                  <a:srgbClr val="17262C"/>
                </a:solidFill>
                <a:latin typeface="Noto Sans KR"/>
                <a:ea typeface="Noto Sans KR"/>
                <a:cs typeface="Noto Sans KR"/>
              </a:defRPr>
            </a:lvl9pPr>
          </a:lstStyle>
          <a:p xmlns:a="http://schemas.openxmlformats.org/drawingml/2006/main">
            <a:pPr algn="ctr">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h4</a:t>
            </a:r>
          </a:p>
        </p:txBody>
      </p:sp>
      <p:sp>
        <p:nvSpPr>
          <p:cNvPr id="19" name="이전 상태가 다음 상태의 계산을 결정">
            <a:extLst xmlns:a="http://schemas.openxmlformats.org/drawingml/2006/main">
              <a:ext uri="{FF2B5EF4-FFF2-40B4-BE49-F238E27FC236}">
                <a16:creationId xmlns:a16="http://schemas.microsoft.com/office/drawing/2014/main" id="{F4B2B5B0-2554-43EE-B6B1-1307331297A0}"/>
              </a:ext>
            </a:extLst>
          </p:cNvPr>
          <p:cNvSpPr>
            <a:spLocks xmlns:a="http://schemas.openxmlformats.org/drawingml/2006/main" noGrp="1"/>
          </p:cNvSpPr>
          <p:nvPr/>
        </p:nvSpPr>
        <p:spPr>
          <a:xfrm xmlns:a="http://schemas.openxmlformats.org/drawingml/2006/main">
            <a:off x="609600" y="4171950"/>
            <a:ext cx="723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625" b="1">
                <a:solidFill>
                  <a:srgbClr val="17262C"/>
                </a:solidFill>
                <a:latin typeface="Noto Sans KR"/>
                <a:ea typeface="Noto Sans KR"/>
                <a:cs typeface="Noto Sans KR"/>
              </a:defRPr>
            </a:defPPr>
            <a:lvl1pPr algn="l">
              <a:defRPr sz="2625" b="1">
                <a:solidFill>
                  <a:srgbClr val="17262C"/>
                </a:solidFill>
                <a:latin typeface="Noto Sans KR"/>
                <a:ea typeface="Noto Sans KR"/>
                <a:cs typeface="Noto Sans KR"/>
              </a:defRPr>
            </a:lvl1pPr>
            <a:lvl2pPr algn="l">
              <a:defRPr sz="2625" b="1">
                <a:solidFill>
                  <a:srgbClr val="17262C"/>
                </a:solidFill>
                <a:latin typeface="Noto Sans KR"/>
                <a:ea typeface="Noto Sans KR"/>
                <a:cs typeface="Noto Sans KR"/>
              </a:defRPr>
            </a:lvl2pPr>
            <a:lvl3pPr algn="l">
              <a:defRPr sz="2625" b="1">
                <a:solidFill>
                  <a:srgbClr val="17262C"/>
                </a:solidFill>
                <a:latin typeface="Noto Sans KR"/>
                <a:ea typeface="Noto Sans KR"/>
                <a:cs typeface="Noto Sans KR"/>
              </a:defRPr>
            </a:lvl3pPr>
            <a:lvl4pPr algn="l">
              <a:defRPr sz="2625" b="1">
                <a:solidFill>
                  <a:srgbClr val="17262C"/>
                </a:solidFill>
                <a:latin typeface="Noto Sans KR"/>
                <a:ea typeface="Noto Sans KR"/>
                <a:cs typeface="Noto Sans KR"/>
              </a:defRPr>
            </a:lvl4pPr>
            <a:lvl5pPr algn="l">
              <a:defRPr sz="2625" b="1">
                <a:solidFill>
                  <a:srgbClr val="17262C"/>
                </a:solidFill>
                <a:latin typeface="Noto Sans KR"/>
                <a:ea typeface="Noto Sans KR"/>
                <a:cs typeface="Noto Sans KR"/>
              </a:defRPr>
            </a:lvl5pPr>
            <a:lvl6pPr algn="l">
              <a:defRPr sz="2625" b="1">
                <a:solidFill>
                  <a:srgbClr val="17262C"/>
                </a:solidFill>
                <a:latin typeface="Noto Sans KR"/>
                <a:ea typeface="Noto Sans KR"/>
                <a:cs typeface="Noto Sans KR"/>
              </a:defRPr>
            </a:lvl6pPr>
            <a:lvl7pPr algn="l">
              <a:defRPr sz="2625" b="1">
                <a:solidFill>
                  <a:srgbClr val="17262C"/>
                </a:solidFill>
                <a:latin typeface="Noto Sans KR"/>
                <a:ea typeface="Noto Sans KR"/>
                <a:cs typeface="Noto Sans KR"/>
              </a:defRPr>
            </a:lvl7pPr>
            <a:lvl8pPr algn="l">
              <a:defRPr sz="2625" b="1">
                <a:solidFill>
                  <a:srgbClr val="17262C"/>
                </a:solidFill>
                <a:latin typeface="Noto Sans KR"/>
                <a:ea typeface="Noto Sans KR"/>
                <a:cs typeface="Noto Sans KR"/>
              </a:defRPr>
            </a:lvl8pPr>
            <a:lvl9pPr algn="l">
              <a:defRPr sz="2625" b="1">
                <a:solidFill>
                  <a:srgbClr val="17262C"/>
                </a:solidFill>
                <a:latin typeface="Noto Sans KR"/>
                <a:ea typeface="Noto Sans KR"/>
                <a:cs typeface="Noto Sans KR"/>
              </a:defRPr>
            </a:lvl9pPr>
          </a:lstStyle>
          <a:p xmlns:a="http://schemas.openxmlformats.org/drawingml/2006/main">
            <a:pPr algn="l">
              <a:defRPr sz="2625" b="1">
                <a:solidFill>
                  <a:srgbClr val="17262C"/>
                </a:solidFill>
                <a:latin typeface="Noto Sans KR"/>
                <a:ea typeface="Noto Sans KR"/>
                <a:cs typeface="Noto Sans KR"/>
              </a:defRPr>
            </a:pPr>
            <a:r>
              <a:rPr sz="2625" b="1">
                <a:solidFill>
                  <a:srgbClr val="17262C"/>
                </a:solidFill>
                <a:latin typeface="Noto Sans KR"/>
                <a:ea typeface="Noto Sans KR"/>
                <a:cs typeface="Noto Sans KR"/>
              </a:rPr>
              <a:t>이전 상태가 다음 상태의 계산을 결정</a:t>
            </a:r>
          </a:p>
        </p:txBody>
      </p:sp>
      <p:sp>
        <p:nvSpPr>
          <p:cNvPr id="20" name="">
            <a:extLst xmlns:a="http://schemas.openxmlformats.org/drawingml/2006/main">
              <a:ext uri="{FF2B5EF4-FFF2-40B4-BE49-F238E27FC236}">
                <a16:creationId xmlns:a16="http://schemas.microsoft.com/office/drawing/2014/main" id="{5F8D30A7-E920-4069-8F65-FFE14EA5A49F}"/>
              </a:ext>
            </a:extLst>
          </p:cNvPr>
          <p:cNvSpPr>
            <a:spLocks xmlns:a="http://schemas.openxmlformats.org/drawingml/2006/main" noGrp="1"/>
          </p:cNvSpPr>
          <p:nvPr/>
        </p:nvSpPr>
        <p:spPr>
          <a:xfrm xmlns:a="http://schemas.openxmlformats.org/drawingml/2006/main">
            <a:off x="8324850" y="2143125"/>
            <a:ext cx="0" cy="32861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1" name="Transformer">
            <a:extLst xmlns:a="http://schemas.openxmlformats.org/drawingml/2006/main">
              <a:ext uri="{FF2B5EF4-FFF2-40B4-BE49-F238E27FC236}">
                <a16:creationId xmlns:a16="http://schemas.microsoft.com/office/drawing/2014/main" id="{B7F7A54C-CA6D-40A1-A1F7-23B65E324E88}"/>
              </a:ext>
            </a:extLst>
          </p:cNvPr>
          <p:cNvSpPr>
            <a:spLocks xmlns:a="http://schemas.openxmlformats.org/drawingml/2006/main" noGrp="1"/>
          </p:cNvSpPr>
          <p:nvPr/>
        </p:nvSpPr>
        <p:spPr>
          <a:xfrm xmlns:a="http://schemas.openxmlformats.org/drawingml/2006/main">
            <a:off x="8829675" y="2228850"/>
            <a:ext cx="27527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7262C"/>
                </a:solidFill>
                <a:latin typeface="Noto Sans KR"/>
                <a:ea typeface="Noto Sans KR"/>
                <a:cs typeface="Noto Sans KR"/>
              </a:defRPr>
            </a:defPPr>
            <a:lvl1pPr algn="l">
              <a:defRPr sz="2100" b="1">
                <a:solidFill>
                  <a:srgbClr val="17262C"/>
                </a:solidFill>
                <a:latin typeface="Noto Sans KR"/>
                <a:ea typeface="Noto Sans KR"/>
                <a:cs typeface="Noto Sans KR"/>
              </a:defRPr>
            </a:lvl1pPr>
            <a:lvl2pPr algn="l">
              <a:defRPr sz="2100" b="1">
                <a:solidFill>
                  <a:srgbClr val="17262C"/>
                </a:solidFill>
                <a:latin typeface="Noto Sans KR"/>
                <a:ea typeface="Noto Sans KR"/>
                <a:cs typeface="Noto Sans KR"/>
              </a:defRPr>
            </a:lvl2pPr>
            <a:lvl3pPr algn="l">
              <a:defRPr sz="2100" b="1">
                <a:solidFill>
                  <a:srgbClr val="17262C"/>
                </a:solidFill>
                <a:latin typeface="Noto Sans KR"/>
                <a:ea typeface="Noto Sans KR"/>
                <a:cs typeface="Noto Sans KR"/>
              </a:defRPr>
            </a:lvl3pPr>
            <a:lvl4pPr algn="l">
              <a:defRPr sz="2100" b="1">
                <a:solidFill>
                  <a:srgbClr val="17262C"/>
                </a:solidFill>
                <a:latin typeface="Noto Sans KR"/>
                <a:ea typeface="Noto Sans KR"/>
                <a:cs typeface="Noto Sans KR"/>
              </a:defRPr>
            </a:lvl4pPr>
            <a:lvl5pPr algn="l">
              <a:defRPr sz="2100" b="1">
                <a:solidFill>
                  <a:srgbClr val="17262C"/>
                </a:solidFill>
                <a:latin typeface="Noto Sans KR"/>
                <a:ea typeface="Noto Sans KR"/>
                <a:cs typeface="Noto Sans KR"/>
              </a:defRPr>
            </a:lvl5pPr>
            <a:lvl6pPr algn="l">
              <a:defRPr sz="2100" b="1">
                <a:solidFill>
                  <a:srgbClr val="17262C"/>
                </a:solidFill>
                <a:latin typeface="Noto Sans KR"/>
                <a:ea typeface="Noto Sans KR"/>
                <a:cs typeface="Noto Sans KR"/>
              </a:defRPr>
            </a:lvl6pPr>
            <a:lvl7pPr algn="l">
              <a:defRPr sz="2100" b="1">
                <a:solidFill>
                  <a:srgbClr val="17262C"/>
                </a:solidFill>
                <a:latin typeface="Noto Sans KR"/>
                <a:ea typeface="Noto Sans KR"/>
                <a:cs typeface="Noto Sans KR"/>
              </a:defRPr>
            </a:lvl7pPr>
            <a:lvl8pPr algn="l">
              <a:defRPr sz="2100" b="1">
                <a:solidFill>
                  <a:srgbClr val="17262C"/>
                </a:solidFill>
                <a:latin typeface="Noto Sans KR"/>
                <a:ea typeface="Noto Sans KR"/>
                <a:cs typeface="Noto Sans KR"/>
              </a:defRPr>
            </a:lvl8pPr>
            <a:lvl9pPr algn="l">
              <a:defRPr sz="2100" b="1">
                <a:solidFill>
                  <a:srgbClr val="17262C"/>
                </a:solidFill>
                <a:latin typeface="Noto Sans KR"/>
                <a:ea typeface="Noto Sans KR"/>
                <a:cs typeface="Noto Sans KR"/>
              </a:defRPr>
            </a:lvl9pPr>
          </a:lstStyle>
          <a:p xmlns:a="http://schemas.openxmlformats.org/drawingml/2006/main">
            <a:pPr algn="l">
              <a:defRPr sz="2100" b="1">
                <a:solidFill>
                  <a:srgbClr val="17262C"/>
                </a:solidFill>
                <a:latin typeface="Noto Sans KR"/>
                <a:ea typeface="Noto Sans KR"/>
                <a:cs typeface="Noto Sans KR"/>
              </a:defRPr>
            </a:pPr>
            <a:r>
              <a:rPr sz="2100" b="1">
                <a:solidFill>
                  <a:srgbClr val="17262C"/>
                </a:solidFill>
                <a:latin typeface="Noto Sans KR"/>
                <a:ea typeface="Noto Sans KR"/>
                <a:cs typeface="Noto Sans KR"/>
              </a:rPr>
              <a:t>Transformer</a:t>
            </a:r>
          </a:p>
        </p:txBody>
      </p:sp>
      <p:sp>
        <p:nvSpPr>
          <p:cNvPr id="22" name="모든 위치의 관계를 행렬 연산으로 계산">
            <a:extLst xmlns:a="http://schemas.openxmlformats.org/drawingml/2006/main">
              <a:ext uri="{FF2B5EF4-FFF2-40B4-BE49-F238E27FC236}">
                <a16:creationId xmlns:a16="http://schemas.microsoft.com/office/drawing/2014/main" id="{FAAC4F3C-8608-46DF-85D9-ADB586FB4B86}"/>
              </a:ext>
            </a:extLst>
          </p:cNvPr>
          <p:cNvSpPr>
            <a:spLocks xmlns:a="http://schemas.openxmlformats.org/drawingml/2006/main" noGrp="1"/>
          </p:cNvSpPr>
          <p:nvPr/>
        </p:nvSpPr>
        <p:spPr>
          <a:xfrm xmlns:a="http://schemas.openxmlformats.org/drawingml/2006/main">
            <a:off x="8829675" y="3000375"/>
            <a:ext cx="27527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0">
                <a:solidFill>
                  <a:srgbClr val="17262C"/>
                </a:solidFill>
                <a:latin typeface="Noto Sans KR"/>
                <a:ea typeface="Noto Sans KR"/>
                <a:cs typeface="Noto Sans KR"/>
              </a:defRPr>
            </a:defPPr>
            <a:lvl1pPr algn="l">
              <a:defRPr sz="2175" b="0">
                <a:solidFill>
                  <a:srgbClr val="17262C"/>
                </a:solidFill>
                <a:latin typeface="Noto Sans KR"/>
                <a:ea typeface="Noto Sans KR"/>
                <a:cs typeface="Noto Sans KR"/>
              </a:defRPr>
            </a:lvl1pPr>
            <a:lvl2pPr algn="l">
              <a:defRPr sz="2175" b="0">
                <a:solidFill>
                  <a:srgbClr val="17262C"/>
                </a:solidFill>
                <a:latin typeface="Noto Sans KR"/>
                <a:ea typeface="Noto Sans KR"/>
                <a:cs typeface="Noto Sans KR"/>
              </a:defRPr>
            </a:lvl2pPr>
            <a:lvl3pPr algn="l">
              <a:defRPr sz="2175" b="0">
                <a:solidFill>
                  <a:srgbClr val="17262C"/>
                </a:solidFill>
                <a:latin typeface="Noto Sans KR"/>
                <a:ea typeface="Noto Sans KR"/>
                <a:cs typeface="Noto Sans KR"/>
              </a:defRPr>
            </a:lvl3pPr>
            <a:lvl4pPr algn="l">
              <a:defRPr sz="2175" b="0">
                <a:solidFill>
                  <a:srgbClr val="17262C"/>
                </a:solidFill>
                <a:latin typeface="Noto Sans KR"/>
                <a:ea typeface="Noto Sans KR"/>
                <a:cs typeface="Noto Sans KR"/>
              </a:defRPr>
            </a:lvl4pPr>
            <a:lvl5pPr algn="l">
              <a:defRPr sz="2175" b="0">
                <a:solidFill>
                  <a:srgbClr val="17262C"/>
                </a:solidFill>
                <a:latin typeface="Noto Sans KR"/>
                <a:ea typeface="Noto Sans KR"/>
                <a:cs typeface="Noto Sans KR"/>
              </a:defRPr>
            </a:lvl5pPr>
            <a:lvl6pPr algn="l">
              <a:defRPr sz="2175" b="0">
                <a:solidFill>
                  <a:srgbClr val="17262C"/>
                </a:solidFill>
                <a:latin typeface="Noto Sans KR"/>
                <a:ea typeface="Noto Sans KR"/>
                <a:cs typeface="Noto Sans KR"/>
              </a:defRPr>
            </a:lvl6pPr>
            <a:lvl7pPr algn="l">
              <a:defRPr sz="2175" b="0">
                <a:solidFill>
                  <a:srgbClr val="17262C"/>
                </a:solidFill>
                <a:latin typeface="Noto Sans KR"/>
                <a:ea typeface="Noto Sans KR"/>
                <a:cs typeface="Noto Sans KR"/>
              </a:defRPr>
            </a:lvl7pPr>
            <a:lvl8pPr algn="l">
              <a:defRPr sz="2175" b="0">
                <a:solidFill>
                  <a:srgbClr val="17262C"/>
                </a:solidFill>
                <a:latin typeface="Noto Sans KR"/>
                <a:ea typeface="Noto Sans KR"/>
                <a:cs typeface="Noto Sans KR"/>
              </a:defRPr>
            </a:lvl8pPr>
            <a:lvl9pPr algn="l">
              <a:defRPr sz="2175" b="0">
                <a:solidFill>
                  <a:srgbClr val="17262C"/>
                </a:solidFill>
                <a:latin typeface="Noto Sans KR"/>
                <a:ea typeface="Noto Sans KR"/>
                <a:cs typeface="Noto Sans KR"/>
              </a:defRPr>
            </a:lvl9pPr>
          </a:lstStyle>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모든 위치의 관계를</a:t>
            </a:r>
          </a:p>
          <a:p xmlns:a="http://schemas.openxmlformats.org/drawingml/2006/main">
            <a:pPr algn="l">
              <a:defRPr sz="2175" b="0">
                <a:solidFill>
                  <a:srgbClr val="17262C"/>
                </a:solidFill>
                <a:latin typeface="Noto Sans KR"/>
                <a:ea typeface="Noto Sans KR"/>
                <a:cs typeface="Noto Sans KR"/>
              </a:defRPr>
            </a:pPr>
            <a:r>
              <a:rPr sz="2175" b="0">
                <a:solidFill>
                  <a:srgbClr val="17262C"/>
                </a:solidFill>
                <a:latin typeface="Noto Sans KR"/>
                <a:ea typeface="Noto Sans KR"/>
                <a:cs typeface="Noto Sans KR"/>
              </a:rPr>
              <a:t>행렬 연산으로 계산</a:t>
            </a:r>
          </a:p>
        </p:txBody>
      </p:sp>
      <p:sp>
        <p:nvSpPr>
          <p:cNvPr id="23" name="학습 시 위치별 연산의 병렬화에 유리">
            <a:extLst xmlns:a="http://schemas.openxmlformats.org/drawingml/2006/main">
              <a:ext uri="{FF2B5EF4-FFF2-40B4-BE49-F238E27FC236}">
                <a16:creationId xmlns:a16="http://schemas.microsoft.com/office/drawing/2014/main" id="{3ACAB21D-D6B1-4C90-A05F-96A7830CA3F6}"/>
              </a:ext>
            </a:extLst>
          </p:cNvPr>
          <p:cNvSpPr>
            <a:spLocks xmlns:a="http://schemas.openxmlformats.org/drawingml/2006/main" noGrp="1"/>
          </p:cNvSpPr>
          <p:nvPr/>
        </p:nvSpPr>
        <p:spPr>
          <a:xfrm xmlns:a="http://schemas.openxmlformats.org/drawingml/2006/main">
            <a:off x="8829675" y="4400550"/>
            <a:ext cx="27527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657578"/>
                </a:solidFill>
                <a:latin typeface="Noto Sans KR"/>
                <a:ea typeface="Noto Sans KR"/>
                <a:cs typeface="Noto Sans KR"/>
              </a:defRPr>
            </a:defPPr>
            <a:lvl1pPr algn="l">
              <a:defRPr sz="1800" b="0">
                <a:solidFill>
                  <a:srgbClr val="657578"/>
                </a:solidFill>
                <a:latin typeface="Noto Sans KR"/>
                <a:ea typeface="Noto Sans KR"/>
                <a:cs typeface="Noto Sans KR"/>
              </a:defRPr>
            </a:lvl1pPr>
            <a:lvl2pPr algn="l">
              <a:defRPr sz="1800" b="0">
                <a:solidFill>
                  <a:srgbClr val="657578"/>
                </a:solidFill>
                <a:latin typeface="Noto Sans KR"/>
                <a:ea typeface="Noto Sans KR"/>
                <a:cs typeface="Noto Sans KR"/>
              </a:defRPr>
            </a:lvl2pPr>
            <a:lvl3pPr algn="l">
              <a:defRPr sz="1800" b="0">
                <a:solidFill>
                  <a:srgbClr val="657578"/>
                </a:solidFill>
                <a:latin typeface="Noto Sans KR"/>
                <a:ea typeface="Noto Sans KR"/>
                <a:cs typeface="Noto Sans KR"/>
              </a:defRPr>
            </a:lvl3pPr>
            <a:lvl4pPr algn="l">
              <a:defRPr sz="1800" b="0">
                <a:solidFill>
                  <a:srgbClr val="657578"/>
                </a:solidFill>
                <a:latin typeface="Noto Sans KR"/>
                <a:ea typeface="Noto Sans KR"/>
                <a:cs typeface="Noto Sans KR"/>
              </a:defRPr>
            </a:lvl4pPr>
            <a:lvl5pPr algn="l">
              <a:defRPr sz="1800" b="0">
                <a:solidFill>
                  <a:srgbClr val="657578"/>
                </a:solidFill>
                <a:latin typeface="Noto Sans KR"/>
                <a:ea typeface="Noto Sans KR"/>
                <a:cs typeface="Noto Sans KR"/>
              </a:defRPr>
            </a:lvl5pPr>
            <a:lvl6pPr algn="l">
              <a:defRPr sz="1800" b="0">
                <a:solidFill>
                  <a:srgbClr val="657578"/>
                </a:solidFill>
                <a:latin typeface="Noto Sans KR"/>
                <a:ea typeface="Noto Sans KR"/>
                <a:cs typeface="Noto Sans KR"/>
              </a:defRPr>
            </a:lvl6pPr>
            <a:lvl7pPr algn="l">
              <a:defRPr sz="1800" b="0">
                <a:solidFill>
                  <a:srgbClr val="657578"/>
                </a:solidFill>
                <a:latin typeface="Noto Sans KR"/>
                <a:ea typeface="Noto Sans KR"/>
                <a:cs typeface="Noto Sans KR"/>
              </a:defRPr>
            </a:lvl7pPr>
            <a:lvl8pPr algn="l">
              <a:defRPr sz="1800" b="0">
                <a:solidFill>
                  <a:srgbClr val="657578"/>
                </a:solidFill>
                <a:latin typeface="Noto Sans KR"/>
                <a:ea typeface="Noto Sans KR"/>
                <a:cs typeface="Noto Sans KR"/>
              </a:defRPr>
            </a:lvl8pPr>
            <a:lvl9pPr algn="l">
              <a:defRPr sz="1800" b="0">
                <a:solidFill>
                  <a:srgbClr val="657578"/>
                </a:solidFill>
                <a:latin typeface="Noto Sans KR"/>
                <a:ea typeface="Noto Sans KR"/>
                <a:cs typeface="Noto Sans KR"/>
              </a:defRPr>
            </a:lvl9pPr>
          </a:lstStyle>
          <a:p xmlns:a="http://schemas.openxmlformats.org/drawingml/2006/main">
            <a:pPr algn="l">
              <a:defRPr sz="1800" b="0">
                <a:solidFill>
                  <a:srgbClr val="657578"/>
                </a:solidFill>
                <a:latin typeface="Noto Sans KR"/>
                <a:ea typeface="Noto Sans KR"/>
                <a:cs typeface="Noto Sans KR"/>
              </a:defRPr>
            </a:pPr>
            <a:r>
              <a:rPr sz="1800" b="0">
                <a:solidFill>
                  <a:srgbClr val="657578"/>
                </a:solidFill>
                <a:latin typeface="Noto Sans KR"/>
                <a:ea typeface="Noto Sans KR"/>
                <a:cs typeface="Noto Sans KR"/>
              </a:rPr>
              <a:t>학습 시 위치별 연산의</a:t>
            </a:r>
          </a:p>
          <a:p xmlns:a="http://schemas.openxmlformats.org/drawingml/2006/main">
            <a:pPr algn="l">
              <a:defRPr sz="1800" b="0">
                <a:solidFill>
                  <a:srgbClr val="657578"/>
                </a:solidFill>
                <a:latin typeface="Noto Sans KR"/>
                <a:ea typeface="Noto Sans KR"/>
                <a:cs typeface="Noto Sans KR"/>
              </a:defRPr>
            </a:pPr>
            <a:r>
              <a:rPr sz="1800" b="0">
                <a:solidFill>
                  <a:srgbClr val="657578"/>
                </a:solidFill>
                <a:latin typeface="Noto Sans KR"/>
                <a:ea typeface="Noto Sans KR"/>
                <a:cs typeface="Noto Sans KR"/>
              </a:rPr>
              <a:t>병렬화에 유리</a:t>
            </a:r>
          </a:p>
        </p:txBody>
      </p:sp>
      <p:sp>
        <p:nvSpPr>
          <p:cNvPr id="24" name="출력 생성은 자기회귀 방식이므로 토큰을 순차적으로 생성">
            <a:extLst xmlns:a="http://schemas.openxmlformats.org/drawingml/2006/main">
              <a:ext uri="{FF2B5EF4-FFF2-40B4-BE49-F238E27FC236}">
                <a16:creationId xmlns:a16="http://schemas.microsoft.com/office/drawing/2014/main" id="{5159DDD8-6DE3-4D16-838B-7618DA2F6E2E}"/>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출력 생성은 자기회귀 방식이므로 토큰을 순차적으로 생성</a:t>
            </a:r>
          </a:p>
        </p:txBody>
      </p:sp>
    </p:spTree>
    <p:extLst>
      <p:ext uri="{BB962C8B-B14F-4D97-AF65-F5344CB8AC3E}">
        <p14:creationId xmlns:p14="http://schemas.microsoft.com/office/powerpoint/2010/main" val="1715649289"/>
      </p:ext>
    </p:extLst>
  </p:cSld>
</p:sld>
</file>

<file path=ppt/slides/slide3.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9" name="Attention: 참조 정보를 가중합">
            <a:extLst xmlns:a="http://schemas.openxmlformats.org/drawingml/2006/main">
              <a:ext uri="{FF2B5EF4-FFF2-40B4-BE49-F238E27FC236}">
                <a16:creationId xmlns:a16="http://schemas.microsoft.com/office/drawing/2014/main" id="{0103E014-02CA-4451-AF13-90CA0FBB5CDE}"/>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Attention: 참조 정보를 가중합</a:t>
            </a:r>
          </a:p>
        </p:txBody>
      </p:sp>
      <p:sp>
        <p:nvSpPr>
          <p:cNvPr id="2" name="03">
            <a:extLst xmlns:a="http://schemas.openxmlformats.org/drawingml/2006/main">
              <a:ext uri="{FF2B5EF4-FFF2-40B4-BE49-F238E27FC236}">
                <a16:creationId xmlns:a16="http://schemas.microsoft.com/office/drawing/2014/main" id="{9FA793E0-C145-4B72-9CBE-4267A98ABB6C}"/>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03</a:t>
            </a:r>
          </a:p>
        </p:txBody>
      </p:sp>
      <p:sp>
        <p:nvSpPr>
          <p:cNvPr id="3" name="현재 query 토큰">
            <a:extLst xmlns:a="http://schemas.openxmlformats.org/drawingml/2006/main">
              <a:ext uri="{FF2B5EF4-FFF2-40B4-BE49-F238E27FC236}">
                <a16:creationId xmlns:a16="http://schemas.microsoft.com/office/drawing/2014/main" id="{55980C6C-BF1D-442D-ACEE-8B29CEB759AF}"/>
              </a:ext>
            </a:extLst>
          </p:cNvPr>
          <p:cNvSpPr>
            <a:spLocks xmlns:a="http://schemas.openxmlformats.org/drawingml/2006/main" noGrp="1"/>
          </p:cNvSpPr>
          <p:nvPr/>
        </p:nvSpPr>
        <p:spPr>
          <a:xfrm xmlns:a="http://schemas.openxmlformats.org/drawingml/2006/main">
            <a:off x="609600" y="2028825"/>
            <a:ext cx="4762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현재 query 토큰</a:t>
            </a:r>
          </a:p>
        </p:txBody>
      </p:sp>
      <p:sp>
        <p:nvSpPr>
          <p:cNvPr id="4" name="먹었다">
            <a:extLst xmlns:a="http://schemas.openxmlformats.org/drawingml/2006/main">
              <a:ext uri="{FF2B5EF4-FFF2-40B4-BE49-F238E27FC236}">
                <a16:creationId xmlns:a16="http://schemas.microsoft.com/office/drawing/2014/main" id="{9AFE1F67-3AEA-42FB-BF33-C42682D99D11}"/>
              </a:ext>
            </a:extLst>
          </p:cNvPr>
          <p:cNvSpPr>
            <a:spLocks xmlns:a="http://schemas.openxmlformats.org/drawingml/2006/main" noGrp="1"/>
          </p:cNvSpPr>
          <p:nvPr/>
        </p:nvSpPr>
        <p:spPr>
          <a:xfrm xmlns:a="http://schemas.openxmlformats.org/drawingml/2006/main">
            <a:off x="609600" y="2686050"/>
            <a:ext cx="49530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5475" b="1">
                <a:solidFill>
                  <a:srgbClr val="17262C"/>
                </a:solidFill>
                <a:latin typeface="Noto Sans KR"/>
                <a:ea typeface="Noto Sans KR"/>
                <a:cs typeface="Noto Sans KR"/>
              </a:defRPr>
            </a:defPPr>
            <a:lvl1pPr algn="l">
              <a:defRPr sz="5475" b="1">
                <a:solidFill>
                  <a:srgbClr val="17262C"/>
                </a:solidFill>
                <a:latin typeface="Noto Sans KR"/>
                <a:ea typeface="Noto Sans KR"/>
                <a:cs typeface="Noto Sans KR"/>
              </a:defRPr>
            </a:lvl1pPr>
            <a:lvl2pPr algn="l">
              <a:defRPr sz="5475" b="1">
                <a:solidFill>
                  <a:srgbClr val="17262C"/>
                </a:solidFill>
                <a:latin typeface="Noto Sans KR"/>
                <a:ea typeface="Noto Sans KR"/>
                <a:cs typeface="Noto Sans KR"/>
              </a:defRPr>
            </a:lvl2pPr>
            <a:lvl3pPr algn="l">
              <a:defRPr sz="5475" b="1">
                <a:solidFill>
                  <a:srgbClr val="17262C"/>
                </a:solidFill>
                <a:latin typeface="Noto Sans KR"/>
                <a:ea typeface="Noto Sans KR"/>
                <a:cs typeface="Noto Sans KR"/>
              </a:defRPr>
            </a:lvl3pPr>
            <a:lvl4pPr algn="l">
              <a:defRPr sz="5475" b="1">
                <a:solidFill>
                  <a:srgbClr val="17262C"/>
                </a:solidFill>
                <a:latin typeface="Noto Sans KR"/>
                <a:ea typeface="Noto Sans KR"/>
                <a:cs typeface="Noto Sans KR"/>
              </a:defRPr>
            </a:lvl4pPr>
            <a:lvl5pPr algn="l">
              <a:defRPr sz="5475" b="1">
                <a:solidFill>
                  <a:srgbClr val="17262C"/>
                </a:solidFill>
                <a:latin typeface="Noto Sans KR"/>
                <a:ea typeface="Noto Sans KR"/>
                <a:cs typeface="Noto Sans KR"/>
              </a:defRPr>
            </a:lvl5pPr>
            <a:lvl6pPr algn="l">
              <a:defRPr sz="5475" b="1">
                <a:solidFill>
                  <a:srgbClr val="17262C"/>
                </a:solidFill>
                <a:latin typeface="Noto Sans KR"/>
                <a:ea typeface="Noto Sans KR"/>
                <a:cs typeface="Noto Sans KR"/>
              </a:defRPr>
            </a:lvl6pPr>
            <a:lvl7pPr algn="l">
              <a:defRPr sz="5475" b="1">
                <a:solidFill>
                  <a:srgbClr val="17262C"/>
                </a:solidFill>
                <a:latin typeface="Noto Sans KR"/>
                <a:ea typeface="Noto Sans KR"/>
                <a:cs typeface="Noto Sans KR"/>
              </a:defRPr>
            </a:lvl7pPr>
            <a:lvl8pPr algn="l">
              <a:defRPr sz="5475" b="1">
                <a:solidFill>
                  <a:srgbClr val="17262C"/>
                </a:solidFill>
                <a:latin typeface="Noto Sans KR"/>
                <a:ea typeface="Noto Sans KR"/>
                <a:cs typeface="Noto Sans KR"/>
              </a:defRPr>
            </a:lvl8pPr>
            <a:lvl9pPr algn="l">
              <a:defRPr sz="5475" b="1">
                <a:solidFill>
                  <a:srgbClr val="17262C"/>
                </a:solidFill>
                <a:latin typeface="Noto Sans KR"/>
                <a:ea typeface="Noto Sans KR"/>
                <a:cs typeface="Noto Sans KR"/>
              </a:defRPr>
            </a:lvl9pPr>
          </a:lstStyle>
          <a:p xmlns:a="http://schemas.openxmlformats.org/drawingml/2006/main">
            <a:pPr algn="l">
              <a:defRPr sz="5475" b="1">
                <a:solidFill>
                  <a:srgbClr val="17262C"/>
                </a:solidFill>
                <a:latin typeface="Noto Sans KR"/>
                <a:ea typeface="Noto Sans KR"/>
                <a:cs typeface="Noto Sans KR"/>
              </a:defRPr>
            </a:pPr>
            <a:r>
              <a:rPr sz="5475" b="1">
                <a:solidFill>
                  <a:srgbClr val="17262C"/>
                </a:solidFill>
                <a:latin typeface="Noto Sans KR"/>
                <a:ea typeface="Noto Sans KR"/>
                <a:cs typeface="Noto Sans KR"/>
              </a:rPr>
              <a:t>먹었다</a:t>
            </a:r>
          </a:p>
        </p:txBody>
      </p:sp>
      <p:sp>
        <p:nvSpPr>
          <p:cNvPr id="5" name="각 토큰의 value를 가중치에 따라 혼합">
            <a:extLst xmlns:a="http://schemas.openxmlformats.org/drawingml/2006/main">
              <a:ext uri="{FF2B5EF4-FFF2-40B4-BE49-F238E27FC236}">
                <a16:creationId xmlns:a16="http://schemas.microsoft.com/office/drawing/2014/main" id="{64E668A8-097E-43AE-A0A9-0FD7AB0C2C24}"/>
              </a:ext>
            </a:extLst>
          </p:cNvPr>
          <p:cNvSpPr>
            <a:spLocks xmlns:a="http://schemas.openxmlformats.org/drawingml/2006/main" noGrp="1"/>
          </p:cNvSpPr>
          <p:nvPr/>
        </p:nvSpPr>
        <p:spPr>
          <a:xfrm xmlns:a="http://schemas.openxmlformats.org/drawingml/2006/main">
            <a:off x="609600" y="4324350"/>
            <a:ext cx="4953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0">
                <a:solidFill>
                  <a:srgbClr val="17262C"/>
                </a:solidFill>
                <a:latin typeface="Noto Sans KR"/>
                <a:ea typeface="Noto Sans KR"/>
                <a:cs typeface="Noto Sans KR"/>
              </a:defRPr>
            </a:defPPr>
            <a:lvl1pPr algn="l">
              <a:defRPr sz="2400" b="0">
                <a:solidFill>
                  <a:srgbClr val="17262C"/>
                </a:solidFill>
                <a:latin typeface="Noto Sans KR"/>
                <a:ea typeface="Noto Sans KR"/>
                <a:cs typeface="Noto Sans KR"/>
              </a:defRPr>
            </a:lvl1pPr>
            <a:lvl2pPr algn="l">
              <a:defRPr sz="2400" b="0">
                <a:solidFill>
                  <a:srgbClr val="17262C"/>
                </a:solidFill>
                <a:latin typeface="Noto Sans KR"/>
                <a:ea typeface="Noto Sans KR"/>
                <a:cs typeface="Noto Sans KR"/>
              </a:defRPr>
            </a:lvl2pPr>
            <a:lvl3pPr algn="l">
              <a:defRPr sz="2400" b="0">
                <a:solidFill>
                  <a:srgbClr val="17262C"/>
                </a:solidFill>
                <a:latin typeface="Noto Sans KR"/>
                <a:ea typeface="Noto Sans KR"/>
                <a:cs typeface="Noto Sans KR"/>
              </a:defRPr>
            </a:lvl3pPr>
            <a:lvl4pPr algn="l">
              <a:defRPr sz="2400" b="0">
                <a:solidFill>
                  <a:srgbClr val="17262C"/>
                </a:solidFill>
                <a:latin typeface="Noto Sans KR"/>
                <a:ea typeface="Noto Sans KR"/>
                <a:cs typeface="Noto Sans KR"/>
              </a:defRPr>
            </a:lvl4pPr>
            <a:lvl5pPr algn="l">
              <a:defRPr sz="2400" b="0">
                <a:solidFill>
                  <a:srgbClr val="17262C"/>
                </a:solidFill>
                <a:latin typeface="Noto Sans KR"/>
                <a:ea typeface="Noto Sans KR"/>
                <a:cs typeface="Noto Sans KR"/>
              </a:defRPr>
            </a:lvl5pPr>
            <a:lvl6pPr algn="l">
              <a:defRPr sz="2400" b="0">
                <a:solidFill>
                  <a:srgbClr val="17262C"/>
                </a:solidFill>
                <a:latin typeface="Noto Sans KR"/>
                <a:ea typeface="Noto Sans KR"/>
                <a:cs typeface="Noto Sans KR"/>
              </a:defRPr>
            </a:lvl6pPr>
            <a:lvl7pPr algn="l">
              <a:defRPr sz="2400" b="0">
                <a:solidFill>
                  <a:srgbClr val="17262C"/>
                </a:solidFill>
                <a:latin typeface="Noto Sans KR"/>
                <a:ea typeface="Noto Sans KR"/>
                <a:cs typeface="Noto Sans KR"/>
              </a:defRPr>
            </a:lvl7pPr>
            <a:lvl8pPr algn="l">
              <a:defRPr sz="2400" b="0">
                <a:solidFill>
                  <a:srgbClr val="17262C"/>
                </a:solidFill>
                <a:latin typeface="Noto Sans KR"/>
                <a:ea typeface="Noto Sans KR"/>
                <a:cs typeface="Noto Sans KR"/>
              </a:defRPr>
            </a:lvl8pPr>
            <a:lvl9pPr algn="l">
              <a:defRPr sz="2400" b="0">
                <a:solidFill>
                  <a:srgbClr val="17262C"/>
                </a:solidFill>
                <a:latin typeface="Noto Sans KR"/>
                <a:ea typeface="Noto Sans KR"/>
                <a:cs typeface="Noto Sans KR"/>
              </a:defRPr>
            </a:lvl9pPr>
          </a:lstStyle>
          <a:p xmlns:a="http://schemas.openxmlformats.org/drawingml/2006/main">
            <a:pPr algn="l">
              <a:defRPr sz="2400" b="0">
                <a:solidFill>
                  <a:srgbClr val="17262C"/>
                </a:solidFill>
                <a:latin typeface="Noto Sans KR"/>
                <a:ea typeface="Noto Sans KR"/>
                <a:cs typeface="Noto Sans KR"/>
              </a:defRPr>
            </a:pPr>
            <a:r>
              <a:rPr sz="2400" b="0">
                <a:solidFill>
                  <a:srgbClr val="17262C"/>
                </a:solidFill>
                <a:latin typeface="Noto Sans KR"/>
                <a:ea typeface="Noto Sans KR"/>
                <a:cs typeface="Noto Sans KR"/>
              </a:rPr>
              <a:t>각 토큰의 value를</a:t>
            </a:r>
          </a:p>
          <a:p xmlns:a="http://schemas.openxmlformats.org/drawingml/2006/main">
            <a:pPr algn="l">
              <a:defRPr sz="2400" b="0">
                <a:solidFill>
                  <a:srgbClr val="17262C"/>
                </a:solidFill>
                <a:latin typeface="Noto Sans KR"/>
                <a:ea typeface="Noto Sans KR"/>
                <a:cs typeface="Noto Sans KR"/>
              </a:defRPr>
            </a:pPr>
            <a:r>
              <a:rPr sz="2400" b="0">
                <a:solidFill>
                  <a:srgbClr val="17262C"/>
                </a:solidFill>
                <a:latin typeface="Noto Sans KR"/>
                <a:ea typeface="Noto Sans KR"/>
                <a:cs typeface="Noto Sans KR"/>
              </a:rPr>
              <a:t>가중치에 따라 혼합</a:t>
            </a:r>
          </a:p>
        </p:txBody>
      </p:sp>
      <p:graphicFrame>
        <p:nvGraphicFramePr>
          <p:cNvPr id="6" name="">
            <a:extLst xmlns:a="http://schemas.openxmlformats.org/drawingml/2006/main">
              <a:ext uri="{FF2B5EF4-FFF2-40B4-BE49-F238E27FC236}">
                <a16:creationId xmlns:a16="http://schemas.microsoft.com/office/drawing/2014/main" id="{389D6117-9FB4-445E-8431-1C48EEF82E4C}"/>
              </a:ext>
            </a:extLst>
          </p:cNvPr>
          <p:cNvGraphicFramePr/>
          <p:nvPr/>
        </p:nvGraphicFramePr>
        <p:xfrm>
          <a:off xmlns:a="http://schemas.openxmlformats.org/drawingml/2006/main" x="6486525" y="2076450"/>
          <a:ext xmlns:a="http://schemas.openxmlformats.org/drawingml/2006/main" cx="5095875" cy="2895600"/>
        </p:xfrm>
        <a:graphic xmlns:a="http://schemas.openxmlformats.org/drawingml/2006/main">
          <a:graphicData uri="http://schemas.openxmlformats.org/drawingml/2006/table">
            <a:tbl>
              <a:tblPr firstRow="0" firstCol="0" bandRow="0"/>
              <a:tblGrid>
                <a:gridCol w="3333750"/>
                <a:gridCol w="1762125"/>
              </a:tblGrid>
              <a:tr h="723900">
                <a:tc>
                  <a:txBody>
                    <a:bodyPr lIns="114300" tIns="114300" rIns="114300" bIns="114300"/>
                    <a:lstStyle/>
                    <a:p>
                      <a:r>
                        <a:rPr sz="1575" b="1">
                          <a:solidFill>
                            <a:srgbClr val="657578"/>
                          </a:solidFill>
                          <a:latin typeface="Noto Sans KR"/>
                          <a:ea typeface="Noto Sans KR"/>
                          <a:cs typeface="Noto Sans KR"/>
                        </a:rPr>
                        <a:t>참조 토큰</a:t>
                      </a:r>
                    </a:p>
                  </a:txBody>
                  <a:tcPr marL="91440" marR="91440" marT="45720" marB="45720" anchor="ctr">
                    <a:lnL w="9525">
                      <a:solidFill>
                        <a:srgbClr val="B3C3C1"/>
                      </a:solidFill>
                      <a:prstDash val="solid"/>
                    </a:lnL>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575" b="1">
                          <a:solidFill>
                            <a:srgbClr val="657578"/>
                          </a:solidFill>
                          <a:latin typeface="Noto Sans KR"/>
                          <a:ea typeface="Noto Sans KR"/>
                          <a:cs typeface="Noto Sans KR"/>
                        </a:rPr>
                        <a:t>가중치</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r>
              <a:tr h="723900">
                <a:tc>
                  <a:txBody>
                    <a:bodyPr lIns="114300" tIns="114300" rIns="114300" bIns="114300"/>
                    <a:lstStyle/>
                    <a:p>
                      <a:r>
                        <a:rPr sz="1800" b="0">
                          <a:solidFill>
                            <a:srgbClr val="17262C"/>
                          </a:solidFill>
                          <a:latin typeface="Noto Sans KR"/>
                          <a:ea typeface="Noto Sans KR"/>
                          <a:cs typeface="Noto Sans KR"/>
                        </a:rPr>
                        <a:t>나는</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0.2</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723900">
                <a:tc>
                  <a:txBody>
                    <a:bodyPr lIns="114300" tIns="114300" rIns="114300" bIns="114300"/>
                    <a:lstStyle/>
                    <a:p>
                      <a:r>
                        <a:rPr sz="1800" b="0">
                          <a:solidFill>
                            <a:srgbClr val="17262C"/>
                          </a:solidFill>
                          <a:latin typeface="Noto Sans KR"/>
                          <a:ea typeface="Noto Sans KR"/>
                          <a:cs typeface="Noto Sans KR"/>
                        </a:rPr>
                        <a:t>사과를</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0.5</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723900">
                <a:tc>
                  <a:txBody>
                    <a:bodyPr lIns="114300" tIns="114300" rIns="114300" bIns="114300"/>
                    <a:lstStyle/>
                    <a:p>
                      <a:r>
                        <a:rPr sz="1800" b="0">
                          <a:solidFill>
                            <a:srgbClr val="17262C"/>
                          </a:solidFill>
                          <a:latin typeface="Noto Sans KR"/>
                          <a:ea typeface="Noto Sans KR"/>
                          <a:cs typeface="Noto Sans KR"/>
                        </a:rPr>
                        <a:t>먹었다</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0.3</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bl>
          </a:graphicData>
        </a:graphic>
      </p:graphicFrame>
      <p:sp>
        <p:nvSpPr>
          <p:cNvPr id="7" name="학습된 유사도를 반영한 새로운 표현">
            <a:extLst xmlns:a="http://schemas.openxmlformats.org/drawingml/2006/main">
              <a:ext uri="{FF2B5EF4-FFF2-40B4-BE49-F238E27FC236}">
                <a16:creationId xmlns:a16="http://schemas.microsoft.com/office/drawing/2014/main" id="{C4CE34CD-C7F6-41D8-A460-C4AA30823390}"/>
              </a:ext>
            </a:extLst>
          </p:cNvPr>
          <p:cNvSpPr>
            <a:spLocks xmlns:a="http://schemas.openxmlformats.org/drawingml/2006/main" noGrp="1"/>
          </p:cNvSpPr>
          <p:nvPr/>
        </p:nvSpPr>
        <p:spPr>
          <a:xfrm xmlns:a="http://schemas.openxmlformats.org/drawingml/2006/main">
            <a:off x="6486525" y="53054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학습된 유사도를 반영한 새로운 표현</a:t>
            </a:r>
          </a:p>
        </p:txBody>
      </p:sp>
      <p:sp>
        <p:nvSpPr>
          <p:cNvPr id="8" name="설명용 가상 예시: 어절을 토큰으로 단순화했으며 실제 학습된 가중치가 아님">
            <a:extLst xmlns:a="http://schemas.openxmlformats.org/drawingml/2006/main">
              <a:ext uri="{FF2B5EF4-FFF2-40B4-BE49-F238E27FC236}">
                <a16:creationId xmlns:a16="http://schemas.microsoft.com/office/drawing/2014/main" id="{D1E77E11-36E5-4745-8F6F-96A346273E87}"/>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설명용 가상 예시: 어절을 토큰으로 단순화했으며 실제 학습된 가중치가 아님</a:t>
            </a:r>
          </a:p>
        </p:txBody>
      </p:sp>
    </p:spTree>
    <p:extLst>
      <p:ext uri="{BB962C8B-B14F-4D97-AF65-F5344CB8AC3E}">
        <p14:creationId xmlns:p14="http://schemas.microsoft.com/office/powerpoint/2010/main" val="469178880"/>
      </p:ext>
    </p:extLst>
  </p:cSld>
</p:sld>
</file>

<file path=ppt/slides/slide4.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0" name="Q · K · V: 같은 입력, 다른 역할">
            <a:extLst xmlns:a="http://schemas.openxmlformats.org/drawingml/2006/main">
              <a:ext uri="{FF2B5EF4-FFF2-40B4-BE49-F238E27FC236}">
                <a16:creationId xmlns:a16="http://schemas.microsoft.com/office/drawing/2014/main" id="{1FE24BEC-AB5A-459B-AEC3-86F2C12B6B65}"/>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Q · K · V: 같은 입력, 다른 역할</a:t>
            </a:r>
          </a:p>
        </p:txBody>
      </p:sp>
      <p:sp>
        <p:nvSpPr>
          <p:cNvPr id="2" name="04">
            <a:extLst xmlns:a="http://schemas.openxmlformats.org/drawingml/2006/main">
              <a:ext uri="{FF2B5EF4-FFF2-40B4-BE49-F238E27FC236}">
                <a16:creationId xmlns:a16="http://schemas.microsoft.com/office/drawing/2014/main" id="{650DE6AD-961C-4275-82B6-5E65B7C9202D}"/>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04</a:t>
            </a:r>
          </a:p>
        </p:txBody>
      </p:sp>
      <p:sp>
        <p:nvSpPr>
          <p:cNvPr id="3" name="Self-attention에서는 동일한 입력 X에서 서로 다른 학습 선형변환">
            <a:extLst xmlns:a="http://schemas.openxmlformats.org/drawingml/2006/main">
              <a:ext uri="{FF2B5EF4-FFF2-40B4-BE49-F238E27FC236}">
                <a16:creationId xmlns:a16="http://schemas.microsoft.com/office/drawing/2014/main" id="{76265439-97A2-4703-8633-8D0683F55388}"/>
              </a:ext>
            </a:extLst>
          </p:cNvPr>
          <p:cNvSpPr>
            <a:spLocks xmlns:a="http://schemas.openxmlformats.org/drawingml/2006/main" noGrp="1"/>
          </p:cNvSpPr>
          <p:nvPr/>
        </p:nvSpPr>
        <p:spPr>
          <a:xfrm xmlns:a="http://schemas.openxmlformats.org/drawingml/2006/main">
            <a:off x="609600" y="14859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Self-attention에서는 동일한 입력 X에서 서로 다른 학습 선형변환</a:t>
            </a:r>
          </a:p>
        </p:txBody>
      </p:sp>
      <p:sp>
        <p:nvSpPr>
          <p:cNvPr id="4" name="입력 X">
            <a:extLst xmlns:a="http://schemas.openxmlformats.org/drawingml/2006/main">
              <a:ext uri="{FF2B5EF4-FFF2-40B4-BE49-F238E27FC236}">
                <a16:creationId xmlns:a16="http://schemas.microsoft.com/office/drawing/2014/main" id="{99B6CC82-023B-4F91-AF33-4203B66BB47A}"/>
              </a:ext>
            </a:extLst>
          </p:cNvPr>
          <p:cNvSpPr>
            <a:spLocks xmlns:a="http://schemas.openxmlformats.org/drawingml/2006/main" noGrp="1"/>
          </p:cNvSpPr>
          <p:nvPr/>
        </p:nvSpPr>
        <p:spPr>
          <a:xfrm xmlns:a="http://schemas.openxmlformats.org/drawingml/2006/main">
            <a:off x="609600" y="2400300"/>
            <a:ext cx="109728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850" b="1">
                <a:solidFill>
                  <a:srgbClr val="17262C"/>
                </a:solidFill>
                <a:latin typeface="Noto Sans KR"/>
                <a:ea typeface="Noto Sans KR"/>
                <a:cs typeface="Noto Sans KR"/>
              </a:defRPr>
            </a:defPPr>
            <a:lvl1pPr algn="ctr">
              <a:defRPr sz="2850" b="1">
                <a:solidFill>
                  <a:srgbClr val="17262C"/>
                </a:solidFill>
                <a:latin typeface="Noto Sans KR"/>
                <a:ea typeface="Noto Sans KR"/>
                <a:cs typeface="Noto Sans KR"/>
              </a:defRPr>
            </a:lvl1pPr>
            <a:lvl2pPr algn="ctr">
              <a:defRPr sz="2850" b="1">
                <a:solidFill>
                  <a:srgbClr val="17262C"/>
                </a:solidFill>
                <a:latin typeface="Noto Sans KR"/>
                <a:ea typeface="Noto Sans KR"/>
                <a:cs typeface="Noto Sans KR"/>
              </a:defRPr>
            </a:lvl2pPr>
            <a:lvl3pPr algn="ctr">
              <a:defRPr sz="2850" b="1">
                <a:solidFill>
                  <a:srgbClr val="17262C"/>
                </a:solidFill>
                <a:latin typeface="Noto Sans KR"/>
                <a:ea typeface="Noto Sans KR"/>
                <a:cs typeface="Noto Sans KR"/>
              </a:defRPr>
            </a:lvl3pPr>
            <a:lvl4pPr algn="ctr">
              <a:defRPr sz="2850" b="1">
                <a:solidFill>
                  <a:srgbClr val="17262C"/>
                </a:solidFill>
                <a:latin typeface="Noto Sans KR"/>
                <a:ea typeface="Noto Sans KR"/>
                <a:cs typeface="Noto Sans KR"/>
              </a:defRPr>
            </a:lvl4pPr>
            <a:lvl5pPr algn="ctr">
              <a:defRPr sz="2850" b="1">
                <a:solidFill>
                  <a:srgbClr val="17262C"/>
                </a:solidFill>
                <a:latin typeface="Noto Sans KR"/>
                <a:ea typeface="Noto Sans KR"/>
                <a:cs typeface="Noto Sans KR"/>
              </a:defRPr>
            </a:lvl5pPr>
            <a:lvl6pPr algn="ctr">
              <a:defRPr sz="2850" b="1">
                <a:solidFill>
                  <a:srgbClr val="17262C"/>
                </a:solidFill>
                <a:latin typeface="Noto Sans KR"/>
                <a:ea typeface="Noto Sans KR"/>
                <a:cs typeface="Noto Sans KR"/>
              </a:defRPr>
            </a:lvl6pPr>
            <a:lvl7pPr algn="ctr">
              <a:defRPr sz="2850" b="1">
                <a:solidFill>
                  <a:srgbClr val="17262C"/>
                </a:solidFill>
                <a:latin typeface="Noto Sans KR"/>
                <a:ea typeface="Noto Sans KR"/>
                <a:cs typeface="Noto Sans KR"/>
              </a:defRPr>
            </a:lvl7pPr>
            <a:lvl8pPr algn="ctr">
              <a:defRPr sz="2850" b="1">
                <a:solidFill>
                  <a:srgbClr val="17262C"/>
                </a:solidFill>
                <a:latin typeface="Noto Sans KR"/>
                <a:ea typeface="Noto Sans KR"/>
                <a:cs typeface="Noto Sans KR"/>
              </a:defRPr>
            </a:lvl8pPr>
            <a:lvl9pPr algn="ctr">
              <a:defRPr sz="2850" b="1">
                <a:solidFill>
                  <a:srgbClr val="17262C"/>
                </a:solidFill>
                <a:latin typeface="Noto Sans KR"/>
                <a:ea typeface="Noto Sans KR"/>
                <a:cs typeface="Noto Sans KR"/>
              </a:defRPr>
            </a:lvl9pPr>
          </a:lstStyle>
          <a:p xmlns:a="http://schemas.openxmlformats.org/drawingml/2006/main">
            <a:pPr algn="ctr">
              <a:defRPr sz="2850" b="1">
                <a:solidFill>
                  <a:srgbClr val="17262C"/>
                </a:solidFill>
                <a:latin typeface="Noto Sans KR"/>
                <a:ea typeface="Noto Sans KR"/>
                <a:cs typeface="Noto Sans KR"/>
              </a:defRPr>
            </a:pPr>
            <a:r>
              <a:rPr sz="2850" b="1">
                <a:solidFill>
                  <a:srgbClr val="17262C"/>
                </a:solidFill>
                <a:latin typeface="Noto Sans KR"/>
                <a:ea typeface="Noto Sans KR"/>
                <a:cs typeface="Noto Sans KR"/>
              </a:rPr>
              <a:t>입력 X</a:t>
            </a:r>
          </a:p>
        </p:txBody>
      </p:sp>
      <p:sp>
        <p:nvSpPr>
          <p:cNvPr id="5" name="">
            <a:extLst xmlns:a="http://schemas.openxmlformats.org/drawingml/2006/main">
              <a:ext uri="{FF2B5EF4-FFF2-40B4-BE49-F238E27FC236}">
                <a16:creationId xmlns:a16="http://schemas.microsoft.com/office/drawing/2014/main" id="{035F48CB-FDA2-43EA-93BE-94CF1B460FE4}"/>
              </a:ext>
            </a:extLst>
          </p:cNvPr>
          <p:cNvSpPr>
            <a:spLocks xmlns:a="http://schemas.openxmlformats.org/drawingml/2006/main" noGrp="1"/>
          </p:cNvSpPr>
          <p:nvPr/>
        </p:nvSpPr>
        <p:spPr>
          <a:xfrm xmlns:a="http://schemas.openxmlformats.org/drawingml/2006/main">
            <a:off x="6096000" y="3019425"/>
            <a:ext cx="0" cy="3714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
            <a:extLst xmlns:a="http://schemas.openxmlformats.org/drawingml/2006/main">
              <a:ext uri="{FF2B5EF4-FFF2-40B4-BE49-F238E27FC236}">
                <a16:creationId xmlns:a16="http://schemas.microsoft.com/office/drawing/2014/main" id="{16504218-D27D-4827-8773-C9A8400D6977}"/>
              </a:ext>
            </a:extLst>
          </p:cNvPr>
          <p:cNvSpPr>
            <a:spLocks xmlns:a="http://schemas.openxmlformats.org/drawingml/2006/main" noGrp="1"/>
          </p:cNvSpPr>
          <p:nvPr/>
        </p:nvSpPr>
        <p:spPr>
          <a:xfrm xmlns:a="http://schemas.openxmlformats.org/drawingml/2006/main">
            <a:off x="2095500" y="3390900"/>
            <a:ext cx="8001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
            <a:extLst xmlns:a="http://schemas.openxmlformats.org/drawingml/2006/main">
              <a:ext uri="{FF2B5EF4-FFF2-40B4-BE49-F238E27FC236}">
                <a16:creationId xmlns:a16="http://schemas.microsoft.com/office/drawing/2014/main" id="{79CD0A4D-AE2B-4F44-8397-A97CA6832E7E}"/>
              </a:ext>
            </a:extLst>
          </p:cNvPr>
          <p:cNvSpPr>
            <a:spLocks xmlns:a="http://schemas.openxmlformats.org/drawingml/2006/main" noGrp="1"/>
          </p:cNvSpPr>
          <p:nvPr/>
        </p:nvSpPr>
        <p:spPr>
          <a:xfrm xmlns:a="http://schemas.openxmlformats.org/drawingml/2006/main">
            <a:off x="2095500" y="3390900"/>
            <a:ext cx="0" cy="3714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WQ">
            <a:extLst xmlns:a="http://schemas.openxmlformats.org/drawingml/2006/main">
              <a:ext uri="{FF2B5EF4-FFF2-40B4-BE49-F238E27FC236}">
                <a16:creationId xmlns:a16="http://schemas.microsoft.com/office/drawing/2014/main" id="{CF8B8C72-4661-431E-8B0C-F53917EC09DD}"/>
              </a:ext>
            </a:extLst>
          </p:cNvPr>
          <p:cNvSpPr>
            <a:spLocks xmlns:a="http://schemas.openxmlformats.org/drawingml/2006/main" noGrp="1"/>
          </p:cNvSpPr>
          <p:nvPr/>
        </p:nvSpPr>
        <p:spPr>
          <a:xfrm xmlns:a="http://schemas.openxmlformats.org/drawingml/2006/main">
            <a:off x="609600" y="3819525"/>
            <a:ext cx="2971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657578"/>
                </a:solidFill>
                <a:latin typeface="Noto Sans KR"/>
                <a:ea typeface="Noto Sans KR"/>
                <a:cs typeface="Noto Sans KR"/>
              </a:defRPr>
            </a:defPPr>
            <a:lvl1pPr algn="ctr">
              <a:defRPr sz="1575" b="0">
                <a:solidFill>
                  <a:srgbClr val="657578"/>
                </a:solidFill>
                <a:latin typeface="Noto Sans KR"/>
                <a:ea typeface="Noto Sans KR"/>
                <a:cs typeface="Noto Sans KR"/>
              </a:defRPr>
            </a:lvl1pPr>
            <a:lvl2pPr algn="ctr">
              <a:defRPr sz="1575" b="0">
                <a:solidFill>
                  <a:srgbClr val="657578"/>
                </a:solidFill>
                <a:latin typeface="Noto Sans KR"/>
                <a:ea typeface="Noto Sans KR"/>
                <a:cs typeface="Noto Sans KR"/>
              </a:defRPr>
            </a:lvl2pPr>
            <a:lvl3pPr algn="ctr">
              <a:defRPr sz="1575" b="0">
                <a:solidFill>
                  <a:srgbClr val="657578"/>
                </a:solidFill>
                <a:latin typeface="Noto Sans KR"/>
                <a:ea typeface="Noto Sans KR"/>
                <a:cs typeface="Noto Sans KR"/>
              </a:defRPr>
            </a:lvl3pPr>
            <a:lvl4pPr algn="ctr">
              <a:defRPr sz="1575" b="0">
                <a:solidFill>
                  <a:srgbClr val="657578"/>
                </a:solidFill>
                <a:latin typeface="Noto Sans KR"/>
                <a:ea typeface="Noto Sans KR"/>
                <a:cs typeface="Noto Sans KR"/>
              </a:defRPr>
            </a:lvl4pPr>
            <a:lvl5pPr algn="ctr">
              <a:defRPr sz="1575" b="0">
                <a:solidFill>
                  <a:srgbClr val="657578"/>
                </a:solidFill>
                <a:latin typeface="Noto Sans KR"/>
                <a:ea typeface="Noto Sans KR"/>
                <a:cs typeface="Noto Sans KR"/>
              </a:defRPr>
            </a:lvl5pPr>
            <a:lvl6pPr algn="ctr">
              <a:defRPr sz="1575" b="0">
                <a:solidFill>
                  <a:srgbClr val="657578"/>
                </a:solidFill>
                <a:latin typeface="Noto Sans KR"/>
                <a:ea typeface="Noto Sans KR"/>
                <a:cs typeface="Noto Sans KR"/>
              </a:defRPr>
            </a:lvl6pPr>
            <a:lvl7pPr algn="ctr">
              <a:defRPr sz="1575" b="0">
                <a:solidFill>
                  <a:srgbClr val="657578"/>
                </a:solidFill>
                <a:latin typeface="Noto Sans KR"/>
                <a:ea typeface="Noto Sans KR"/>
                <a:cs typeface="Noto Sans KR"/>
              </a:defRPr>
            </a:lvl7pPr>
            <a:lvl8pPr algn="ctr">
              <a:defRPr sz="1575" b="0">
                <a:solidFill>
                  <a:srgbClr val="657578"/>
                </a:solidFill>
                <a:latin typeface="Noto Sans KR"/>
                <a:ea typeface="Noto Sans KR"/>
                <a:cs typeface="Noto Sans KR"/>
              </a:defRPr>
            </a:lvl8pPr>
            <a:lvl9pPr algn="ctr">
              <a:defRPr sz="1575" b="0">
                <a:solidFill>
                  <a:srgbClr val="657578"/>
                </a:solidFill>
                <a:latin typeface="Noto Sans KR"/>
                <a:ea typeface="Noto Sans KR"/>
                <a:cs typeface="Noto Sans KR"/>
              </a:defRPr>
            </a:lvl9pPr>
          </a:lstStyle>
          <a:p xmlns:a="http://schemas.openxmlformats.org/drawingml/2006/main">
            <a:pPr algn="ctr">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WQ</a:t>
            </a:r>
          </a:p>
        </p:txBody>
      </p:sp>
      <p:sp>
        <p:nvSpPr>
          <p:cNvPr id="9" name="Q">
            <a:extLst xmlns:a="http://schemas.openxmlformats.org/drawingml/2006/main">
              <a:ext uri="{FF2B5EF4-FFF2-40B4-BE49-F238E27FC236}">
                <a16:creationId xmlns:a16="http://schemas.microsoft.com/office/drawing/2014/main" id="{568641D0-6789-4950-ADFE-0FA4E7A891EB}"/>
              </a:ext>
            </a:extLst>
          </p:cNvPr>
          <p:cNvSpPr>
            <a:spLocks xmlns:a="http://schemas.openxmlformats.org/drawingml/2006/main" noGrp="1"/>
          </p:cNvSpPr>
          <p:nvPr/>
        </p:nvSpPr>
        <p:spPr>
          <a:xfrm xmlns:a="http://schemas.openxmlformats.org/drawingml/2006/main">
            <a:off x="609600" y="4371975"/>
            <a:ext cx="2971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5250" b="1">
                <a:solidFill>
                  <a:srgbClr val="17262C"/>
                </a:solidFill>
                <a:latin typeface="Noto Sans KR"/>
                <a:ea typeface="Noto Sans KR"/>
                <a:cs typeface="Noto Sans KR"/>
              </a:defRPr>
            </a:defPPr>
            <a:lvl1pPr algn="ctr">
              <a:defRPr sz="5250" b="1">
                <a:solidFill>
                  <a:srgbClr val="17262C"/>
                </a:solidFill>
                <a:latin typeface="Noto Sans KR"/>
                <a:ea typeface="Noto Sans KR"/>
                <a:cs typeface="Noto Sans KR"/>
              </a:defRPr>
            </a:lvl1pPr>
            <a:lvl2pPr algn="ctr">
              <a:defRPr sz="5250" b="1">
                <a:solidFill>
                  <a:srgbClr val="17262C"/>
                </a:solidFill>
                <a:latin typeface="Noto Sans KR"/>
                <a:ea typeface="Noto Sans KR"/>
                <a:cs typeface="Noto Sans KR"/>
              </a:defRPr>
            </a:lvl2pPr>
            <a:lvl3pPr algn="ctr">
              <a:defRPr sz="5250" b="1">
                <a:solidFill>
                  <a:srgbClr val="17262C"/>
                </a:solidFill>
                <a:latin typeface="Noto Sans KR"/>
                <a:ea typeface="Noto Sans KR"/>
                <a:cs typeface="Noto Sans KR"/>
              </a:defRPr>
            </a:lvl3pPr>
            <a:lvl4pPr algn="ctr">
              <a:defRPr sz="5250" b="1">
                <a:solidFill>
                  <a:srgbClr val="17262C"/>
                </a:solidFill>
                <a:latin typeface="Noto Sans KR"/>
                <a:ea typeface="Noto Sans KR"/>
                <a:cs typeface="Noto Sans KR"/>
              </a:defRPr>
            </a:lvl4pPr>
            <a:lvl5pPr algn="ctr">
              <a:defRPr sz="5250" b="1">
                <a:solidFill>
                  <a:srgbClr val="17262C"/>
                </a:solidFill>
                <a:latin typeface="Noto Sans KR"/>
                <a:ea typeface="Noto Sans KR"/>
                <a:cs typeface="Noto Sans KR"/>
              </a:defRPr>
            </a:lvl5pPr>
            <a:lvl6pPr algn="ctr">
              <a:defRPr sz="5250" b="1">
                <a:solidFill>
                  <a:srgbClr val="17262C"/>
                </a:solidFill>
                <a:latin typeface="Noto Sans KR"/>
                <a:ea typeface="Noto Sans KR"/>
                <a:cs typeface="Noto Sans KR"/>
              </a:defRPr>
            </a:lvl6pPr>
            <a:lvl7pPr algn="ctr">
              <a:defRPr sz="5250" b="1">
                <a:solidFill>
                  <a:srgbClr val="17262C"/>
                </a:solidFill>
                <a:latin typeface="Noto Sans KR"/>
                <a:ea typeface="Noto Sans KR"/>
                <a:cs typeface="Noto Sans KR"/>
              </a:defRPr>
            </a:lvl7pPr>
            <a:lvl8pPr algn="ctr">
              <a:defRPr sz="5250" b="1">
                <a:solidFill>
                  <a:srgbClr val="17262C"/>
                </a:solidFill>
                <a:latin typeface="Noto Sans KR"/>
                <a:ea typeface="Noto Sans KR"/>
                <a:cs typeface="Noto Sans KR"/>
              </a:defRPr>
            </a:lvl8pPr>
            <a:lvl9pPr algn="ctr">
              <a:defRPr sz="5250" b="1">
                <a:solidFill>
                  <a:srgbClr val="17262C"/>
                </a:solidFill>
                <a:latin typeface="Noto Sans KR"/>
                <a:ea typeface="Noto Sans KR"/>
                <a:cs typeface="Noto Sans KR"/>
              </a:defRPr>
            </a:lvl9pPr>
          </a:lstStyle>
          <a:p xmlns:a="http://schemas.openxmlformats.org/drawingml/2006/main">
            <a:pPr algn="ctr">
              <a:defRPr sz="5250" b="1">
                <a:solidFill>
                  <a:srgbClr val="17262C"/>
                </a:solidFill>
                <a:latin typeface="Noto Sans KR"/>
                <a:ea typeface="Noto Sans KR"/>
                <a:cs typeface="Noto Sans KR"/>
              </a:defRPr>
            </a:pPr>
            <a:r>
              <a:rPr sz="5250" b="1">
                <a:solidFill>
                  <a:srgbClr val="17262C"/>
                </a:solidFill>
                <a:latin typeface="Noto Sans KR"/>
                <a:ea typeface="Noto Sans KR"/>
                <a:cs typeface="Noto Sans KR"/>
              </a:rPr>
              <a:t>Q</a:t>
            </a:r>
          </a:p>
        </p:txBody>
      </p:sp>
      <p:sp>
        <p:nvSpPr>
          <p:cNvPr id="10" name="무엇을 찾는가">
            <a:extLst xmlns:a="http://schemas.openxmlformats.org/drawingml/2006/main">
              <a:ext uri="{FF2B5EF4-FFF2-40B4-BE49-F238E27FC236}">
                <a16:creationId xmlns:a16="http://schemas.microsoft.com/office/drawing/2014/main" id="{C0FD5C21-D75A-4457-8981-7F304268DF72}"/>
              </a:ext>
            </a:extLst>
          </p:cNvPr>
          <p:cNvSpPr>
            <a:spLocks xmlns:a="http://schemas.openxmlformats.org/drawingml/2006/main" noGrp="1"/>
          </p:cNvSpPr>
          <p:nvPr/>
        </p:nvSpPr>
        <p:spPr>
          <a:xfrm xmlns:a="http://schemas.openxmlformats.org/drawingml/2006/main">
            <a:off x="609600" y="5476875"/>
            <a:ext cx="327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00" b="0">
                <a:solidFill>
                  <a:srgbClr val="17262C"/>
                </a:solidFill>
                <a:latin typeface="Noto Sans KR"/>
                <a:ea typeface="Noto Sans KR"/>
                <a:cs typeface="Noto Sans KR"/>
              </a:defRPr>
            </a:defPPr>
            <a:lvl1pPr algn="ctr">
              <a:defRPr sz="2100" b="0">
                <a:solidFill>
                  <a:srgbClr val="17262C"/>
                </a:solidFill>
                <a:latin typeface="Noto Sans KR"/>
                <a:ea typeface="Noto Sans KR"/>
                <a:cs typeface="Noto Sans KR"/>
              </a:defRPr>
            </a:lvl1pPr>
            <a:lvl2pPr algn="ctr">
              <a:defRPr sz="2100" b="0">
                <a:solidFill>
                  <a:srgbClr val="17262C"/>
                </a:solidFill>
                <a:latin typeface="Noto Sans KR"/>
                <a:ea typeface="Noto Sans KR"/>
                <a:cs typeface="Noto Sans KR"/>
              </a:defRPr>
            </a:lvl2pPr>
            <a:lvl3pPr algn="ctr">
              <a:defRPr sz="2100" b="0">
                <a:solidFill>
                  <a:srgbClr val="17262C"/>
                </a:solidFill>
                <a:latin typeface="Noto Sans KR"/>
                <a:ea typeface="Noto Sans KR"/>
                <a:cs typeface="Noto Sans KR"/>
              </a:defRPr>
            </a:lvl3pPr>
            <a:lvl4pPr algn="ctr">
              <a:defRPr sz="2100" b="0">
                <a:solidFill>
                  <a:srgbClr val="17262C"/>
                </a:solidFill>
                <a:latin typeface="Noto Sans KR"/>
                <a:ea typeface="Noto Sans KR"/>
                <a:cs typeface="Noto Sans KR"/>
              </a:defRPr>
            </a:lvl4pPr>
            <a:lvl5pPr algn="ctr">
              <a:defRPr sz="2100" b="0">
                <a:solidFill>
                  <a:srgbClr val="17262C"/>
                </a:solidFill>
                <a:latin typeface="Noto Sans KR"/>
                <a:ea typeface="Noto Sans KR"/>
                <a:cs typeface="Noto Sans KR"/>
              </a:defRPr>
            </a:lvl5pPr>
            <a:lvl6pPr algn="ctr">
              <a:defRPr sz="2100" b="0">
                <a:solidFill>
                  <a:srgbClr val="17262C"/>
                </a:solidFill>
                <a:latin typeface="Noto Sans KR"/>
                <a:ea typeface="Noto Sans KR"/>
                <a:cs typeface="Noto Sans KR"/>
              </a:defRPr>
            </a:lvl6pPr>
            <a:lvl7pPr algn="ctr">
              <a:defRPr sz="2100" b="0">
                <a:solidFill>
                  <a:srgbClr val="17262C"/>
                </a:solidFill>
                <a:latin typeface="Noto Sans KR"/>
                <a:ea typeface="Noto Sans KR"/>
                <a:cs typeface="Noto Sans KR"/>
              </a:defRPr>
            </a:lvl7pPr>
            <a:lvl8pPr algn="ctr">
              <a:defRPr sz="2100" b="0">
                <a:solidFill>
                  <a:srgbClr val="17262C"/>
                </a:solidFill>
                <a:latin typeface="Noto Sans KR"/>
                <a:ea typeface="Noto Sans KR"/>
                <a:cs typeface="Noto Sans KR"/>
              </a:defRPr>
            </a:lvl8pPr>
            <a:lvl9pPr algn="ctr">
              <a:defRPr sz="2100" b="0">
                <a:solidFill>
                  <a:srgbClr val="17262C"/>
                </a:solidFill>
                <a:latin typeface="Noto Sans KR"/>
                <a:ea typeface="Noto Sans KR"/>
                <a:cs typeface="Noto Sans KR"/>
              </a:defRPr>
            </a:lvl9pPr>
          </a:lstStyle>
          <a:p xmlns:a="http://schemas.openxmlformats.org/drawingml/2006/main">
            <a:pPr algn="ctr">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무엇을 찾는가</a:t>
            </a:r>
          </a:p>
        </p:txBody>
      </p:sp>
      <p:sp>
        <p:nvSpPr>
          <p:cNvPr id="11" name="">
            <a:extLst xmlns:a="http://schemas.openxmlformats.org/drawingml/2006/main">
              <a:ext uri="{FF2B5EF4-FFF2-40B4-BE49-F238E27FC236}">
                <a16:creationId xmlns:a16="http://schemas.microsoft.com/office/drawing/2014/main" id="{D146F996-FAAA-439E-BB91-A2E4116F59AA}"/>
              </a:ext>
            </a:extLst>
          </p:cNvPr>
          <p:cNvSpPr>
            <a:spLocks xmlns:a="http://schemas.openxmlformats.org/drawingml/2006/main" noGrp="1"/>
          </p:cNvSpPr>
          <p:nvPr/>
        </p:nvSpPr>
        <p:spPr>
          <a:xfrm xmlns:a="http://schemas.openxmlformats.org/drawingml/2006/main">
            <a:off x="5943600" y="3390900"/>
            <a:ext cx="0" cy="3714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2" name="WK">
            <a:extLst xmlns:a="http://schemas.openxmlformats.org/drawingml/2006/main">
              <a:ext uri="{FF2B5EF4-FFF2-40B4-BE49-F238E27FC236}">
                <a16:creationId xmlns:a16="http://schemas.microsoft.com/office/drawing/2014/main" id="{F776181E-56DF-4B4F-81B8-1BF79051B0D8}"/>
              </a:ext>
            </a:extLst>
          </p:cNvPr>
          <p:cNvSpPr>
            <a:spLocks xmlns:a="http://schemas.openxmlformats.org/drawingml/2006/main" noGrp="1"/>
          </p:cNvSpPr>
          <p:nvPr/>
        </p:nvSpPr>
        <p:spPr>
          <a:xfrm xmlns:a="http://schemas.openxmlformats.org/drawingml/2006/main">
            <a:off x="4457700" y="3819525"/>
            <a:ext cx="2971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657578"/>
                </a:solidFill>
                <a:latin typeface="Noto Sans KR"/>
                <a:ea typeface="Noto Sans KR"/>
                <a:cs typeface="Noto Sans KR"/>
              </a:defRPr>
            </a:defPPr>
            <a:lvl1pPr algn="ctr">
              <a:defRPr sz="1575" b="0">
                <a:solidFill>
                  <a:srgbClr val="657578"/>
                </a:solidFill>
                <a:latin typeface="Noto Sans KR"/>
                <a:ea typeface="Noto Sans KR"/>
                <a:cs typeface="Noto Sans KR"/>
              </a:defRPr>
            </a:lvl1pPr>
            <a:lvl2pPr algn="ctr">
              <a:defRPr sz="1575" b="0">
                <a:solidFill>
                  <a:srgbClr val="657578"/>
                </a:solidFill>
                <a:latin typeface="Noto Sans KR"/>
                <a:ea typeface="Noto Sans KR"/>
                <a:cs typeface="Noto Sans KR"/>
              </a:defRPr>
            </a:lvl2pPr>
            <a:lvl3pPr algn="ctr">
              <a:defRPr sz="1575" b="0">
                <a:solidFill>
                  <a:srgbClr val="657578"/>
                </a:solidFill>
                <a:latin typeface="Noto Sans KR"/>
                <a:ea typeface="Noto Sans KR"/>
                <a:cs typeface="Noto Sans KR"/>
              </a:defRPr>
            </a:lvl3pPr>
            <a:lvl4pPr algn="ctr">
              <a:defRPr sz="1575" b="0">
                <a:solidFill>
                  <a:srgbClr val="657578"/>
                </a:solidFill>
                <a:latin typeface="Noto Sans KR"/>
                <a:ea typeface="Noto Sans KR"/>
                <a:cs typeface="Noto Sans KR"/>
              </a:defRPr>
            </a:lvl4pPr>
            <a:lvl5pPr algn="ctr">
              <a:defRPr sz="1575" b="0">
                <a:solidFill>
                  <a:srgbClr val="657578"/>
                </a:solidFill>
                <a:latin typeface="Noto Sans KR"/>
                <a:ea typeface="Noto Sans KR"/>
                <a:cs typeface="Noto Sans KR"/>
              </a:defRPr>
            </a:lvl5pPr>
            <a:lvl6pPr algn="ctr">
              <a:defRPr sz="1575" b="0">
                <a:solidFill>
                  <a:srgbClr val="657578"/>
                </a:solidFill>
                <a:latin typeface="Noto Sans KR"/>
                <a:ea typeface="Noto Sans KR"/>
                <a:cs typeface="Noto Sans KR"/>
              </a:defRPr>
            </a:lvl6pPr>
            <a:lvl7pPr algn="ctr">
              <a:defRPr sz="1575" b="0">
                <a:solidFill>
                  <a:srgbClr val="657578"/>
                </a:solidFill>
                <a:latin typeface="Noto Sans KR"/>
                <a:ea typeface="Noto Sans KR"/>
                <a:cs typeface="Noto Sans KR"/>
              </a:defRPr>
            </a:lvl7pPr>
            <a:lvl8pPr algn="ctr">
              <a:defRPr sz="1575" b="0">
                <a:solidFill>
                  <a:srgbClr val="657578"/>
                </a:solidFill>
                <a:latin typeface="Noto Sans KR"/>
                <a:ea typeface="Noto Sans KR"/>
                <a:cs typeface="Noto Sans KR"/>
              </a:defRPr>
            </a:lvl8pPr>
            <a:lvl9pPr algn="ctr">
              <a:defRPr sz="1575" b="0">
                <a:solidFill>
                  <a:srgbClr val="657578"/>
                </a:solidFill>
                <a:latin typeface="Noto Sans KR"/>
                <a:ea typeface="Noto Sans KR"/>
                <a:cs typeface="Noto Sans KR"/>
              </a:defRPr>
            </a:lvl9pPr>
          </a:lstStyle>
          <a:p xmlns:a="http://schemas.openxmlformats.org/drawingml/2006/main">
            <a:pPr algn="ctr">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WK</a:t>
            </a:r>
          </a:p>
        </p:txBody>
      </p:sp>
      <p:sp>
        <p:nvSpPr>
          <p:cNvPr id="13" name="K">
            <a:extLst xmlns:a="http://schemas.openxmlformats.org/drawingml/2006/main">
              <a:ext uri="{FF2B5EF4-FFF2-40B4-BE49-F238E27FC236}">
                <a16:creationId xmlns:a16="http://schemas.microsoft.com/office/drawing/2014/main" id="{1DD49DDE-B1EE-4765-8D35-192FCB9C72EF}"/>
              </a:ext>
            </a:extLst>
          </p:cNvPr>
          <p:cNvSpPr>
            <a:spLocks xmlns:a="http://schemas.openxmlformats.org/drawingml/2006/main" noGrp="1"/>
          </p:cNvSpPr>
          <p:nvPr/>
        </p:nvSpPr>
        <p:spPr>
          <a:xfrm xmlns:a="http://schemas.openxmlformats.org/drawingml/2006/main">
            <a:off x="4457700" y="4371975"/>
            <a:ext cx="2971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5250" b="1">
                <a:solidFill>
                  <a:srgbClr val="17262C"/>
                </a:solidFill>
                <a:latin typeface="Noto Sans KR"/>
                <a:ea typeface="Noto Sans KR"/>
                <a:cs typeface="Noto Sans KR"/>
              </a:defRPr>
            </a:defPPr>
            <a:lvl1pPr algn="ctr">
              <a:defRPr sz="5250" b="1">
                <a:solidFill>
                  <a:srgbClr val="17262C"/>
                </a:solidFill>
                <a:latin typeface="Noto Sans KR"/>
                <a:ea typeface="Noto Sans KR"/>
                <a:cs typeface="Noto Sans KR"/>
              </a:defRPr>
            </a:lvl1pPr>
            <a:lvl2pPr algn="ctr">
              <a:defRPr sz="5250" b="1">
                <a:solidFill>
                  <a:srgbClr val="17262C"/>
                </a:solidFill>
                <a:latin typeface="Noto Sans KR"/>
                <a:ea typeface="Noto Sans KR"/>
                <a:cs typeface="Noto Sans KR"/>
              </a:defRPr>
            </a:lvl2pPr>
            <a:lvl3pPr algn="ctr">
              <a:defRPr sz="5250" b="1">
                <a:solidFill>
                  <a:srgbClr val="17262C"/>
                </a:solidFill>
                <a:latin typeface="Noto Sans KR"/>
                <a:ea typeface="Noto Sans KR"/>
                <a:cs typeface="Noto Sans KR"/>
              </a:defRPr>
            </a:lvl3pPr>
            <a:lvl4pPr algn="ctr">
              <a:defRPr sz="5250" b="1">
                <a:solidFill>
                  <a:srgbClr val="17262C"/>
                </a:solidFill>
                <a:latin typeface="Noto Sans KR"/>
                <a:ea typeface="Noto Sans KR"/>
                <a:cs typeface="Noto Sans KR"/>
              </a:defRPr>
            </a:lvl4pPr>
            <a:lvl5pPr algn="ctr">
              <a:defRPr sz="5250" b="1">
                <a:solidFill>
                  <a:srgbClr val="17262C"/>
                </a:solidFill>
                <a:latin typeface="Noto Sans KR"/>
                <a:ea typeface="Noto Sans KR"/>
                <a:cs typeface="Noto Sans KR"/>
              </a:defRPr>
            </a:lvl5pPr>
            <a:lvl6pPr algn="ctr">
              <a:defRPr sz="5250" b="1">
                <a:solidFill>
                  <a:srgbClr val="17262C"/>
                </a:solidFill>
                <a:latin typeface="Noto Sans KR"/>
                <a:ea typeface="Noto Sans KR"/>
                <a:cs typeface="Noto Sans KR"/>
              </a:defRPr>
            </a:lvl6pPr>
            <a:lvl7pPr algn="ctr">
              <a:defRPr sz="5250" b="1">
                <a:solidFill>
                  <a:srgbClr val="17262C"/>
                </a:solidFill>
                <a:latin typeface="Noto Sans KR"/>
                <a:ea typeface="Noto Sans KR"/>
                <a:cs typeface="Noto Sans KR"/>
              </a:defRPr>
            </a:lvl7pPr>
            <a:lvl8pPr algn="ctr">
              <a:defRPr sz="5250" b="1">
                <a:solidFill>
                  <a:srgbClr val="17262C"/>
                </a:solidFill>
                <a:latin typeface="Noto Sans KR"/>
                <a:ea typeface="Noto Sans KR"/>
                <a:cs typeface="Noto Sans KR"/>
              </a:defRPr>
            </a:lvl8pPr>
            <a:lvl9pPr algn="ctr">
              <a:defRPr sz="5250" b="1">
                <a:solidFill>
                  <a:srgbClr val="17262C"/>
                </a:solidFill>
                <a:latin typeface="Noto Sans KR"/>
                <a:ea typeface="Noto Sans KR"/>
                <a:cs typeface="Noto Sans KR"/>
              </a:defRPr>
            </a:lvl9pPr>
          </a:lstStyle>
          <a:p xmlns:a="http://schemas.openxmlformats.org/drawingml/2006/main">
            <a:pPr algn="ctr">
              <a:defRPr sz="5250" b="1">
                <a:solidFill>
                  <a:srgbClr val="17262C"/>
                </a:solidFill>
                <a:latin typeface="Noto Sans KR"/>
                <a:ea typeface="Noto Sans KR"/>
                <a:cs typeface="Noto Sans KR"/>
              </a:defRPr>
            </a:pPr>
            <a:r>
              <a:rPr sz="5250" b="1">
                <a:solidFill>
                  <a:srgbClr val="17262C"/>
                </a:solidFill>
                <a:latin typeface="Noto Sans KR"/>
                <a:ea typeface="Noto Sans KR"/>
                <a:cs typeface="Noto Sans KR"/>
              </a:rPr>
              <a:t>K</a:t>
            </a:r>
          </a:p>
        </p:txBody>
      </p:sp>
      <p:sp>
        <p:nvSpPr>
          <p:cNvPr id="14" name="어떤 단서와 맞는가">
            <a:extLst xmlns:a="http://schemas.openxmlformats.org/drawingml/2006/main">
              <a:ext uri="{FF2B5EF4-FFF2-40B4-BE49-F238E27FC236}">
                <a16:creationId xmlns:a16="http://schemas.microsoft.com/office/drawing/2014/main" id="{1DE2D2A7-E21D-4DC9-B936-8A915C285675}"/>
              </a:ext>
            </a:extLst>
          </p:cNvPr>
          <p:cNvSpPr>
            <a:spLocks xmlns:a="http://schemas.openxmlformats.org/drawingml/2006/main" noGrp="1"/>
          </p:cNvSpPr>
          <p:nvPr/>
        </p:nvSpPr>
        <p:spPr>
          <a:xfrm xmlns:a="http://schemas.openxmlformats.org/drawingml/2006/main">
            <a:off x="4457700" y="5476875"/>
            <a:ext cx="327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00" b="0">
                <a:solidFill>
                  <a:srgbClr val="17262C"/>
                </a:solidFill>
                <a:latin typeface="Noto Sans KR"/>
                <a:ea typeface="Noto Sans KR"/>
                <a:cs typeface="Noto Sans KR"/>
              </a:defRPr>
            </a:defPPr>
            <a:lvl1pPr algn="ctr">
              <a:defRPr sz="2100" b="0">
                <a:solidFill>
                  <a:srgbClr val="17262C"/>
                </a:solidFill>
                <a:latin typeface="Noto Sans KR"/>
                <a:ea typeface="Noto Sans KR"/>
                <a:cs typeface="Noto Sans KR"/>
              </a:defRPr>
            </a:lvl1pPr>
            <a:lvl2pPr algn="ctr">
              <a:defRPr sz="2100" b="0">
                <a:solidFill>
                  <a:srgbClr val="17262C"/>
                </a:solidFill>
                <a:latin typeface="Noto Sans KR"/>
                <a:ea typeface="Noto Sans KR"/>
                <a:cs typeface="Noto Sans KR"/>
              </a:defRPr>
            </a:lvl2pPr>
            <a:lvl3pPr algn="ctr">
              <a:defRPr sz="2100" b="0">
                <a:solidFill>
                  <a:srgbClr val="17262C"/>
                </a:solidFill>
                <a:latin typeface="Noto Sans KR"/>
                <a:ea typeface="Noto Sans KR"/>
                <a:cs typeface="Noto Sans KR"/>
              </a:defRPr>
            </a:lvl3pPr>
            <a:lvl4pPr algn="ctr">
              <a:defRPr sz="2100" b="0">
                <a:solidFill>
                  <a:srgbClr val="17262C"/>
                </a:solidFill>
                <a:latin typeface="Noto Sans KR"/>
                <a:ea typeface="Noto Sans KR"/>
                <a:cs typeface="Noto Sans KR"/>
              </a:defRPr>
            </a:lvl4pPr>
            <a:lvl5pPr algn="ctr">
              <a:defRPr sz="2100" b="0">
                <a:solidFill>
                  <a:srgbClr val="17262C"/>
                </a:solidFill>
                <a:latin typeface="Noto Sans KR"/>
                <a:ea typeface="Noto Sans KR"/>
                <a:cs typeface="Noto Sans KR"/>
              </a:defRPr>
            </a:lvl5pPr>
            <a:lvl6pPr algn="ctr">
              <a:defRPr sz="2100" b="0">
                <a:solidFill>
                  <a:srgbClr val="17262C"/>
                </a:solidFill>
                <a:latin typeface="Noto Sans KR"/>
                <a:ea typeface="Noto Sans KR"/>
                <a:cs typeface="Noto Sans KR"/>
              </a:defRPr>
            </a:lvl6pPr>
            <a:lvl7pPr algn="ctr">
              <a:defRPr sz="2100" b="0">
                <a:solidFill>
                  <a:srgbClr val="17262C"/>
                </a:solidFill>
                <a:latin typeface="Noto Sans KR"/>
                <a:ea typeface="Noto Sans KR"/>
                <a:cs typeface="Noto Sans KR"/>
              </a:defRPr>
            </a:lvl7pPr>
            <a:lvl8pPr algn="ctr">
              <a:defRPr sz="2100" b="0">
                <a:solidFill>
                  <a:srgbClr val="17262C"/>
                </a:solidFill>
                <a:latin typeface="Noto Sans KR"/>
                <a:ea typeface="Noto Sans KR"/>
                <a:cs typeface="Noto Sans KR"/>
              </a:defRPr>
            </a:lvl8pPr>
            <a:lvl9pPr algn="ctr">
              <a:defRPr sz="2100" b="0">
                <a:solidFill>
                  <a:srgbClr val="17262C"/>
                </a:solidFill>
                <a:latin typeface="Noto Sans KR"/>
                <a:ea typeface="Noto Sans KR"/>
                <a:cs typeface="Noto Sans KR"/>
              </a:defRPr>
            </a:lvl9pPr>
          </a:lstStyle>
          <a:p xmlns:a="http://schemas.openxmlformats.org/drawingml/2006/main">
            <a:pPr algn="ctr">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어떤 단서와 맞는가</a:t>
            </a:r>
          </a:p>
        </p:txBody>
      </p:sp>
      <p:sp>
        <p:nvSpPr>
          <p:cNvPr id="15" name="">
            <a:extLst xmlns:a="http://schemas.openxmlformats.org/drawingml/2006/main">
              <a:ext uri="{FF2B5EF4-FFF2-40B4-BE49-F238E27FC236}">
                <a16:creationId xmlns:a16="http://schemas.microsoft.com/office/drawing/2014/main" id="{7DF5F9B0-4665-486D-B9E3-6A66D5E43B0F}"/>
              </a:ext>
            </a:extLst>
          </p:cNvPr>
          <p:cNvSpPr>
            <a:spLocks xmlns:a="http://schemas.openxmlformats.org/drawingml/2006/main" noGrp="1"/>
          </p:cNvSpPr>
          <p:nvPr/>
        </p:nvSpPr>
        <p:spPr>
          <a:xfrm xmlns:a="http://schemas.openxmlformats.org/drawingml/2006/main">
            <a:off x="9791700" y="3390900"/>
            <a:ext cx="0" cy="3714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6" name="WV">
            <a:extLst xmlns:a="http://schemas.openxmlformats.org/drawingml/2006/main">
              <a:ext uri="{FF2B5EF4-FFF2-40B4-BE49-F238E27FC236}">
                <a16:creationId xmlns:a16="http://schemas.microsoft.com/office/drawing/2014/main" id="{5C6A44BE-706B-4302-93FB-4709C4FBA300}"/>
              </a:ext>
            </a:extLst>
          </p:cNvPr>
          <p:cNvSpPr>
            <a:spLocks xmlns:a="http://schemas.openxmlformats.org/drawingml/2006/main" noGrp="1"/>
          </p:cNvSpPr>
          <p:nvPr/>
        </p:nvSpPr>
        <p:spPr>
          <a:xfrm xmlns:a="http://schemas.openxmlformats.org/drawingml/2006/main">
            <a:off x="8305800" y="3819525"/>
            <a:ext cx="2971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575" b="0">
                <a:solidFill>
                  <a:srgbClr val="657578"/>
                </a:solidFill>
                <a:latin typeface="Noto Sans KR"/>
                <a:ea typeface="Noto Sans KR"/>
                <a:cs typeface="Noto Sans KR"/>
              </a:defRPr>
            </a:defPPr>
            <a:lvl1pPr algn="ctr">
              <a:defRPr sz="1575" b="0">
                <a:solidFill>
                  <a:srgbClr val="657578"/>
                </a:solidFill>
                <a:latin typeface="Noto Sans KR"/>
                <a:ea typeface="Noto Sans KR"/>
                <a:cs typeface="Noto Sans KR"/>
              </a:defRPr>
            </a:lvl1pPr>
            <a:lvl2pPr algn="ctr">
              <a:defRPr sz="1575" b="0">
                <a:solidFill>
                  <a:srgbClr val="657578"/>
                </a:solidFill>
                <a:latin typeface="Noto Sans KR"/>
                <a:ea typeface="Noto Sans KR"/>
                <a:cs typeface="Noto Sans KR"/>
              </a:defRPr>
            </a:lvl2pPr>
            <a:lvl3pPr algn="ctr">
              <a:defRPr sz="1575" b="0">
                <a:solidFill>
                  <a:srgbClr val="657578"/>
                </a:solidFill>
                <a:latin typeface="Noto Sans KR"/>
                <a:ea typeface="Noto Sans KR"/>
                <a:cs typeface="Noto Sans KR"/>
              </a:defRPr>
            </a:lvl3pPr>
            <a:lvl4pPr algn="ctr">
              <a:defRPr sz="1575" b="0">
                <a:solidFill>
                  <a:srgbClr val="657578"/>
                </a:solidFill>
                <a:latin typeface="Noto Sans KR"/>
                <a:ea typeface="Noto Sans KR"/>
                <a:cs typeface="Noto Sans KR"/>
              </a:defRPr>
            </a:lvl4pPr>
            <a:lvl5pPr algn="ctr">
              <a:defRPr sz="1575" b="0">
                <a:solidFill>
                  <a:srgbClr val="657578"/>
                </a:solidFill>
                <a:latin typeface="Noto Sans KR"/>
                <a:ea typeface="Noto Sans KR"/>
                <a:cs typeface="Noto Sans KR"/>
              </a:defRPr>
            </a:lvl5pPr>
            <a:lvl6pPr algn="ctr">
              <a:defRPr sz="1575" b="0">
                <a:solidFill>
                  <a:srgbClr val="657578"/>
                </a:solidFill>
                <a:latin typeface="Noto Sans KR"/>
                <a:ea typeface="Noto Sans KR"/>
                <a:cs typeface="Noto Sans KR"/>
              </a:defRPr>
            </a:lvl6pPr>
            <a:lvl7pPr algn="ctr">
              <a:defRPr sz="1575" b="0">
                <a:solidFill>
                  <a:srgbClr val="657578"/>
                </a:solidFill>
                <a:latin typeface="Noto Sans KR"/>
                <a:ea typeface="Noto Sans KR"/>
                <a:cs typeface="Noto Sans KR"/>
              </a:defRPr>
            </a:lvl7pPr>
            <a:lvl8pPr algn="ctr">
              <a:defRPr sz="1575" b="0">
                <a:solidFill>
                  <a:srgbClr val="657578"/>
                </a:solidFill>
                <a:latin typeface="Noto Sans KR"/>
                <a:ea typeface="Noto Sans KR"/>
                <a:cs typeface="Noto Sans KR"/>
              </a:defRPr>
            </a:lvl8pPr>
            <a:lvl9pPr algn="ctr">
              <a:defRPr sz="1575" b="0">
                <a:solidFill>
                  <a:srgbClr val="657578"/>
                </a:solidFill>
                <a:latin typeface="Noto Sans KR"/>
                <a:ea typeface="Noto Sans KR"/>
                <a:cs typeface="Noto Sans KR"/>
              </a:defRPr>
            </a:lvl9pPr>
          </a:lstStyle>
          <a:p xmlns:a="http://schemas.openxmlformats.org/drawingml/2006/main">
            <a:pPr algn="ctr">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WV</a:t>
            </a:r>
          </a:p>
        </p:txBody>
      </p:sp>
      <p:sp>
        <p:nvSpPr>
          <p:cNvPr id="17" name="V">
            <a:extLst xmlns:a="http://schemas.openxmlformats.org/drawingml/2006/main">
              <a:ext uri="{FF2B5EF4-FFF2-40B4-BE49-F238E27FC236}">
                <a16:creationId xmlns:a16="http://schemas.microsoft.com/office/drawing/2014/main" id="{F4CD894F-6B4A-4857-974E-EA01ADCEFDEA}"/>
              </a:ext>
            </a:extLst>
          </p:cNvPr>
          <p:cNvSpPr>
            <a:spLocks xmlns:a="http://schemas.openxmlformats.org/drawingml/2006/main" noGrp="1"/>
          </p:cNvSpPr>
          <p:nvPr/>
        </p:nvSpPr>
        <p:spPr>
          <a:xfrm xmlns:a="http://schemas.openxmlformats.org/drawingml/2006/main">
            <a:off x="8305800" y="4371975"/>
            <a:ext cx="2971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5250" b="1">
                <a:solidFill>
                  <a:srgbClr val="17262C"/>
                </a:solidFill>
                <a:latin typeface="Noto Sans KR"/>
                <a:ea typeface="Noto Sans KR"/>
                <a:cs typeface="Noto Sans KR"/>
              </a:defRPr>
            </a:defPPr>
            <a:lvl1pPr algn="ctr">
              <a:defRPr sz="5250" b="1">
                <a:solidFill>
                  <a:srgbClr val="17262C"/>
                </a:solidFill>
                <a:latin typeface="Noto Sans KR"/>
                <a:ea typeface="Noto Sans KR"/>
                <a:cs typeface="Noto Sans KR"/>
              </a:defRPr>
            </a:lvl1pPr>
            <a:lvl2pPr algn="ctr">
              <a:defRPr sz="5250" b="1">
                <a:solidFill>
                  <a:srgbClr val="17262C"/>
                </a:solidFill>
                <a:latin typeface="Noto Sans KR"/>
                <a:ea typeface="Noto Sans KR"/>
                <a:cs typeface="Noto Sans KR"/>
              </a:defRPr>
            </a:lvl2pPr>
            <a:lvl3pPr algn="ctr">
              <a:defRPr sz="5250" b="1">
                <a:solidFill>
                  <a:srgbClr val="17262C"/>
                </a:solidFill>
                <a:latin typeface="Noto Sans KR"/>
                <a:ea typeface="Noto Sans KR"/>
                <a:cs typeface="Noto Sans KR"/>
              </a:defRPr>
            </a:lvl3pPr>
            <a:lvl4pPr algn="ctr">
              <a:defRPr sz="5250" b="1">
                <a:solidFill>
                  <a:srgbClr val="17262C"/>
                </a:solidFill>
                <a:latin typeface="Noto Sans KR"/>
                <a:ea typeface="Noto Sans KR"/>
                <a:cs typeface="Noto Sans KR"/>
              </a:defRPr>
            </a:lvl4pPr>
            <a:lvl5pPr algn="ctr">
              <a:defRPr sz="5250" b="1">
                <a:solidFill>
                  <a:srgbClr val="17262C"/>
                </a:solidFill>
                <a:latin typeface="Noto Sans KR"/>
                <a:ea typeface="Noto Sans KR"/>
                <a:cs typeface="Noto Sans KR"/>
              </a:defRPr>
            </a:lvl5pPr>
            <a:lvl6pPr algn="ctr">
              <a:defRPr sz="5250" b="1">
                <a:solidFill>
                  <a:srgbClr val="17262C"/>
                </a:solidFill>
                <a:latin typeface="Noto Sans KR"/>
                <a:ea typeface="Noto Sans KR"/>
                <a:cs typeface="Noto Sans KR"/>
              </a:defRPr>
            </a:lvl6pPr>
            <a:lvl7pPr algn="ctr">
              <a:defRPr sz="5250" b="1">
                <a:solidFill>
                  <a:srgbClr val="17262C"/>
                </a:solidFill>
                <a:latin typeface="Noto Sans KR"/>
                <a:ea typeface="Noto Sans KR"/>
                <a:cs typeface="Noto Sans KR"/>
              </a:defRPr>
            </a:lvl7pPr>
            <a:lvl8pPr algn="ctr">
              <a:defRPr sz="5250" b="1">
                <a:solidFill>
                  <a:srgbClr val="17262C"/>
                </a:solidFill>
                <a:latin typeface="Noto Sans KR"/>
                <a:ea typeface="Noto Sans KR"/>
                <a:cs typeface="Noto Sans KR"/>
              </a:defRPr>
            </a:lvl8pPr>
            <a:lvl9pPr algn="ctr">
              <a:defRPr sz="5250" b="1">
                <a:solidFill>
                  <a:srgbClr val="17262C"/>
                </a:solidFill>
                <a:latin typeface="Noto Sans KR"/>
                <a:ea typeface="Noto Sans KR"/>
                <a:cs typeface="Noto Sans KR"/>
              </a:defRPr>
            </a:lvl9pPr>
          </a:lstStyle>
          <a:p xmlns:a="http://schemas.openxmlformats.org/drawingml/2006/main">
            <a:pPr algn="ctr">
              <a:defRPr sz="5250" b="1">
                <a:solidFill>
                  <a:srgbClr val="17262C"/>
                </a:solidFill>
                <a:latin typeface="Noto Sans KR"/>
                <a:ea typeface="Noto Sans KR"/>
                <a:cs typeface="Noto Sans KR"/>
              </a:defRPr>
            </a:pPr>
            <a:r>
              <a:rPr sz="5250" b="1">
                <a:solidFill>
                  <a:srgbClr val="17262C"/>
                </a:solidFill>
                <a:latin typeface="Noto Sans KR"/>
                <a:ea typeface="Noto Sans KR"/>
                <a:cs typeface="Noto Sans KR"/>
              </a:rPr>
              <a:t>V</a:t>
            </a:r>
          </a:p>
        </p:txBody>
      </p:sp>
      <p:sp>
        <p:nvSpPr>
          <p:cNvPr id="18" name="어떤 정보를 전달하는가">
            <a:extLst xmlns:a="http://schemas.openxmlformats.org/drawingml/2006/main">
              <a:ext uri="{FF2B5EF4-FFF2-40B4-BE49-F238E27FC236}">
                <a16:creationId xmlns:a16="http://schemas.microsoft.com/office/drawing/2014/main" id="{3EE700C7-C7B5-411D-A65D-74C2C5F3B7AF}"/>
              </a:ext>
            </a:extLst>
          </p:cNvPr>
          <p:cNvSpPr>
            <a:spLocks xmlns:a="http://schemas.openxmlformats.org/drawingml/2006/main" noGrp="1"/>
          </p:cNvSpPr>
          <p:nvPr/>
        </p:nvSpPr>
        <p:spPr>
          <a:xfrm xmlns:a="http://schemas.openxmlformats.org/drawingml/2006/main">
            <a:off x="8305800" y="5476875"/>
            <a:ext cx="3276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100" b="0">
                <a:solidFill>
                  <a:srgbClr val="17262C"/>
                </a:solidFill>
                <a:latin typeface="Noto Sans KR"/>
                <a:ea typeface="Noto Sans KR"/>
                <a:cs typeface="Noto Sans KR"/>
              </a:defRPr>
            </a:defPPr>
            <a:lvl1pPr algn="ctr">
              <a:defRPr sz="2100" b="0">
                <a:solidFill>
                  <a:srgbClr val="17262C"/>
                </a:solidFill>
                <a:latin typeface="Noto Sans KR"/>
                <a:ea typeface="Noto Sans KR"/>
                <a:cs typeface="Noto Sans KR"/>
              </a:defRPr>
            </a:lvl1pPr>
            <a:lvl2pPr algn="ctr">
              <a:defRPr sz="2100" b="0">
                <a:solidFill>
                  <a:srgbClr val="17262C"/>
                </a:solidFill>
                <a:latin typeface="Noto Sans KR"/>
                <a:ea typeface="Noto Sans KR"/>
                <a:cs typeface="Noto Sans KR"/>
              </a:defRPr>
            </a:lvl2pPr>
            <a:lvl3pPr algn="ctr">
              <a:defRPr sz="2100" b="0">
                <a:solidFill>
                  <a:srgbClr val="17262C"/>
                </a:solidFill>
                <a:latin typeface="Noto Sans KR"/>
                <a:ea typeface="Noto Sans KR"/>
                <a:cs typeface="Noto Sans KR"/>
              </a:defRPr>
            </a:lvl3pPr>
            <a:lvl4pPr algn="ctr">
              <a:defRPr sz="2100" b="0">
                <a:solidFill>
                  <a:srgbClr val="17262C"/>
                </a:solidFill>
                <a:latin typeface="Noto Sans KR"/>
                <a:ea typeface="Noto Sans KR"/>
                <a:cs typeface="Noto Sans KR"/>
              </a:defRPr>
            </a:lvl4pPr>
            <a:lvl5pPr algn="ctr">
              <a:defRPr sz="2100" b="0">
                <a:solidFill>
                  <a:srgbClr val="17262C"/>
                </a:solidFill>
                <a:latin typeface="Noto Sans KR"/>
                <a:ea typeface="Noto Sans KR"/>
                <a:cs typeface="Noto Sans KR"/>
              </a:defRPr>
            </a:lvl5pPr>
            <a:lvl6pPr algn="ctr">
              <a:defRPr sz="2100" b="0">
                <a:solidFill>
                  <a:srgbClr val="17262C"/>
                </a:solidFill>
                <a:latin typeface="Noto Sans KR"/>
                <a:ea typeface="Noto Sans KR"/>
                <a:cs typeface="Noto Sans KR"/>
              </a:defRPr>
            </a:lvl6pPr>
            <a:lvl7pPr algn="ctr">
              <a:defRPr sz="2100" b="0">
                <a:solidFill>
                  <a:srgbClr val="17262C"/>
                </a:solidFill>
                <a:latin typeface="Noto Sans KR"/>
                <a:ea typeface="Noto Sans KR"/>
                <a:cs typeface="Noto Sans KR"/>
              </a:defRPr>
            </a:lvl7pPr>
            <a:lvl8pPr algn="ctr">
              <a:defRPr sz="2100" b="0">
                <a:solidFill>
                  <a:srgbClr val="17262C"/>
                </a:solidFill>
                <a:latin typeface="Noto Sans KR"/>
                <a:ea typeface="Noto Sans KR"/>
                <a:cs typeface="Noto Sans KR"/>
              </a:defRPr>
            </a:lvl8pPr>
            <a:lvl9pPr algn="ctr">
              <a:defRPr sz="2100" b="0">
                <a:solidFill>
                  <a:srgbClr val="17262C"/>
                </a:solidFill>
                <a:latin typeface="Noto Sans KR"/>
                <a:ea typeface="Noto Sans KR"/>
                <a:cs typeface="Noto Sans KR"/>
              </a:defRPr>
            </a:lvl9pPr>
          </a:lstStyle>
          <a:p xmlns:a="http://schemas.openxmlformats.org/drawingml/2006/main">
            <a:pPr algn="ctr">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어떤 정보를 전달하는가</a:t>
            </a:r>
          </a:p>
        </p:txBody>
      </p:sp>
      <p:sp>
        <p:nvSpPr>
          <p:cNvPr id="19" name="Q·K·V는 서로 다른 원문 단어 세트가 아니라 서로 다른 투영 결과">
            <a:extLst xmlns:a="http://schemas.openxmlformats.org/drawingml/2006/main">
              <a:ext uri="{FF2B5EF4-FFF2-40B4-BE49-F238E27FC236}">
                <a16:creationId xmlns:a16="http://schemas.microsoft.com/office/drawing/2014/main" id="{89796FD0-65C8-4191-ABD3-DBED0B2DBF88}"/>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Q·K·V는 서로 다른 원문 단어 세트가 아니라 서로 다른 투영 결과</a:t>
            </a:r>
          </a:p>
        </p:txBody>
      </p:sp>
    </p:spTree>
    <p:extLst>
      <p:ext uri="{BB962C8B-B14F-4D97-AF65-F5344CB8AC3E}">
        <p14:creationId xmlns:p14="http://schemas.microsoft.com/office/powerpoint/2010/main" val="1299770208"/>
      </p:ext>
    </p:extLst>
  </p:cSld>
</p:sld>
</file>

<file path=ppt/slides/slide5.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7" name="Scaled Dot-Product Attention">
            <a:extLst xmlns:a="http://schemas.openxmlformats.org/drawingml/2006/main">
              <a:ext uri="{FF2B5EF4-FFF2-40B4-BE49-F238E27FC236}">
                <a16:creationId xmlns:a16="http://schemas.microsoft.com/office/drawing/2014/main" id="{8DDECD76-4704-42C6-B7E8-400B636C396D}"/>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Scaled Dot-Product Attention</a:t>
            </a:r>
          </a:p>
        </p:txBody>
      </p:sp>
      <p:sp>
        <p:nvSpPr>
          <p:cNvPr id="2" name="05">
            <a:extLst xmlns:a="http://schemas.openxmlformats.org/drawingml/2006/main">
              <a:ext uri="{FF2B5EF4-FFF2-40B4-BE49-F238E27FC236}">
                <a16:creationId xmlns:a16="http://schemas.microsoft.com/office/drawing/2014/main" id="{E4A0133D-7CF0-4714-BE06-9ADD369B30EE}"/>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05</a:t>
            </a:r>
          </a:p>
        </p:txBody>
      </p:sp>
      <p:sp>
        <p:nvSpPr>
          <p:cNvPr id="3" name="Attention(Q, K, V) = softmax(QKᵀ / √dₖ) V">
            <a:extLst xmlns:a="http://schemas.openxmlformats.org/drawingml/2006/main">
              <a:ext uri="{FF2B5EF4-FFF2-40B4-BE49-F238E27FC236}">
                <a16:creationId xmlns:a16="http://schemas.microsoft.com/office/drawing/2014/main" id="{62203679-6948-45E9-91FA-E7A062402D2C}"/>
              </a:ext>
            </a:extLst>
          </p:cNvPr>
          <p:cNvSpPr>
            <a:spLocks xmlns:a="http://schemas.openxmlformats.org/drawingml/2006/main" noGrp="1"/>
          </p:cNvSpPr>
          <p:nvPr/>
        </p:nvSpPr>
        <p:spPr>
          <a:xfrm xmlns:a="http://schemas.openxmlformats.org/drawingml/2006/main">
            <a:off x="609600" y="1828800"/>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7262C"/>
                </a:solidFill>
                <a:latin typeface="Noto Sans KR"/>
                <a:ea typeface="Noto Sans KR"/>
                <a:cs typeface="Noto Sans KR"/>
              </a:defRPr>
            </a:defPPr>
            <a:lvl1pPr algn="l">
              <a:defRPr sz="3000" b="1">
                <a:solidFill>
                  <a:srgbClr val="17262C"/>
                </a:solidFill>
                <a:latin typeface="Noto Sans KR"/>
                <a:ea typeface="Noto Sans KR"/>
                <a:cs typeface="Noto Sans KR"/>
              </a:defRPr>
            </a:lvl1pPr>
            <a:lvl2pPr algn="l">
              <a:defRPr sz="3000" b="1">
                <a:solidFill>
                  <a:srgbClr val="17262C"/>
                </a:solidFill>
                <a:latin typeface="Noto Sans KR"/>
                <a:ea typeface="Noto Sans KR"/>
                <a:cs typeface="Noto Sans KR"/>
              </a:defRPr>
            </a:lvl2pPr>
            <a:lvl3pPr algn="l">
              <a:defRPr sz="3000" b="1">
                <a:solidFill>
                  <a:srgbClr val="17262C"/>
                </a:solidFill>
                <a:latin typeface="Noto Sans KR"/>
                <a:ea typeface="Noto Sans KR"/>
                <a:cs typeface="Noto Sans KR"/>
              </a:defRPr>
            </a:lvl3pPr>
            <a:lvl4pPr algn="l">
              <a:defRPr sz="3000" b="1">
                <a:solidFill>
                  <a:srgbClr val="17262C"/>
                </a:solidFill>
                <a:latin typeface="Noto Sans KR"/>
                <a:ea typeface="Noto Sans KR"/>
                <a:cs typeface="Noto Sans KR"/>
              </a:defRPr>
            </a:lvl4pPr>
            <a:lvl5pPr algn="l">
              <a:defRPr sz="3000" b="1">
                <a:solidFill>
                  <a:srgbClr val="17262C"/>
                </a:solidFill>
                <a:latin typeface="Noto Sans KR"/>
                <a:ea typeface="Noto Sans KR"/>
                <a:cs typeface="Noto Sans KR"/>
              </a:defRPr>
            </a:lvl5pPr>
            <a:lvl6pPr algn="l">
              <a:defRPr sz="3000" b="1">
                <a:solidFill>
                  <a:srgbClr val="17262C"/>
                </a:solidFill>
                <a:latin typeface="Noto Sans KR"/>
                <a:ea typeface="Noto Sans KR"/>
                <a:cs typeface="Noto Sans KR"/>
              </a:defRPr>
            </a:lvl6pPr>
            <a:lvl7pPr algn="l">
              <a:defRPr sz="3000" b="1">
                <a:solidFill>
                  <a:srgbClr val="17262C"/>
                </a:solidFill>
                <a:latin typeface="Noto Sans KR"/>
                <a:ea typeface="Noto Sans KR"/>
                <a:cs typeface="Noto Sans KR"/>
              </a:defRPr>
            </a:lvl7pPr>
            <a:lvl8pPr algn="l">
              <a:defRPr sz="3000" b="1">
                <a:solidFill>
                  <a:srgbClr val="17262C"/>
                </a:solidFill>
                <a:latin typeface="Noto Sans KR"/>
                <a:ea typeface="Noto Sans KR"/>
                <a:cs typeface="Noto Sans KR"/>
              </a:defRPr>
            </a:lvl8pPr>
            <a:lvl9pPr algn="l">
              <a:defRPr sz="3000" b="1">
                <a:solidFill>
                  <a:srgbClr val="17262C"/>
                </a:solidFill>
                <a:latin typeface="Noto Sans KR"/>
                <a:ea typeface="Noto Sans KR"/>
                <a:cs typeface="Noto Sans KR"/>
              </a:defRPr>
            </a:lvl9pPr>
          </a:lstStyle>
          <a:p xmlns:a="http://schemas.openxmlformats.org/drawingml/2006/main">
            <a:pPr algn="l">
              <a:defRPr sz="3000" b="1">
                <a:solidFill>
                  <a:srgbClr val="17262C"/>
                </a:solidFill>
                <a:latin typeface="Noto Sans KR"/>
                <a:ea typeface="Noto Sans KR"/>
                <a:cs typeface="Noto Sans KR"/>
              </a:defRPr>
            </a:pPr>
            <a:r>
              <a:rPr sz="3000" b="1">
                <a:solidFill>
                  <a:srgbClr val="17262C"/>
                </a:solidFill>
                <a:latin typeface="Noto Sans KR"/>
                <a:ea typeface="Noto Sans KR"/>
                <a:cs typeface="Noto Sans KR"/>
              </a:rPr>
              <a:t>Attention(Q, K, V) = softmax(QKᵀ / √dₖ) V</a:t>
            </a:r>
          </a:p>
        </p:txBody>
      </p:sp>
      <p:sp>
        <p:nvSpPr>
          <p:cNvPr id="4" name="01  비교">
            <a:extLst xmlns:a="http://schemas.openxmlformats.org/drawingml/2006/main">
              <a:ext uri="{FF2B5EF4-FFF2-40B4-BE49-F238E27FC236}">
                <a16:creationId xmlns:a16="http://schemas.microsoft.com/office/drawing/2014/main" id="{D2BAAB40-8196-40E3-A1A1-14763C264A0B}"/>
              </a:ext>
            </a:extLst>
          </p:cNvPr>
          <p:cNvSpPr>
            <a:spLocks xmlns:a="http://schemas.openxmlformats.org/drawingml/2006/main" noGrp="1"/>
          </p:cNvSpPr>
          <p:nvPr/>
        </p:nvSpPr>
        <p:spPr>
          <a:xfrm xmlns:a="http://schemas.openxmlformats.org/drawingml/2006/main">
            <a:off x="609600" y="3257550"/>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01  비교</a:t>
            </a:r>
          </a:p>
        </p:txBody>
      </p:sp>
      <p:sp>
        <p:nvSpPr>
          <p:cNvPr id="5" name="">
            <a:extLst xmlns:a="http://schemas.openxmlformats.org/drawingml/2006/main">
              <a:ext uri="{FF2B5EF4-FFF2-40B4-BE49-F238E27FC236}">
                <a16:creationId xmlns:a16="http://schemas.microsoft.com/office/drawing/2014/main" id="{1E53AE86-159C-4F30-A468-705163600AD1}"/>
              </a:ext>
            </a:extLst>
          </p:cNvPr>
          <p:cNvSpPr>
            <a:spLocks xmlns:a="http://schemas.openxmlformats.org/drawingml/2006/main" noGrp="1"/>
          </p:cNvSpPr>
          <p:nvPr/>
        </p:nvSpPr>
        <p:spPr>
          <a:xfrm xmlns:a="http://schemas.openxmlformats.org/drawingml/2006/main">
            <a:off x="609600" y="3781425"/>
            <a:ext cx="32766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QKᵀ / √dₖ">
            <a:extLst xmlns:a="http://schemas.openxmlformats.org/drawingml/2006/main">
              <a:ext uri="{FF2B5EF4-FFF2-40B4-BE49-F238E27FC236}">
                <a16:creationId xmlns:a16="http://schemas.microsoft.com/office/drawing/2014/main" id="{D295261D-399C-4D55-987C-BF818380C604}"/>
              </a:ext>
            </a:extLst>
          </p:cNvPr>
          <p:cNvSpPr>
            <a:spLocks xmlns:a="http://schemas.openxmlformats.org/drawingml/2006/main" noGrp="1"/>
          </p:cNvSpPr>
          <p:nvPr/>
        </p:nvSpPr>
        <p:spPr>
          <a:xfrm xmlns:a="http://schemas.openxmlformats.org/drawingml/2006/main">
            <a:off x="609600" y="4048125"/>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QKᵀ / √dₖ</a:t>
            </a:r>
          </a:p>
        </p:txBody>
      </p:sp>
      <p:sp>
        <p:nvSpPr>
          <p:cNvPr id="7" name="query와 key의 내적을 key 차원으로 스케일 조정">
            <a:extLst xmlns:a="http://schemas.openxmlformats.org/drawingml/2006/main">
              <a:ext uri="{FF2B5EF4-FFF2-40B4-BE49-F238E27FC236}">
                <a16:creationId xmlns:a16="http://schemas.microsoft.com/office/drawing/2014/main" id="{827A3C82-FBED-4F8C-A2E4-83352FADDA02}"/>
              </a:ext>
            </a:extLst>
          </p:cNvPr>
          <p:cNvSpPr>
            <a:spLocks xmlns:a="http://schemas.openxmlformats.org/drawingml/2006/main" noGrp="1"/>
          </p:cNvSpPr>
          <p:nvPr/>
        </p:nvSpPr>
        <p:spPr>
          <a:xfrm xmlns:a="http://schemas.openxmlformats.org/drawingml/2006/main">
            <a:off x="609600" y="4810125"/>
            <a:ext cx="3276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7262C"/>
                </a:solidFill>
                <a:latin typeface="Noto Sans KR"/>
                <a:ea typeface="Noto Sans KR"/>
                <a:cs typeface="Noto Sans KR"/>
              </a:defRPr>
            </a:defPPr>
            <a:lvl1pPr algn="l">
              <a:defRPr sz="1800" b="0">
                <a:solidFill>
                  <a:srgbClr val="17262C"/>
                </a:solidFill>
                <a:latin typeface="Noto Sans KR"/>
                <a:ea typeface="Noto Sans KR"/>
                <a:cs typeface="Noto Sans KR"/>
              </a:defRPr>
            </a:lvl1pPr>
            <a:lvl2pPr algn="l">
              <a:defRPr sz="1800" b="0">
                <a:solidFill>
                  <a:srgbClr val="17262C"/>
                </a:solidFill>
                <a:latin typeface="Noto Sans KR"/>
                <a:ea typeface="Noto Sans KR"/>
                <a:cs typeface="Noto Sans KR"/>
              </a:defRPr>
            </a:lvl2pPr>
            <a:lvl3pPr algn="l">
              <a:defRPr sz="1800" b="0">
                <a:solidFill>
                  <a:srgbClr val="17262C"/>
                </a:solidFill>
                <a:latin typeface="Noto Sans KR"/>
                <a:ea typeface="Noto Sans KR"/>
                <a:cs typeface="Noto Sans KR"/>
              </a:defRPr>
            </a:lvl3pPr>
            <a:lvl4pPr algn="l">
              <a:defRPr sz="1800" b="0">
                <a:solidFill>
                  <a:srgbClr val="17262C"/>
                </a:solidFill>
                <a:latin typeface="Noto Sans KR"/>
                <a:ea typeface="Noto Sans KR"/>
                <a:cs typeface="Noto Sans KR"/>
              </a:defRPr>
            </a:lvl4pPr>
            <a:lvl5pPr algn="l">
              <a:defRPr sz="1800" b="0">
                <a:solidFill>
                  <a:srgbClr val="17262C"/>
                </a:solidFill>
                <a:latin typeface="Noto Sans KR"/>
                <a:ea typeface="Noto Sans KR"/>
                <a:cs typeface="Noto Sans KR"/>
              </a:defRPr>
            </a:lvl5pPr>
            <a:lvl6pPr algn="l">
              <a:defRPr sz="1800" b="0">
                <a:solidFill>
                  <a:srgbClr val="17262C"/>
                </a:solidFill>
                <a:latin typeface="Noto Sans KR"/>
                <a:ea typeface="Noto Sans KR"/>
                <a:cs typeface="Noto Sans KR"/>
              </a:defRPr>
            </a:lvl6pPr>
            <a:lvl7pPr algn="l">
              <a:defRPr sz="1800" b="0">
                <a:solidFill>
                  <a:srgbClr val="17262C"/>
                </a:solidFill>
                <a:latin typeface="Noto Sans KR"/>
                <a:ea typeface="Noto Sans KR"/>
                <a:cs typeface="Noto Sans KR"/>
              </a:defRPr>
            </a:lvl7pPr>
            <a:lvl8pPr algn="l">
              <a:defRPr sz="1800" b="0">
                <a:solidFill>
                  <a:srgbClr val="17262C"/>
                </a:solidFill>
                <a:latin typeface="Noto Sans KR"/>
                <a:ea typeface="Noto Sans KR"/>
                <a:cs typeface="Noto Sans KR"/>
              </a:defRPr>
            </a:lvl8pPr>
            <a:lvl9pPr algn="l">
              <a:defRPr sz="1800" b="0">
                <a:solidFill>
                  <a:srgbClr val="17262C"/>
                </a:solidFill>
                <a:latin typeface="Noto Sans KR"/>
                <a:ea typeface="Noto Sans KR"/>
                <a:cs typeface="Noto Sans KR"/>
              </a:defRPr>
            </a:lvl9pPr>
          </a:lstStyle>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query와 key의 내적을</a:t>
            </a:r>
          </a:p>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key 차원으로 스케일 조정</a:t>
            </a:r>
          </a:p>
        </p:txBody>
      </p:sp>
      <p:sp>
        <p:nvSpPr>
          <p:cNvPr id="8" name="02  정규화">
            <a:extLst xmlns:a="http://schemas.openxmlformats.org/drawingml/2006/main">
              <a:ext uri="{FF2B5EF4-FFF2-40B4-BE49-F238E27FC236}">
                <a16:creationId xmlns:a16="http://schemas.microsoft.com/office/drawing/2014/main" id="{0345DAF0-7DAF-4CCA-8101-FA1AD5FE60CF}"/>
              </a:ext>
            </a:extLst>
          </p:cNvPr>
          <p:cNvSpPr>
            <a:spLocks xmlns:a="http://schemas.openxmlformats.org/drawingml/2006/main" noGrp="1"/>
          </p:cNvSpPr>
          <p:nvPr/>
        </p:nvSpPr>
        <p:spPr>
          <a:xfrm xmlns:a="http://schemas.openxmlformats.org/drawingml/2006/main">
            <a:off x="4457700" y="3257550"/>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02  정규화</a:t>
            </a:r>
          </a:p>
        </p:txBody>
      </p:sp>
      <p:sp>
        <p:nvSpPr>
          <p:cNvPr id="9" name="">
            <a:extLst xmlns:a="http://schemas.openxmlformats.org/drawingml/2006/main">
              <a:ext uri="{FF2B5EF4-FFF2-40B4-BE49-F238E27FC236}">
                <a16:creationId xmlns:a16="http://schemas.microsoft.com/office/drawing/2014/main" id="{3869FE9D-6F8E-408D-9FE4-CADF87C0B362}"/>
              </a:ext>
            </a:extLst>
          </p:cNvPr>
          <p:cNvSpPr>
            <a:spLocks xmlns:a="http://schemas.openxmlformats.org/drawingml/2006/main" noGrp="1"/>
          </p:cNvSpPr>
          <p:nvPr/>
        </p:nvSpPr>
        <p:spPr>
          <a:xfrm xmlns:a="http://schemas.openxmlformats.org/drawingml/2006/main">
            <a:off x="4457700" y="3781425"/>
            <a:ext cx="32766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행별 softmax">
            <a:extLst xmlns:a="http://schemas.openxmlformats.org/drawingml/2006/main">
              <a:ext uri="{FF2B5EF4-FFF2-40B4-BE49-F238E27FC236}">
                <a16:creationId xmlns:a16="http://schemas.microsoft.com/office/drawing/2014/main" id="{F432BB0F-B73A-4957-94D0-662B222DCA8C}"/>
              </a:ext>
            </a:extLst>
          </p:cNvPr>
          <p:cNvSpPr>
            <a:spLocks xmlns:a="http://schemas.openxmlformats.org/drawingml/2006/main" noGrp="1"/>
          </p:cNvSpPr>
          <p:nvPr/>
        </p:nvSpPr>
        <p:spPr>
          <a:xfrm xmlns:a="http://schemas.openxmlformats.org/drawingml/2006/main">
            <a:off x="4457700" y="4048125"/>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행별 softmax</a:t>
            </a:r>
          </a:p>
        </p:txBody>
      </p:sp>
      <p:sp>
        <p:nvSpPr>
          <p:cNvPr id="11" name="각 query의 참조 가중치 합을 1로 정규화">
            <a:extLst xmlns:a="http://schemas.openxmlformats.org/drawingml/2006/main">
              <a:ext uri="{FF2B5EF4-FFF2-40B4-BE49-F238E27FC236}">
                <a16:creationId xmlns:a16="http://schemas.microsoft.com/office/drawing/2014/main" id="{FB89E8C4-11D2-491F-A2AE-07CC106C8ECA}"/>
              </a:ext>
            </a:extLst>
          </p:cNvPr>
          <p:cNvSpPr>
            <a:spLocks xmlns:a="http://schemas.openxmlformats.org/drawingml/2006/main" noGrp="1"/>
          </p:cNvSpPr>
          <p:nvPr/>
        </p:nvSpPr>
        <p:spPr>
          <a:xfrm xmlns:a="http://schemas.openxmlformats.org/drawingml/2006/main">
            <a:off x="4457700" y="4810125"/>
            <a:ext cx="3276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7262C"/>
                </a:solidFill>
                <a:latin typeface="Noto Sans KR"/>
                <a:ea typeface="Noto Sans KR"/>
                <a:cs typeface="Noto Sans KR"/>
              </a:defRPr>
            </a:defPPr>
            <a:lvl1pPr algn="l">
              <a:defRPr sz="1800" b="0">
                <a:solidFill>
                  <a:srgbClr val="17262C"/>
                </a:solidFill>
                <a:latin typeface="Noto Sans KR"/>
                <a:ea typeface="Noto Sans KR"/>
                <a:cs typeface="Noto Sans KR"/>
              </a:defRPr>
            </a:lvl1pPr>
            <a:lvl2pPr algn="l">
              <a:defRPr sz="1800" b="0">
                <a:solidFill>
                  <a:srgbClr val="17262C"/>
                </a:solidFill>
                <a:latin typeface="Noto Sans KR"/>
                <a:ea typeface="Noto Sans KR"/>
                <a:cs typeface="Noto Sans KR"/>
              </a:defRPr>
            </a:lvl2pPr>
            <a:lvl3pPr algn="l">
              <a:defRPr sz="1800" b="0">
                <a:solidFill>
                  <a:srgbClr val="17262C"/>
                </a:solidFill>
                <a:latin typeface="Noto Sans KR"/>
                <a:ea typeface="Noto Sans KR"/>
                <a:cs typeface="Noto Sans KR"/>
              </a:defRPr>
            </a:lvl3pPr>
            <a:lvl4pPr algn="l">
              <a:defRPr sz="1800" b="0">
                <a:solidFill>
                  <a:srgbClr val="17262C"/>
                </a:solidFill>
                <a:latin typeface="Noto Sans KR"/>
                <a:ea typeface="Noto Sans KR"/>
                <a:cs typeface="Noto Sans KR"/>
              </a:defRPr>
            </a:lvl4pPr>
            <a:lvl5pPr algn="l">
              <a:defRPr sz="1800" b="0">
                <a:solidFill>
                  <a:srgbClr val="17262C"/>
                </a:solidFill>
                <a:latin typeface="Noto Sans KR"/>
                <a:ea typeface="Noto Sans KR"/>
                <a:cs typeface="Noto Sans KR"/>
              </a:defRPr>
            </a:lvl5pPr>
            <a:lvl6pPr algn="l">
              <a:defRPr sz="1800" b="0">
                <a:solidFill>
                  <a:srgbClr val="17262C"/>
                </a:solidFill>
                <a:latin typeface="Noto Sans KR"/>
                <a:ea typeface="Noto Sans KR"/>
                <a:cs typeface="Noto Sans KR"/>
              </a:defRPr>
            </a:lvl6pPr>
            <a:lvl7pPr algn="l">
              <a:defRPr sz="1800" b="0">
                <a:solidFill>
                  <a:srgbClr val="17262C"/>
                </a:solidFill>
                <a:latin typeface="Noto Sans KR"/>
                <a:ea typeface="Noto Sans KR"/>
                <a:cs typeface="Noto Sans KR"/>
              </a:defRPr>
            </a:lvl7pPr>
            <a:lvl8pPr algn="l">
              <a:defRPr sz="1800" b="0">
                <a:solidFill>
                  <a:srgbClr val="17262C"/>
                </a:solidFill>
                <a:latin typeface="Noto Sans KR"/>
                <a:ea typeface="Noto Sans KR"/>
                <a:cs typeface="Noto Sans KR"/>
              </a:defRPr>
            </a:lvl8pPr>
            <a:lvl9pPr algn="l">
              <a:defRPr sz="1800" b="0">
                <a:solidFill>
                  <a:srgbClr val="17262C"/>
                </a:solidFill>
                <a:latin typeface="Noto Sans KR"/>
                <a:ea typeface="Noto Sans KR"/>
                <a:cs typeface="Noto Sans KR"/>
              </a:defRPr>
            </a:lvl9pPr>
          </a:lstStyle>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각 query의 참조 가중치 합을</a:t>
            </a:r>
          </a:p>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1로 정규화</a:t>
            </a:r>
          </a:p>
        </p:txBody>
      </p:sp>
      <p:sp>
        <p:nvSpPr>
          <p:cNvPr id="12" name="03  혼합">
            <a:extLst xmlns:a="http://schemas.openxmlformats.org/drawingml/2006/main">
              <a:ext uri="{FF2B5EF4-FFF2-40B4-BE49-F238E27FC236}">
                <a16:creationId xmlns:a16="http://schemas.microsoft.com/office/drawing/2014/main" id="{B8EF20A4-6F99-4550-816D-1B5D12B87898}"/>
              </a:ext>
            </a:extLst>
          </p:cNvPr>
          <p:cNvSpPr>
            <a:spLocks xmlns:a="http://schemas.openxmlformats.org/drawingml/2006/main" noGrp="1"/>
          </p:cNvSpPr>
          <p:nvPr/>
        </p:nvSpPr>
        <p:spPr>
          <a:xfrm xmlns:a="http://schemas.openxmlformats.org/drawingml/2006/main">
            <a:off x="8305800" y="3257550"/>
            <a:ext cx="3276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03  혼합</a:t>
            </a:r>
          </a:p>
        </p:txBody>
      </p:sp>
      <p:sp>
        <p:nvSpPr>
          <p:cNvPr id="13" name="">
            <a:extLst xmlns:a="http://schemas.openxmlformats.org/drawingml/2006/main">
              <a:ext uri="{FF2B5EF4-FFF2-40B4-BE49-F238E27FC236}">
                <a16:creationId xmlns:a16="http://schemas.microsoft.com/office/drawing/2014/main" id="{60D1706B-CF39-4584-9210-D66168EA2209}"/>
              </a:ext>
            </a:extLst>
          </p:cNvPr>
          <p:cNvSpPr>
            <a:spLocks xmlns:a="http://schemas.openxmlformats.org/drawingml/2006/main" noGrp="1"/>
          </p:cNvSpPr>
          <p:nvPr/>
        </p:nvSpPr>
        <p:spPr>
          <a:xfrm xmlns:a="http://schemas.openxmlformats.org/drawingml/2006/main">
            <a:off x="8305800" y="3781425"/>
            <a:ext cx="32766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4" name="가중치 × V">
            <a:extLst xmlns:a="http://schemas.openxmlformats.org/drawingml/2006/main">
              <a:ext uri="{FF2B5EF4-FFF2-40B4-BE49-F238E27FC236}">
                <a16:creationId xmlns:a16="http://schemas.microsoft.com/office/drawing/2014/main" id="{0A543ACA-B4C5-4F71-A1BF-BB566CC91911}"/>
              </a:ext>
            </a:extLst>
          </p:cNvPr>
          <p:cNvSpPr>
            <a:spLocks xmlns:a="http://schemas.openxmlformats.org/drawingml/2006/main" noGrp="1"/>
          </p:cNvSpPr>
          <p:nvPr/>
        </p:nvSpPr>
        <p:spPr>
          <a:xfrm xmlns:a="http://schemas.openxmlformats.org/drawingml/2006/main">
            <a:off x="8305800" y="4048125"/>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400" b="1">
                <a:solidFill>
                  <a:srgbClr val="17262C"/>
                </a:solidFill>
                <a:latin typeface="Noto Sans KR"/>
                <a:ea typeface="Noto Sans KR"/>
                <a:cs typeface="Noto Sans KR"/>
              </a:defRPr>
            </a:defPPr>
            <a:lvl1pPr algn="l">
              <a:defRPr sz="2400" b="1">
                <a:solidFill>
                  <a:srgbClr val="17262C"/>
                </a:solidFill>
                <a:latin typeface="Noto Sans KR"/>
                <a:ea typeface="Noto Sans KR"/>
                <a:cs typeface="Noto Sans KR"/>
              </a:defRPr>
            </a:lvl1pPr>
            <a:lvl2pPr algn="l">
              <a:defRPr sz="2400" b="1">
                <a:solidFill>
                  <a:srgbClr val="17262C"/>
                </a:solidFill>
                <a:latin typeface="Noto Sans KR"/>
                <a:ea typeface="Noto Sans KR"/>
                <a:cs typeface="Noto Sans KR"/>
              </a:defRPr>
            </a:lvl2pPr>
            <a:lvl3pPr algn="l">
              <a:defRPr sz="2400" b="1">
                <a:solidFill>
                  <a:srgbClr val="17262C"/>
                </a:solidFill>
                <a:latin typeface="Noto Sans KR"/>
                <a:ea typeface="Noto Sans KR"/>
                <a:cs typeface="Noto Sans KR"/>
              </a:defRPr>
            </a:lvl3pPr>
            <a:lvl4pPr algn="l">
              <a:defRPr sz="2400" b="1">
                <a:solidFill>
                  <a:srgbClr val="17262C"/>
                </a:solidFill>
                <a:latin typeface="Noto Sans KR"/>
                <a:ea typeface="Noto Sans KR"/>
                <a:cs typeface="Noto Sans KR"/>
              </a:defRPr>
            </a:lvl4pPr>
            <a:lvl5pPr algn="l">
              <a:defRPr sz="2400" b="1">
                <a:solidFill>
                  <a:srgbClr val="17262C"/>
                </a:solidFill>
                <a:latin typeface="Noto Sans KR"/>
                <a:ea typeface="Noto Sans KR"/>
                <a:cs typeface="Noto Sans KR"/>
              </a:defRPr>
            </a:lvl5pPr>
            <a:lvl6pPr algn="l">
              <a:defRPr sz="2400" b="1">
                <a:solidFill>
                  <a:srgbClr val="17262C"/>
                </a:solidFill>
                <a:latin typeface="Noto Sans KR"/>
                <a:ea typeface="Noto Sans KR"/>
                <a:cs typeface="Noto Sans KR"/>
              </a:defRPr>
            </a:lvl6pPr>
            <a:lvl7pPr algn="l">
              <a:defRPr sz="2400" b="1">
                <a:solidFill>
                  <a:srgbClr val="17262C"/>
                </a:solidFill>
                <a:latin typeface="Noto Sans KR"/>
                <a:ea typeface="Noto Sans KR"/>
                <a:cs typeface="Noto Sans KR"/>
              </a:defRPr>
            </a:lvl7pPr>
            <a:lvl8pPr algn="l">
              <a:defRPr sz="2400" b="1">
                <a:solidFill>
                  <a:srgbClr val="17262C"/>
                </a:solidFill>
                <a:latin typeface="Noto Sans KR"/>
                <a:ea typeface="Noto Sans KR"/>
                <a:cs typeface="Noto Sans KR"/>
              </a:defRPr>
            </a:lvl8pPr>
            <a:lvl9pPr algn="l">
              <a:defRPr sz="2400" b="1">
                <a:solidFill>
                  <a:srgbClr val="17262C"/>
                </a:solidFill>
                <a:latin typeface="Noto Sans KR"/>
                <a:ea typeface="Noto Sans KR"/>
                <a:cs typeface="Noto Sans KR"/>
              </a:defRPr>
            </a:lvl9pPr>
          </a:lstStyle>
          <a:p xmlns:a="http://schemas.openxmlformats.org/drawingml/2006/main">
            <a:pPr algn="l">
              <a:defRPr sz="2400" b="1">
                <a:solidFill>
                  <a:srgbClr val="17262C"/>
                </a:solidFill>
                <a:latin typeface="Noto Sans KR"/>
                <a:ea typeface="Noto Sans KR"/>
                <a:cs typeface="Noto Sans KR"/>
              </a:defRPr>
            </a:pPr>
            <a:r>
              <a:rPr sz="2400" b="1">
                <a:solidFill>
                  <a:srgbClr val="17262C"/>
                </a:solidFill>
                <a:latin typeface="Noto Sans KR"/>
                <a:ea typeface="Noto Sans KR"/>
                <a:cs typeface="Noto Sans KR"/>
              </a:rPr>
              <a:t>가중치 × V</a:t>
            </a:r>
          </a:p>
        </p:txBody>
      </p:sp>
      <p:sp>
        <p:nvSpPr>
          <p:cNvPr id="15" name="value를 가중합해 문맥을 반영한 표현 생성">
            <a:extLst xmlns:a="http://schemas.openxmlformats.org/drawingml/2006/main">
              <a:ext uri="{FF2B5EF4-FFF2-40B4-BE49-F238E27FC236}">
                <a16:creationId xmlns:a16="http://schemas.microsoft.com/office/drawing/2014/main" id="{D27DBEBB-C851-4FEB-94C3-F9DB87B588C6}"/>
              </a:ext>
            </a:extLst>
          </p:cNvPr>
          <p:cNvSpPr>
            <a:spLocks xmlns:a="http://schemas.openxmlformats.org/drawingml/2006/main" noGrp="1"/>
          </p:cNvSpPr>
          <p:nvPr/>
        </p:nvSpPr>
        <p:spPr>
          <a:xfrm xmlns:a="http://schemas.openxmlformats.org/drawingml/2006/main">
            <a:off x="8305800" y="4810125"/>
            <a:ext cx="32766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7262C"/>
                </a:solidFill>
                <a:latin typeface="Noto Sans KR"/>
                <a:ea typeface="Noto Sans KR"/>
                <a:cs typeface="Noto Sans KR"/>
              </a:defRPr>
            </a:defPPr>
            <a:lvl1pPr algn="l">
              <a:defRPr sz="1800" b="0">
                <a:solidFill>
                  <a:srgbClr val="17262C"/>
                </a:solidFill>
                <a:latin typeface="Noto Sans KR"/>
                <a:ea typeface="Noto Sans KR"/>
                <a:cs typeface="Noto Sans KR"/>
              </a:defRPr>
            </a:lvl1pPr>
            <a:lvl2pPr algn="l">
              <a:defRPr sz="1800" b="0">
                <a:solidFill>
                  <a:srgbClr val="17262C"/>
                </a:solidFill>
                <a:latin typeface="Noto Sans KR"/>
                <a:ea typeface="Noto Sans KR"/>
                <a:cs typeface="Noto Sans KR"/>
              </a:defRPr>
            </a:lvl2pPr>
            <a:lvl3pPr algn="l">
              <a:defRPr sz="1800" b="0">
                <a:solidFill>
                  <a:srgbClr val="17262C"/>
                </a:solidFill>
                <a:latin typeface="Noto Sans KR"/>
                <a:ea typeface="Noto Sans KR"/>
                <a:cs typeface="Noto Sans KR"/>
              </a:defRPr>
            </a:lvl3pPr>
            <a:lvl4pPr algn="l">
              <a:defRPr sz="1800" b="0">
                <a:solidFill>
                  <a:srgbClr val="17262C"/>
                </a:solidFill>
                <a:latin typeface="Noto Sans KR"/>
                <a:ea typeface="Noto Sans KR"/>
                <a:cs typeface="Noto Sans KR"/>
              </a:defRPr>
            </a:lvl4pPr>
            <a:lvl5pPr algn="l">
              <a:defRPr sz="1800" b="0">
                <a:solidFill>
                  <a:srgbClr val="17262C"/>
                </a:solidFill>
                <a:latin typeface="Noto Sans KR"/>
                <a:ea typeface="Noto Sans KR"/>
                <a:cs typeface="Noto Sans KR"/>
              </a:defRPr>
            </a:lvl5pPr>
            <a:lvl6pPr algn="l">
              <a:defRPr sz="1800" b="0">
                <a:solidFill>
                  <a:srgbClr val="17262C"/>
                </a:solidFill>
                <a:latin typeface="Noto Sans KR"/>
                <a:ea typeface="Noto Sans KR"/>
                <a:cs typeface="Noto Sans KR"/>
              </a:defRPr>
            </a:lvl6pPr>
            <a:lvl7pPr algn="l">
              <a:defRPr sz="1800" b="0">
                <a:solidFill>
                  <a:srgbClr val="17262C"/>
                </a:solidFill>
                <a:latin typeface="Noto Sans KR"/>
                <a:ea typeface="Noto Sans KR"/>
                <a:cs typeface="Noto Sans KR"/>
              </a:defRPr>
            </a:lvl7pPr>
            <a:lvl8pPr algn="l">
              <a:defRPr sz="1800" b="0">
                <a:solidFill>
                  <a:srgbClr val="17262C"/>
                </a:solidFill>
                <a:latin typeface="Noto Sans KR"/>
                <a:ea typeface="Noto Sans KR"/>
                <a:cs typeface="Noto Sans KR"/>
              </a:defRPr>
            </a:lvl8pPr>
            <a:lvl9pPr algn="l">
              <a:defRPr sz="1800" b="0">
                <a:solidFill>
                  <a:srgbClr val="17262C"/>
                </a:solidFill>
                <a:latin typeface="Noto Sans KR"/>
                <a:ea typeface="Noto Sans KR"/>
                <a:cs typeface="Noto Sans KR"/>
              </a:defRPr>
            </a:lvl9pPr>
          </a:lstStyle>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value를 가중합해</a:t>
            </a:r>
          </a:p>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문맥을 반영한 표현 생성</a:t>
            </a:r>
          </a:p>
        </p:txBody>
      </p:sp>
      <p:sp>
        <p:nvSpPr>
          <p:cNvPr id="16" name="dₖ: key 벡터의 차원 · 큰 내적으로 softmax가 지나치게 치우치는 현상을 완화">
            <a:extLst xmlns:a="http://schemas.openxmlformats.org/drawingml/2006/main">
              <a:ext uri="{FF2B5EF4-FFF2-40B4-BE49-F238E27FC236}">
                <a16:creationId xmlns:a16="http://schemas.microsoft.com/office/drawing/2014/main" id="{A0880DD5-3527-4E1D-9D8F-8062DBFA4EAC}"/>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dₖ: key 벡터의 차원 · 큰 내적으로 softmax가 지나치게 치우치는 현상을 완화</a:t>
            </a:r>
          </a:p>
        </p:txBody>
      </p:sp>
    </p:spTree>
    <p:extLst>
      <p:ext uri="{BB962C8B-B14F-4D97-AF65-F5344CB8AC3E}">
        <p14:creationId xmlns:p14="http://schemas.microsoft.com/office/powerpoint/2010/main" val="2083309908"/>
      </p:ext>
    </p:extLst>
  </p:cSld>
</p:sld>
</file>

<file path=ppt/slides/slide6.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25" name="Multi-Head: 서로 다른 표현 공간">
            <a:extLst xmlns:a="http://schemas.openxmlformats.org/drawingml/2006/main">
              <a:ext uri="{FF2B5EF4-FFF2-40B4-BE49-F238E27FC236}">
                <a16:creationId xmlns:a16="http://schemas.microsoft.com/office/drawing/2014/main" id="{8998C04F-531F-4F45-86E7-09D3DFF0BCCE}"/>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Multi-Head: 서로 다른 표현 공간</a:t>
            </a:r>
          </a:p>
        </p:txBody>
      </p:sp>
      <p:sp>
        <p:nvSpPr>
          <p:cNvPr id="2" name="06">
            <a:extLst xmlns:a="http://schemas.openxmlformats.org/drawingml/2006/main">
              <a:ext uri="{FF2B5EF4-FFF2-40B4-BE49-F238E27FC236}">
                <a16:creationId xmlns:a16="http://schemas.microsoft.com/office/drawing/2014/main" id="{39C37EED-983A-44B9-B720-1C14BA4FC9C2}"/>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06</a:t>
            </a:r>
          </a:p>
        </p:txBody>
      </p:sp>
      <p:sp>
        <p:nvSpPr>
          <p:cNvPr id="3" name="여러 학습 투영으로 attention을 병렬 계산한 뒤 결합">
            <a:extLst xmlns:a="http://schemas.openxmlformats.org/drawingml/2006/main">
              <a:ext uri="{FF2B5EF4-FFF2-40B4-BE49-F238E27FC236}">
                <a16:creationId xmlns:a16="http://schemas.microsoft.com/office/drawing/2014/main" id="{D830ECAE-6F62-43B5-8957-F6D44508D8F3}"/>
              </a:ext>
            </a:extLst>
          </p:cNvPr>
          <p:cNvSpPr>
            <a:spLocks xmlns:a="http://schemas.openxmlformats.org/drawingml/2006/main" noGrp="1"/>
          </p:cNvSpPr>
          <p:nvPr/>
        </p:nvSpPr>
        <p:spPr>
          <a:xfrm xmlns:a="http://schemas.openxmlformats.org/drawingml/2006/main">
            <a:off x="609600" y="1457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여러 학습 투영으로 attention을 병렬 계산한 뒤 결합</a:t>
            </a:r>
          </a:p>
        </p:txBody>
      </p:sp>
      <p:sp>
        <p:nvSpPr>
          <p:cNvPr id="4" name="Q, K, V">
            <a:extLst xmlns:a="http://schemas.openxmlformats.org/drawingml/2006/main">
              <a:ext uri="{FF2B5EF4-FFF2-40B4-BE49-F238E27FC236}">
                <a16:creationId xmlns:a16="http://schemas.microsoft.com/office/drawing/2014/main" id="{DFEAAE27-F8A8-4494-92AB-E8CD53E492B3}"/>
              </a:ext>
            </a:extLst>
          </p:cNvPr>
          <p:cNvSpPr>
            <a:spLocks xmlns:a="http://schemas.openxmlformats.org/drawingml/2006/main" noGrp="1"/>
          </p:cNvSpPr>
          <p:nvPr/>
        </p:nvSpPr>
        <p:spPr>
          <a:xfrm xmlns:a="http://schemas.openxmlformats.org/drawingml/2006/main">
            <a:off x="609600" y="2828925"/>
            <a:ext cx="2190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375" b="1">
                <a:solidFill>
                  <a:srgbClr val="17262C"/>
                </a:solidFill>
                <a:latin typeface="Noto Sans KR"/>
                <a:ea typeface="Noto Sans KR"/>
                <a:cs typeface="Noto Sans KR"/>
              </a:defRPr>
            </a:defPPr>
            <a:lvl1pPr algn="l">
              <a:defRPr sz="3375" b="1">
                <a:solidFill>
                  <a:srgbClr val="17262C"/>
                </a:solidFill>
                <a:latin typeface="Noto Sans KR"/>
                <a:ea typeface="Noto Sans KR"/>
                <a:cs typeface="Noto Sans KR"/>
              </a:defRPr>
            </a:lvl1pPr>
            <a:lvl2pPr algn="l">
              <a:defRPr sz="3375" b="1">
                <a:solidFill>
                  <a:srgbClr val="17262C"/>
                </a:solidFill>
                <a:latin typeface="Noto Sans KR"/>
                <a:ea typeface="Noto Sans KR"/>
                <a:cs typeface="Noto Sans KR"/>
              </a:defRPr>
            </a:lvl2pPr>
            <a:lvl3pPr algn="l">
              <a:defRPr sz="3375" b="1">
                <a:solidFill>
                  <a:srgbClr val="17262C"/>
                </a:solidFill>
                <a:latin typeface="Noto Sans KR"/>
                <a:ea typeface="Noto Sans KR"/>
                <a:cs typeface="Noto Sans KR"/>
              </a:defRPr>
            </a:lvl3pPr>
            <a:lvl4pPr algn="l">
              <a:defRPr sz="3375" b="1">
                <a:solidFill>
                  <a:srgbClr val="17262C"/>
                </a:solidFill>
                <a:latin typeface="Noto Sans KR"/>
                <a:ea typeface="Noto Sans KR"/>
                <a:cs typeface="Noto Sans KR"/>
              </a:defRPr>
            </a:lvl4pPr>
            <a:lvl5pPr algn="l">
              <a:defRPr sz="3375" b="1">
                <a:solidFill>
                  <a:srgbClr val="17262C"/>
                </a:solidFill>
                <a:latin typeface="Noto Sans KR"/>
                <a:ea typeface="Noto Sans KR"/>
                <a:cs typeface="Noto Sans KR"/>
              </a:defRPr>
            </a:lvl5pPr>
            <a:lvl6pPr algn="l">
              <a:defRPr sz="3375" b="1">
                <a:solidFill>
                  <a:srgbClr val="17262C"/>
                </a:solidFill>
                <a:latin typeface="Noto Sans KR"/>
                <a:ea typeface="Noto Sans KR"/>
                <a:cs typeface="Noto Sans KR"/>
              </a:defRPr>
            </a:lvl6pPr>
            <a:lvl7pPr algn="l">
              <a:defRPr sz="3375" b="1">
                <a:solidFill>
                  <a:srgbClr val="17262C"/>
                </a:solidFill>
                <a:latin typeface="Noto Sans KR"/>
                <a:ea typeface="Noto Sans KR"/>
                <a:cs typeface="Noto Sans KR"/>
              </a:defRPr>
            </a:lvl7pPr>
            <a:lvl8pPr algn="l">
              <a:defRPr sz="3375" b="1">
                <a:solidFill>
                  <a:srgbClr val="17262C"/>
                </a:solidFill>
                <a:latin typeface="Noto Sans KR"/>
                <a:ea typeface="Noto Sans KR"/>
                <a:cs typeface="Noto Sans KR"/>
              </a:defRPr>
            </a:lvl8pPr>
            <a:lvl9pPr algn="l">
              <a:defRPr sz="3375" b="1">
                <a:solidFill>
                  <a:srgbClr val="17262C"/>
                </a:solidFill>
                <a:latin typeface="Noto Sans KR"/>
                <a:ea typeface="Noto Sans KR"/>
                <a:cs typeface="Noto Sans KR"/>
              </a:defRPr>
            </a:lvl9pPr>
          </a:lstStyle>
          <a:p xmlns:a="http://schemas.openxmlformats.org/drawingml/2006/main">
            <a:pPr algn="l">
              <a:defRPr sz="3375" b="1">
                <a:solidFill>
                  <a:srgbClr val="17262C"/>
                </a:solidFill>
                <a:latin typeface="Noto Sans KR"/>
                <a:ea typeface="Noto Sans KR"/>
                <a:cs typeface="Noto Sans KR"/>
              </a:defRPr>
            </a:pPr>
            <a:r>
              <a:rPr sz="3375" b="1">
                <a:solidFill>
                  <a:srgbClr val="17262C"/>
                </a:solidFill>
                <a:latin typeface="Noto Sans KR"/>
                <a:ea typeface="Noto Sans KR"/>
                <a:cs typeface="Noto Sans KR"/>
              </a:rPr>
              <a:t>Q, K, V</a:t>
            </a:r>
          </a:p>
        </p:txBody>
      </p:sp>
      <p:sp>
        <p:nvSpPr>
          <p:cNvPr id="5" name="">
            <a:extLst xmlns:a="http://schemas.openxmlformats.org/drawingml/2006/main">
              <a:ext uri="{FF2B5EF4-FFF2-40B4-BE49-F238E27FC236}">
                <a16:creationId xmlns:a16="http://schemas.microsoft.com/office/drawing/2014/main" id="{F6CBD0E3-AC26-4947-BCC8-4543F68FD6FC}"/>
              </a:ext>
            </a:extLst>
          </p:cNvPr>
          <p:cNvSpPr>
            <a:spLocks xmlns:a="http://schemas.openxmlformats.org/drawingml/2006/main" noGrp="1"/>
          </p:cNvSpPr>
          <p:nvPr/>
        </p:nvSpPr>
        <p:spPr>
          <a:xfrm xmlns:a="http://schemas.openxmlformats.org/drawingml/2006/main">
            <a:off x="2647950" y="3152775"/>
            <a:ext cx="6286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6" name="">
            <a:extLst xmlns:a="http://schemas.openxmlformats.org/drawingml/2006/main">
              <a:ext uri="{FF2B5EF4-FFF2-40B4-BE49-F238E27FC236}">
                <a16:creationId xmlns:a16="http://schemas.microsoft.com/office/drawing/2014/main" id="{3329C85B-94F5-4424-AE25-DFC8B501784F}"/>
              </a:ext>
            </a:extLst>
          </p:cNvPr>
          <p:cNvSpPr>
            <a:spLocks xmlns:a="http://schemas.openxmlformats.org/drawingml/2006/main" noGrp="1"/>
          </p:cNvSpPr>
          <p:nvPr/>
        </p:nvSpPr>
        <p:spPr>
          <a:xfrm xmlns:a="http://schemas.openxmlformats.org/drawingml/2006/main">
            <a:off x="3276600" y="2343150"/>
            <a:ext cx="0" cy="24288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
            <a:extLst xmlns:a="http://schemas.openxmlformats.org/drawingml/2006/main">
              <a:ext uri="{FF2B5EF4-FFF2-40B4-BE49-F238E27FC236}">
                <a16:creationId xmlns:a16="http://schemas.microsoft.com/office/drawing/2014/main" id="{6D5A87B1-BE8A-4BA8-A0C0-B1AEEBA366E1}"/>
              </a:ext>
            </a:extLst>
          </p:cNvPr>
          <p:cNvSpPr>
            <a:spLocks xmlns:a="http://schemas.openxmlformats.org/drawingml/2006/main" noGrp="1"/>
          </p:cNvSpPr>
          <p:nvPr/>
        </p:nvSpPr>
        <p:spPr>
          <a:xfrm xmlns:a="http://schemas.openxmlformats.org/drawingml/2006/main">
            <a:off x="3276600" y="2343150"/>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
            <a:extLst xmlns:a="http://schemas.openxmlformats.org/drawingml/2006/main">
              <a:ext uri="{FF2B5EF4-FFF2-40B4-BE49-F238E27FC236}">
                <a16:creationId xmlns:a16="http://schemas.microsoft.com/office/drawing/2014/main" id="{BCCBD2C9-A9CC-4BC2-A6C2-8EADFAD81E85}"/>
              </a:ext>
            </a:extLst>
          </p:cNvPr>
          <p:cNvSpPr>
            <a:spLocks xmlns:a="http://schemas.openxmlformats.org/drawingml/2006/main" noGrp="1"/>
          </p:cNvSpPr>
          <p:nvPr/>
        </p:nvSpPr>
        <p:spPr>
          <a:xfrm xmlns:a="http://schemas.openxmlformats.org/drawingml/2006/main">
            <a:off x="4152900" y="2057400"/>
            <a:ext cx="3162300" cy="5715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9" name="head 1">
            <a:extLst xmlns:a="http://schemas.openxmlformats.org/drawingml/2006/main">
              <a:ext uri="{FF2B5EF4-FFF2-40B4-BE49-F238E27FC236}">
                <a16:creationId xmlns:a16="http://schemas.microsoft.com/office/drawing/2014/main" id="{2D58342E-9557-4515-B0C7-97CD27598DDF}"/>
              </a:ext>
            </a:extLst>
          </p:cNvPr>
          <p:cNvSpPr>
            <a:spLocks xmlns:a="http://schemas.openxmlformats.org/drawingml/2006/main" noGrp="1"/>
          </p:cNvSpPr>
          <p:nvPr/>
        </p:nvSpPr>
        <p:spPr>
          <a:xfrm xmlns:a="http://schemas.openxmlformats.org/drawingml/2006/main">
            <a:off x="4152900" y="215265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head 1</a:t>
            </a:r>
          </a:p>
        </p:txBody>
      </p:sp>
      <p:sp>
        <p:nvSpPr>
          <p:cNvPr id="10" name="">
            <a:extLst xmlns:a="http://schemas.openxmlformats.org/drawingml/2006/main">
              <a:ext uri="{FF2B5EF4-FFF2-40B4-BE49-F238E27FC236}">
                <a16:creationId xmlns:a16="http://schemas.microsoft.com/office/drawing/2014/main" id="{48BC2032-D3AB-40C8-BB43-E603E4B9C54C}"/>
              </a:ext>
            </a:extLst>
          </p:cNvPr>
          <p:cNvSpPr>
            <a:spLocks xmlns:a="http://schemas.openxmlformats.org/drawingml/2006/main" noGrp="1"/>
          </p:cNvSpPr>
          <p:nvPr/>
        </p:nvSpPr>
        <p:spPr>
          <a:xfrm xmlns:a="http://schemas.openxmlformats.org/drawingml/2006/main">
            <a:off x="7315200" y="2343150"/>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1" name="">
            <a:extLst xmlns:a="http://schemas.openxmlformats.org/drawingml/2006/main">
              <a:ext uri="{FF2B5EF4-FFF2-40B4-BE49-F238E27FC236}">
                <a16:creationId xmlns:a16="http://schemas.microsoft.com/office/drawing/2014/main" id="{7B050DB6-EFFA-44D3-916D-5085225CEE06}"/>
              </a:ext>
            </a:extLst>
          </p:cNvPr>
          <p:cNvSpPr>
            <a:spLocks xmlns:a="http://schemas.openxmlformats.org/drawingml/2006/main" noGrp="1"/>
          </p:cNvSpPr>
          <p:nvPr/>
        </p:nvSpPr>
        <p:spPr>
          <a:xfrm xmlns:a="http://schemas.openxmlformats.org/drawingml/2006/main">
            <a:off x="3276600" y="3438525"/>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2" name="">
            <a:extLst xmlns:a="http://schemas.openxmlformats.org/drawingml/2006/main">
              <a:ext uri="{FF2B5EF4-FFF2-40B4-BE49-F238E27FC236}">
                <a16:creationId xmlns:a16="http://schemas.microsoft.com/office/drawing/2014/main" id="{2310C841-2223-4274-81B4-69AD4DD2C2E3}"/>
              </a:ext>
            </a:extLst>
          </p:cNvPr>
          <p:cNvSpPr>
            <a:spLocks xmlns:a="http://schemas.openxmlformats.org/drawingml/2006/main" noGrp="1"/>
          </p:cNvSpPr>
          <p:nvPr/>
        </p:nvSpPr>
        <p:spPr>
          <a:xfrm xmlns:a="http://schemas.openxmlformats.org/drawingml/2006/main">
            <a:off x="4152900" y="3152775"/>
            <a:ext cx="3162300" cy="5715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3" name="head 2">
            <a:extLst xmlns:a="http://schemas.openxmlformats.org/drawingml/2006/main">
              <a:ext uri="{FF2B5EF4-FFF2-40B4-BE49-F238E27FC236}">
                <a16:creationId xmlns:a16="http://schemas.microsoft.com/office/drawing/2014/main" id="{99E3249F-EF05-4856-9B90-AF23506714BF}"/>
              </a:ext>
            </a:extLst>
          </p:cNvPr>
          <p:cNvSpPr>
            <a:spLocks xmlns:a="http://schemas.openxmlformats.org/drawingml/2006/main" noGrp="1"/>
          </p:cNvSpPr>
          <p:nvPr/>
        </p:nvSpPr>
        <p:spPr>
          <a:xfrm xmlns:a="http://schemas.openxmlformats.org/drawingml/2006/main">
            <a:off x="4152900" y="3248025"/>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head 2</a:t>
            </a:r>
          </a:p>
        </p:txBody>
      </p:sp>
      <p:sp>
        <p:nvSpPr>
          <p:cNvPr id="14" name="">
            <a:extLst xmlns:a="http://schemas.openxmlformats.org/drawingml/2006/main">
              <a:ext uri="{FF2B5EF4-FFF2-40B4-BE49-F238E27FC236}">
                <a16:creationId xmlns:a16="http://schemas.microsoft.com/office/drawing/2014/main" id="{E192AB6E-077C-4573-9E2F-14FDDAB8BBA0}"/>
              </a:ext>
            </a:extLst>
          </p:cNvPr>
          <p:cNvSpPr>
            <a:spLocks xmlns:a="http://schemas.openxmlformats.org/drawingml/2006/main" noGrp="1"/>
          </p:cNvSpPr>
          <p:nvPr/>
        </p:nvSpPr>
        <p:spPr>
          <a:xfrm xmlns:a="http://schemas.openxmlformats.org/drawingml/2006/main">
            <a:off x="7315200" y="3438525"/>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5" name="">
            <a:extLst xmlns:a="http://schemas.openxmlformats.org/drawingml/2006/main">
              <a:ext uri="{FF2B5EF4-FFF2-40B4-BE49-F238E27FC236}">
                <a16:creationId xmlns:a16="http://schemas.microsoft.com/office/drawing/2014/main" id="{D95AE6E8-AEE4-4628-8C7D-29244C5E390A}"/>
              </a:ext>
            </a:extLst>
          </p:cNvPr>
          <p:cNvSpPr>
            <a:spLocks xmlns:a="http://schemas.openxmlformats.org/drawingml/2006/main" noGrp="1"/>
          </p:cNvSpPr>
          <p:nvPr/>
        </p:nvSpPr>
        <p:spPr>
          <a:xfrm xmlns:a="http://schemas.openxmlformats.org/drawingml/2006/main">
            <a:off x="3276600" y="4533900"/>
            <a:ext cx="8763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6" name="">
            <a:extLst xmlns:a="http://schemas.openxmlformats.org/drawingml/2006/main">
              <a:ext uri="{FF2B5EF4-FFF2-40B4-BE49-F238E27FC236}">
                <a16:creationId xmlns:a16="http://schemas.microsoft.com/office/drawing/2014/main" id="{AD64CBC7-F58F-401C-8FC6-4D1967AA68E9}"/>
              </a:ext>
            </a:extLst>
          </p:cNvPr>
          <p:cNvSpPr>
            <a:spLocks xmlns:a="http://schemas.openxmlformats.org/drawingml/2006/main" noGrp="1"/>
          </p:cNvSpPr>
          <p:nvPr/>
        </p:nvSpPr>
        <p:spPr>
          <a:xfrm xmlns:a="http://schemas.openxmlformats.org/drawingml/2006/main">
            <a:off x="4152900" y="4248150"/>
            <a:ext cx="3162300" cy="5715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7" name="head h">
            <a:extLst xmlns:a="http://schemas.openxmlformats.org/drawingml/2006/main">
              <a:ext uri="{FF2B5EF4-FFF2-40B4-BE49-F238E27FC236}">
                <a16:creationId xmlns:a16="http://schemas.microsoft.com/office/drawing/2014/main" id="{8E036524-8D2D-4A12-84FF-6D71B8CE5AA1}"/>
              </a:ext>
            </a:extLst>
          </p:cNvPr>
          <p:cNvSpPr>
            <a:spLocks xmlns:a="http://schemas.openxmlformats.org/drawingml/2006/main" noGrp="1"/>
          </p:cNvSpPr>
          <p:nvPr/>
        </p:nvSpPr>
        <p:spPr>
          <a:xfrm xmlns:a="http://schemas.openxmlformats.org/drawingml/2006/main">
            <a:off x="4152900" y="4343400"/>
            <a:ext cx="3162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025" b="1">
                <a:solidFill>
                  <a:srgbClr val="17262C"/>
                </a:solidFill>
                <a:latin typeface="Noto Sans KR"/>
                <a:ea typeface="Noto Sans KR"/>
                <a:cs typeface="Noto Sans KR"/>
              </a:defRPr>
            </a:defPPr>
            <a:lvl1pPr algn="ctr">
              <a:defRPr sz="2025" b="1">
                <a:solidFill>
                  <a:srgbClr val="17262C"/>
                </a:solidFill>
                <a:latin typeface="Noto Sans KR"/>
                <a:ea typeface="Noto Sans KR"/>
                <a:cs typeface="Noto Sans KR"/>
              </a:defRPr>
            </a:lvl1pPr>
            <a:lvl2pPr algn="ctr">
              <a:defRPr sz="2025" b="1">
                <a:solidFill>
                  <a:srgbClr val="17262C"/>
                </a:solidFill>
                <a:latin typeface="Noto Sans KR"/>
                <a:ea typeface="Noto Sans KR"/>
                <a:cs typeface="Noto Sans KR"/>
              </a:defRPr>
            </a:lvl2pPr>
            <a:lvl3pPr algn="ctr">
              <a:defRPr sz="2025" b="1">
                <a:solidFill>
                  <a:srgbClr val="17262C"/>
                </a:solidFill>
                <a:latin typeface="Noto Sans KR"/>
                <a:ea typeface="Noto Sans KR"/>
                <a:cs typeface="Noto Sans KR"/>
              </a:defRPr>
            </a:lvl3pPr>
            <a:lvl4pPr algn="ctr">
              <a:defRPr sz="2025" b="1">
                <a:solidFill>
                  <a:srgbClr val="17262C"/>
                </a:solidFill>
                <a:latin typeface="Noto Sans KR"/>
                <a:ea typeface="Noto Sans KR"/>
                <a:cs typeface="Noto Sans KR"/>
              </a:defRPr>
            </a:lvl4pPr>
            <a:lvl5pPr algn="ctr">
              <a:defRPr sz="2025" b="1">
                <a:solidFill>
                  <a:srgbClr val="17262C"/>
                </a:solidFill>
                <a:latin typeface="Noto Sans KR"/>
                <a:ea typeface="Noto Sans KR"/>
                <a:cs typeface="Noto Sans KR"/>
              </a:defRPr>
            </a:lvl5pPr>
            <a:lvl6pPr algn="ctr">
              <a:defRPr sz="2025" b="1">
                <a:solidFill>
                  <a:srgbClr val="17262C"/>
                </a:solidFill>
                <a:latin typeface="Noto Sans KR"/>
                <a:ea typeface="Noto Sans KR"/>
                <a:cs typeface="Noto Sans KR"/>
              </a:defRPr>
            </a:lvl6pPr>
            <a:lvl7pPr algn="ctr">
              <a:defRPr sz="2025" b="1">
                <a:solidFill>
                  <a:srgbClr val="17262C"/>
                </a:solidFill>
                <a:latin typeface="Noto Sans KR"/>
                <a:ea typeface="Noto Sans KR"/>
                <a:cs typeface="Noto Sans KR"/>
              </a:defRPr>
            </a:lvl7pPr>
            <a:lvl8pPr algn="ctr">
              <a:defRPr sz="2025" b="1">
                <a:solidFill>
                  <a:srgbClr val="17262C"/>
                </a:solidFill>
                <a:latin typeface="Noto Sans KR"/>
                <a:ea typeface="Noto Sans KR"/>
                <a:cs typeface="Noto Sans KR"/>
              </a:defRPr>
            </a:lvl8pPr>
            <a:lvl9pPr algn="ctr">
              <a:defRPr sz="2025" b="1">
                <a:solidFill>
                  <a:srgbClr val="17262C"/>
                </a:solidFill>
                <a:latin typeface="Noto Sans KR"/>
                <a:ea typeface="Noto Sans KR"/>
                <a:cs typeface="Noto Sans KR"/>
              </a:defRPr>
            </a:lvl9pPr>
          </a:lstStyle>
          <a:p xmlns:a="http://schemas.openxmlformats.org/drawingml/2006/main">
            <a:pPr algn="ctr">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head h</a:t>
            </a:r>
          </a:p>
        </p:txBody>
      </p:sp>
      <p:sp>
        <p:nvSpPr>
          <p:cNvPr id="18" name="">
            <a:extLst xmlns:a="http://schemas.openxmlformats.org/drawingml/2006/main">
              <a:ext uri="{FF2B5EF4-FFF2-40B4-BE49-F238E27FC236}">
                <a16:creationId xmlns:a16="http://schemas.microsoft.com/office/drawing/2014/main" id="{7D217073-680C-48D0-BC48-07C0AE6DEE7A}"/>
              </a:ext>
            </a:extLst>
          </p:cNvPr>
          <p:cNvSpPr>
            <a:spLocks xmlns:a="http://schemas.openxmlformats.org/drawingml/2006/main" noGrp="1"/>
          </p:cNvSpPr>
          <p:nvPr/>
        </p:nvSpPr>
        <p:spPr>
          <a:xfrm xmlns:a="http://schemas.openxmlformats.org/drawingml/2006/main">
            <a:off x="7315200" y="4533900"/>
            <a:ext cx="714375"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9" name="">
            <a:extLst xmlns:a="http://schemas.openxmlformats.org/drawingml/2006/main">
              <a:ext uri="{FF2B5EF4-FFF2-40B4-BE49-F238E27FC236}">
                <a16:creationId xmlns:a16="http://schemas.microsoft.com/office/drawing/2014/main" id="{CDC6698F-0469-40E8-8D47-3BC836221FBB}"/>
              </a:ext>
            </a:extLst>
          </p:cNvPr>
          <p:cNvSpPr>
            <a:spLocks xmlns:a="http://schemas.openxmlformats.org/drawingml/2006/main" noGrp="1"/>
          </p:cNvSpPr>
          <p:nvPr/>
        </p:nvSpPr>
        <p:spPr>
          <a:xfrm xmlns:a="http://schemas.openxmlformats.org/drawingml/2006/main">
            <a:off x="8029575" y="2343150"/>
            <a:ext cx="0" cy="24288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0" name="">
            <a:extLst xmlns:a="http://schemas.openxmlformats.org/drawingml/2006/main">
              <a:ext uri="{FF2B5EF4-FFF2-40B4-BE49-F238E27FC236}">
                <a16:creationId xmlns:a16="http://schemas.microsoft.com/office/drawing/2014/main" id="{F3EE5807-F03D-401A-BCD3-E59851796FF3}"/>
              </a:ext>
            </a:extLst>
          </p:cNvPr>
          <p:cNvSpPr>
            <a:spLocks xmlns:a="http://schemas.openxmlformats.org/drawingml/2006/main" noGrp="1"/>
          </p:cNvSpPr>
          <p:nvPr/>
        </p:nvSpPr>
        <p:spPr>
          <a:xfrm xmlns:a="http://schemas.openxmlformats.org/drawingml/2006/main">
            <a:off x="8029575" y="3533775"/>
            <a:ext cx="685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1" name="결합">
            <a:extLst xmlns:a="http://schemas.openxmlformats.org/drawingml/2006/main">
              <a:ext uri="{FF2B5EF4-FFF2-40B4-BE49-F238E27FC236}">
                <a16:creationId xmlns:a16="http://schemas.microsoft.com/office/drawing/2014/main" id="{27EF7822-6948-4CDE-B15B-44C7C44D4EE8}"/>
              </a:ext>
            </a:extLst>
          </p:cNvPr>
          <p:cNvSpPr>
            <a:spLocks xmlns:a="http://schemas.openxmlformats.org/drawingml/2006/main" noGrp="1"/>
          </p:cNvSpPr>
          <p:nvPr/>
        </p:nvSpPr>
        <p:spPr>
          <a:xfrm xmlns:a="http://schemas.openxmlformats.org/drawingml/2006/main">
            <a:off x="8829675" y="2943225"/>
            <a:ext cx="2752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결합</a:t>
            </a:r>
          </a:p>
        </p:txBody>
      </p:sp>
      <p:sp>
        <p:nvSpPr>
          <p:cNvPr id="22" name="Concat + 출력 투영">
            <a:extLst xmlns:a="http://schemas.openxmlformats.org/drawingml/2006/main">
              <a:ext uri="{FF2B5EF4-FFF2-40B4-BE49-F238E27FC236}">
                <a16:creationId xmlns:a16="http://schemas.microsoft.com/office/drawing/2014/main" id="{A52660DD-96DF-4C93-AB97-B79B7B29FB2E}"/>
              </a:ext>
            </a:extLst>
          </p:cNvPr>
          <p:cNvSpPr>
            <a:spLocks xmlns:a="http://schemas.openxmlformats.org/drawingml/2006/main" noGrp="1"/>
          </p:cNvSpPr>
          <p:nvPr/>
        </p:nvSpPr>
        <p:spPr>
          <a:xfrm xmlns:a="http://schemas.openxmlformats.org/drawingml/2006/main">
            <a:off x="8829675" y="3552825"/>
            <a:ext cx="27527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Concat + 출력 투영</a:t>
            </a:r>
          </a:p>
        </p:txBody>
      </p:sp>
      <p:sp>
        <p:nvSpPr>
          <p:cNvPr id="23" name="원문 base 모델: 8개 head · 각 head 차원 64 · 모델 차원 512">
            <a:extLst xmlns:a="http://schemas.openxmlformats.org/drawingml/2006/main">
              <a:ext uri="{FF2B5EF4-FFF2-40B4-BE49-F238E27FC236}">
                <a16:creationId xmlns:a16="http://schemas.microsoft.com/office/drawing/2014/main" id="{819218AC-07DB-478E-8D75-48F7FC7EB022}"/>
              </a:ext>
            </a:extLst>
          </p:cNvPr>
          <p:cNvSpPr>
            <a:spLocks xmlns:a="http://schemas.openxmlformats.org/drawingml/2006/main" noGrp="1"/>
          </p:cNvSpPr>
          <p:nvPr/>
        </p:nvSpPr>
        <p:spPr>
          <a:xfrm xmlns:a="http://schemas.openxmlformats.org/drawingml/2006/main">
            <a:off x="609600" y="5753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00" b="0">
                <a:solidFill>
                  <a:srgbClr val="17262C"/>
                </a:solidFill>
                <a:latin typeface="Noto Sans KR"/>
                <a:ea typeface="Noto Sans KR"/>
                <a:cs typeface="Noto Sans KR"/>
              </a:defRPr>
            </a:defPPr>
            <a:lvl1pPr algn="l">
              <a:defRPr sz="1800" b="0">
                <a:solidFill>
                  <a:srgbClr val="17262C"/>
                </a:solidFill>
                <a:latin typeface="Noto Sans KR"/>
                <a:ea typeface="Noto Sans KR"/>
                <a:cs typeface="Noto Sans KR"/>
              </a:defRPr>
            </a:lvl1pPr>
            <a:lvl2pPr algn="l">
              <a:defRPr sz="1800" b="0">
                <a:solidFill>
                  <a:srgbClr val="17262C"/>
                </a:solidFill>
                <a:latin typeface="Noto Sans KR"/>
                <a:ea typeface="Noto Sans KR"/>
                <a:cs typeface="Noto Sans KR"/>
              </a:defRPr>
            </a:lvl2pPr>
            <a:lvl3pPr algn="l">
              <a:defRPr sz="1800" b="0">
                <a:solidFill>
                  <a:srgbClr val="17262C"/>
                </a:solidFill>
                <a:latin typeface="Noto Sans KR"/>
                <a:ea typeface="Noto Sans KR"/>
                <a:cs typeface="Noto Sans KR"/>
              </a:defRPr>
            </a:lvl3pPr>
            <a:lvl4pPr algn="l">
              <a:defRPr sz="1800" b="0">
                <a:solidFill>
                  <a:srgbClr val="17262C"/>
                </a:solidFill>
                <a:latin typeface="Noto Sans KR"/>
                <a:ea typeface="Noto Sans KR"/>
                <a:cs typeface="Noto Sans KR"/>
              </a:defRPr>
            </a:lvl4pPr>
            <a:lvl5pPr algn="l">
              <a:defRPr sz="1800" b="0">
                <a:solidFill>
                  <a:srgbClr val="17262C"/>
                </a:solidFill>
                <a:latin typeface="Noto Sans KR"/>
                <a:ea typeface="Noto Sans KR"/>
                <a:cs typeface="Noto Sans KR"/>
              </a:defRPr>
            </a:lvl5pPr>
            <a:lvl6pPr algn="l">
              <a:defRPr sz="1800" b="0">
                <a:solidFill>
                  <a:srgbClr val="17262C"/>
                </a:solidFill>
                <a:latin typeface="Noto Sans KR"/>
                <a:ea typeface="Noto Sans KR"/>
                <a:cs typeface="Noto Sans KR"/>
              </a:defRPr>
            </a:lvl6pPr>
            <a:lvl7pPr algn="l">
              <a:defRPr sz="1800" b="0">
                <a:solidFill>
                  <a:srgbClr val="17262C"/>
                </a:solidFill>
                <a:latin typeface="Noto Sans KR"/>
                <a:ea typeface="Noto Sans KR"/>
                <a:cs typeface="Noto Sans KR"/>
              </a:defRPr>
            </a:lvl7pPr>
            <a:lvl8pPr algn="l">
              <a:defRPr sz="1800" b="0">
                <a:solidFill>
                  <a:srgbClr val="17262C"/>
                </a:solidFill>
                <a:latin typeface="Noto Sans KR"/>
                <a:ea typeface="Noto Sans KR"/>
                <a:cs typeface="Noto Sans KR"/>
              </a:defRPr>
            </a:lvl8pPr>
            <a:lvl9pPr algn="l">
              <a:defRPr sz="1800" b="0">
                <a:solidFill>
                  <a:srgbClr val="17262C"/>
                </a:solidFill>
                <a:latin typeface="Noto Sans KR"/>
                <a:ea typeface="Noto Sans KR"/>
                <a:cs typeface="Noto Sans KR"/>
              </a:defRPr>
            </a:lvl9pPr>
          </a:lstStyle>
          <a:p xmlns:a="http://schemas.openxmlformats.org/drawingml/2006/main">
            <a:pPr algn="l">
              <a:defRPr sz="1800" b="0">
                <a:solidFill>
                  <a:srgbClr val="17262C"/>
                </a:solidFill>
                <a:latin typeface="Noto Sans KR"/>
                <a:ea typeface="Noto Sans KR"/>
                <a:cs typeface="Noto Sans KR"/>
              </a:defRPr>
            </a:pPr>
            <a:r>
              <a:rPr sz="1800" b="0">
                <a:solidFill>
                  <a:srgbClr val="17262C"/>
                </a:solidFill>
                <a:latin typeface="Noto Sans KR"/>
                <a:ea typeface="Noto Sans KR"/>
                <a:cs typeface="Noto Sans KR"/>
              </a:rPr>
              <a:t>원문 base 모델: 8개 head · 각 head 차원 64 · 모델 차원 512</a:t>
            </a:r>
          </a:p>
        </p:txBody>
      </p:sp>
      <p:sp>
        <p:nvSpPr>
          <p:cNvPr id="24" name="그림은 h개 head를 축약한 도식 · head별 역할을 미리 지정하지 않음">
            <a:extLst xmlns:a="http://schemas.openxmlformats.org/drawingml/2006/main">
              <a:ext uri="{FF2B5EF4-FFF2-40B4-BE49-F238E27FC236}">
                <a16:creationId xmlns:a16="http://schemas.microsoft.com/office/drawing/2014/main" id="{69571760-742B-4667-8E28-8A638499B1A5}"/>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그림은 h개 head를 축약한 도식 · head별 역할을 미리 지정하지 않음</a:t>
            </a:r>
          </a:p>
        </p:txBody>
      </p:sp>
    </p:spTree>
    <p:extLst>
      <p:ext uri="{BB962C8B-B14F-4D97-AF65-F5344CB8AC3E}">
        <p14:creationId xmlns:p14="http://schemas.microsoft.com/office/powerpoint/2010/main" val="912688141"/>
      </p:ext>
    </p:extLst>
  </p:cSld>
</p:sld>
</file>

<file path=ppt/slides/slide7.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5" name="위치인코딩: 순서를 입력에 더하기">
            <a:extLst xmlns:a="http://schemas.openxmlformats.org/drawingml/2006/main">
              <a:ext uri="{FF2B5EF4-FFF2-40B4-BE49-F238E27FC236}">
                <a16:creationId xmlns:a16="http://schemas.microsoft.com/office/drawing/2014/main" id="{2A0D246B-886A-4096-BC89-D2571730BFA1}"/>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위치인코딩: 순서를 입력에 더하기</a:t>
            </a:r>
          </a:p>
        </p:txBody>
      </p:sp>
      <p:sp>
        <p:nvSpPr>
          <p:cNvPr id="2" name="07">
            <a:extLst xmlns:a="http://schemas.openxmlformats.org/drawingml/2006/main">
              <a:ext uri="{FF2B5EF4-FFF2-40B4-BE49-F238E27FC236}">
                <a16:creationId xmlns:a16="http://schemas.microsoft.com/office/drawing/2014/main" id="{D7FA62C0-E7D6-4999-9210-853070866193}"/>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07</a:t>
            </a:r>
          </a:p>
        </p:txBody>
      </p:sp>
      <p:sp>
        <p:nvSpPr>
          <p:cNvPr id="3" name="Self-attention만으로는 토큰의 순서를 별도로 알려주어야 함">
            <a:extLst xmlns:a="http://schemas.openxmlformats.org/drawingml/2006/main">
              <a:ext uri="{FF2B5EF4-FFF2-40B4-BE49-F238E27FC236}">
                <a16:creationId xmlns:a16="http://schemas.microsoft.com/office/drawing/2014/main" id="{8B1047B5-1AFE-4B85-AC1A-5B2B2517FD4B}"/>
              </a:ext>
            </a:extLst>
          </p:cNvPr>
          <p:cNvSpPr>
            <a:spLocks xmlns:a="http://schemas.openxmlformats.org/drawingml/2006/main" noGrp="1"/>
          </p:cNvSpPr>
          <p:nvPr/>
        </p:nvSpPr>
        <p:spPr>
          <a:xfrm xmlns:a="http://schemas.openxmlformats.org/drawingml/2006/main">
            <a:off x="609600" y="145732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657578"/>
                </a:solidFill>
                <a:latin typeface="Noto Sans KR"/>
                <a:ea typeface="Noto Sans KR"/>
                <a:cs typeface="Noto Sans KR"/>
              </a:defRPr>
            </a:defPPr>
            <a:lvl1pPr algn="l">
              <a:defRPr sz="1650" b="0">
                <a:solidFill>
                  <a:srgbClr val="657578"/>
                </a:solidFill>
                <a:latin typeface="Noto Sans KR"/>
                <a:ea typeface="Noto Sans KR"/>
                <a:cs typeface="Noto Sans KR"/>
              </a:defRPr>
            </a:lvl1pPr>
            <a:lvl2pPr algn="l">
              <a:defRPr sz="1650" b="0">
                <a:solidFill>
                  <a:srgbClr val="657578"/>
                </a:solidFill>
                <a:latin typeface="Noto Sans KR"/>
                <a:ea typeface="Noto Sans KR"/>
                <a:cs typeface="Noto Sans KR"/>
              </a:defRPr>
            </a:lvl2pPr>
            <a:lvl3pPr algn="l">
              <a:defRPr sz="1650" b="0">
                <a:solidFill>
                  <a:srgbClr val="657578"/>
                </a:solidFill>
                <a:latin typeface="Noto Sans KR"/>
                <a:ea typeface="Noto Sans KR"/>
                <a:cs typeface="Noto Sans KR"/>
              </a:defRPr>
            </a:lvl3pPr>
            <a:lvl4pPr algn="l">
              <a:defRPr sz="1650" b="0">
                <a:solidFill>
                  <a:srgbClr val="657578"/>
                </a:solidFill>
                <a:latin typeface="Noto Sans KR"/>
                <a:ea typeface="Noto Sans KR"/>
                <a:cs typeface="Noto Sans KR"/>
              </a:defRPr>
            </a:lvl4pPr>
            <a:lvl5pPr algn="l">
              <a:defRPr sz="1650" b="0">
                <a:solidFill>
                  <a:srgbClr val="657578"/>
                </a:solidFill>
                <a:latin typeface="Noto Sans KR"/>
                <a:ea typeface="Noto Sans KR"/>
                <a:cs typeface="Noto Sans KR"/>
              </a:defRPr>
            </a:lvl5pPr>
            <a:lvl6pPr algn="l">
              <a:defRPr sz="1650" b="0">
                <a:solidFill>
                  <a:srgbClr val="657578"/>
                </a:solidFill>
                <a:latin typeface="Noto Sans KR"/>
                <a:ea typeface="Noto Sans KR"/>
                <a:cs typeface="Noto Sans KR"/>
              </a:defRPr>
            </a:lvl6pPr>
            <a:lvl7pPr algn="l">
              <a:defRPr sz="1650" b="0">
                <a:solidFill>
                  <a:srgbClr val="657578"/>
                </a:solidFill>
                <a:latin typeface="Noto Sans KR"/>
                <a:ea typeface="Noto Sans KR"/>
                <a:cs typeface="Noto Sans KR"/>
              </a:defRPr>
            </a:lvl7pPr>
            <a:lvl8pPr algn="l">
              <a:defRPr sz="1650" b="0">
                <a:solidFill>
                  <a:srgbClr val="657578"/>
                </a:solidFill>
                <a:latin typeface="Noto Sans KR"/>
                <a:ea typeface="Noto Sans KR"/>
                <a:cs typeface="Noto Sans KR"/>
              </a:defRPr>
            </a:lvl8pPr>
            <a:lvl9pPr algn="l">
              <a:defRPr sz="1650" b="0">
                <a:solidFill>
                  <a:srgbClr val="657578"/>
                </a:solidFill>
                <a:latin typeface="Noto Sans KR"/>
                <a:ea typeface="Noto Sans KR"/>
                <a:cs typeface="Noto Sans KR"/>
              </a:defRPr>
            </a:lvl9pPr>
          </a:lstStyle>
          <a:p xmlns:a="http://schemas.openxmlformats.org/drawingml/2006/main">
            <a:pPr algn="l">
              <a:defRPr sz="1650" b="0">
                <a:solidFill>
                  <a:srgbClr val="657578"/>
                </a:solidFill>
                <a:latin typeface="Noto Sans KR"/>
                <a:ea typeface="Noto Sans KR"/>
                <a:cs typeface="Noto Sans KR"/>
              </a:defRPr>
            </a:pPr>
            <a:r>
              <a:rPr sz="1650" b="0">
                <a:solidFill>
                  <a:srgbClr val="657578"/>
                </a:solidFill>
                <a:latin typeface="Noto Sans KR"/>
                <a:ea typeface="Noto Sans KR"/>
                <a:cs typeface="Noto Sans KR"/>
              </a:rPr>
              <a:t>Self-attention만으로는 토큰의 순서를 별도로 알려주어야 함</a:t>
            </a:r>
          </a:p>
        </p:txBody>
      </p:sp>
      <p:sp>
        <p:nvSpPr>
          <p:cNvPr id="4" name="토큰 임베딩">
            <a:extLst xmlns:a="http://schemas.openxmlformats.org/drawingml/2006/main">
              <a:ext uri="{FF2B5EF4-FFF2-40B4-BE49-F238E27FC236}">
                <a16:creationId xmlns:a16="http://schemas.microsoft.com/office/drawing/2014/main" id="{ED24B740-265C-45B7-9D84-38932A6FB502}"/>
              </a:ext>
            </a:extLst>
          </p:cNvPr>
          <p:cNvSpPr>
            <a:spLocks xmlns:a="http://schemas.openxmlformats.org/drawingml/2006/main" noGrp="1"/>
          </p:cNvSpPr>
          <p:nvPr/>
        </p:nvSpPr>
        <p:spPr>
          <a:xfrm xmlns:a="http://schemas.openxmlformats.org/drawingml/2006/main">
            <a:off x="609600" y="2428875"/>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7262C"/>
                </a:solidFill>
                <a:latin typeface="Noto Sans KR"/>
                <a:ea typeface="Noto Sans KR"/>
                <a:cs typeface="Noto Sans KR"/>
              </a:defRPr>
            </a:defPPr>
            <a:lvl1pPr algn="l">
              <a:defRPr sz="3000" b="1">
                <a:solidFill>
                  <a:srgbClr val="17262C"/>
                </a:solidFill>
                <a:latin typeface="Noto Sans KR"/>
                <a:ea typeface="Noto Sans KR"/>
                <a:cs typeface="Noto Sans KR"/>
              </a:defRPr>
            </a:lvl1pPr>
            <a:lvl2pPr algn="l">
              <a:defRPr sz="3000" b="1">
                <a:solidFill>
                  <a:srgbClr val="17262C"/>
                </a:solidFill>
                <a:latin typeface="Noto Sans KR"/>
                <a:ea typeface="Noto Sans KR"/>
                <a:cs typeface="Noto Sans KR"/>
              </a:defRPr>
            </a:lvl2pPr>
            <a:lvl3pPr algn="l">
              <a:defRPr sz="3000" b="1">
                <a:solidFill>
                  <a:srgbClr val="17262C"/>
                </a:solidFill>
                <a:latin typeface="Noto Sans KR"/>
                <a:ea typeface="Noto Sans KR"/>
                <a:cs typeface="Noto Sans KR"/>
              </a:defRPr>
            </a:lvl3pPr>
            <a:lvl4pPr algn="l">
              <a:defRPr sz="3000" b="1">
                <a:solidFill>
                  <a:srgbClr val="17262C"/>
                </a:solidFill>
                <a:latin typeface="Noto Sans KR"/>
                <a:ea typeface="Noto Sans KR"/>
                <a:cs typeface="Noto Sans KR"/>
              </a:defRPr>
            </a:lvl4pPr>
            <a:lvl5pPr algn="l">
              <a:defRPr sz="3000" b="1">
                <a:solidFill>
                  <a:srgbClr val="17262C"/>
                </a:solidFill>
                <a:latin typeface="Noto Sans KR"/>
                <a:ea typeface="Noto Sans KR"/>
                <a:cs typeface="Noto Sans KR"/>
              </a:defRPr>
            </a:lvl5pPr>
            <a:lvl6pPr algn="l">
              <a:defRPr sz="3000" b="1">
                <a:solidFill>
                  <a:srgbClr val="17262C"/>
                </a:solidFill>
                <a:latin typeface="Noto Sans KR"/>
                <a:ea typeface="Noto Sans KR"/>
                <a:cs typeface="Noto Sans KR"/>
              </a:defRPr>
            </a:lvl6pPr>
            <a:lvl7pPr algn="l">
              <a:defRPr sz="3000" b="1">
                <a:solidFill>
                  <a:srgbClr val="17262C"/>
                </a:solidFill>
                <a:latin typeface="Noto Sans KR"/>
                <a:ea typeface="Noto Sans KR"/>
                <a:cs typeface="Noto Sans KR"/>
              </a:defRPr>
            </a:lvl7pPr>
            <a:lvl8pPr algn="l">
              <a:defRPr sz="3000" b="1">
                <a:solidFill>
                  <a:srgbClr val="17262C"/>
                </a:solidFill>
                <a:latin typeface="Noto Sans KR"/>
                <a:ea typeface="Noto Sans KR"/>
                <a:cs typeface="Noto Sans KR"/>
              </a:defRPr>
            </a:lvl8pPr>
            <a:lvl9pPr algn="l">
              <a:defRPr sz="3000" b="1">
                <a:solidFill>
                  <a:srgbClr val="17262C"/>
                </a:solidFill>
                <a:latin typeface="Noto Sans KR"/>
                <a:ea typeface="Noto Sans KR"/>
                <a:cs typeface="Noto Sans KR"/>
              </a:defRPr>
            </a:lvl9pPr>
          </a:lstStyle>
          <a:p xmlns:a="http://schemas.openxmlformats.org/drawingml/2006/main">
            <a:pPr algn="l">
              <a:defRPr sz="3000" b="1">
                <a:solidFill>
                  <a:srgbClr val="17262C"/>
                </a:solidFill>
                <a:latin typeface="Noto Sans KR"/>
                <a:ea typeface="Noto Sans KR"/>
                <a:cs typeface="Noto Sans KR"/>
              </a:defRPr>
            </a:pPr>
            <a:r>
              <a:rPr sz="3000" b="1">
                <a:solidFill>
                  <a:srgbClr val="17262C"/>
                </a:solidFill>
                <a:latin typeface="Noto Sans KR"/>
                <a:ea typeface="Noto Sans KR"/>
                <a:cs typeface="Noto Sans KR"/>
              </a:rPr>
              <a:t>토큰 임베딩</a:t>
            </a:r>
          </a:p>
        </p:txBody>
      </p:sp>
      <p:sp>
        <p:nvSpPr>
          <p:cNvPr id="5" name="+">
            <a:extLst xmlns:a="http://schemas.openxmlformats.org/drawingml/2006/main">
              <a:ext uri="{FF2B5EF4-FFF2-40B4-BE49-F238E27FC236}">
                <a16:creationId xmlns:a16="http://schemas.microsoft.com/office/drawing/2014/main" id="{3B0D9F2A-F323-4C63-9308-738CB1156AD2}"/>
              </a:ext>
            </a:extLst>
          </p:cNvPr>
          <p:cNvSpPr>
            <a:spLocks xmlns:a="http://schemas.openxmlformats.org/drawingml/2006/main" noGrp="1"/>
          </p:cNvSpPr>
          <p:nvPr/>
        </p:nvSpPr>
        <p:spPr>
          <a:xfrm xmlns:a="http://schemas.openxmlformats.org/drawingml/2006/main">
            <a:off x="4191000" y="2428875"/>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3000" b="0">
                <a:solidFill>
                  <a:srgbClr val="657578"/>
                </a:solidFill>
                <a:latin typeface="Noto Sans KR"/>
                <a:ea typeface="Noto Sans KR"/>
                <a:cs typeface="Noto Sans KR"/>
              </a:defRPr>
            </a:defPPr>
            <a:lvl1pPr algn="ctr">
              <a:defRPr sz="3000" b="0">
                <a:solidFill>
                  <a:srgbClr val="657578"/>
                </a:solidFill>
                <a:latin typeface="Noto Sans KR"/>
                <a:ea typeface="Noto Sans KR"/>
                <a:cs typeface="Noto Sans KR"/>
              </a:defRPr>
            </a:lvl1pPr>
            <a:lvl2pPr algn="ctr">
              <a:defRPr sz="3000" b="0">
                <a:solidFill>
                  <a:srgbClr val="657578"/>
                </a:solidFill>
                <a:latin typeface="Noto Sans KR"/>
                <a:ea typeface="Noto Sans KR"/>
                <a:cs typeface="Noto Sans KR"/>
              </a:defRPr>
            </a:lvl2pPr>
            <a:lvl3pPr algn="ctr">
              <a:defRPr sz="3000" b="0">
                <a:solidFill>
                  <a:srgbClr val="657578"/>
                </a:solidFill>
                <a:latin typeface="Noto Sans KR"/>
                <a:ea typeface="Noto Sans KR"/>
                <a:cs typeface="Noto Sans KR"/>
              </a:defRPr>
            </a:lvl3pPr>
            <a:lvl4pPr algn="ctr">
              <a:defRPr sz="3000" b="0">
                <a:solidFill>
                  <a:srgbClr val="657578"/>
                </a:solidFill>
                <a:latin typeface="Noto Sans KR"/>
                <a:ea typeface="Noto Sans KR"/>
                <a:cs typeface="Noto Sans KR"/>
              </a:defRPr>
            </a:lvl4pPr>
            <a:lvl5pPr algn="ctr">
              <a:defRPr sz="3000" b="0">
                <a:solidFill>
                  <a:srgbClr val="657578"/>
                </a:solidFill>
                <a:latin typeface="Noto Sans KR"/>
                <a:ea typeface="Noto Sans KR"/>
                <a:cs typeface="Noto Sans KR"/>
              </a:defRPr>
            </a:lvl5pPr>
            <a:lvl6pPr algn="ctr">
              <a:defRPr sz="3000" b="0">
                <a:solidFill>
                  <a:srgbClr val="657578"/>
                </a:solidFill>
                <a:latin typeface="Noto Sans KR"/>
                <a:ea typeface="Noto Sans KR"/>
                <a:cs typeface="Noto Sans KR"/>
              </a:defRPr>
            </a:lvl6pPr>
            <a:lvl7pPr algn="ctr">
              <a:defRPr sz="3000" b="0">
                <a:solidFill>
                  <a:srgbClr val="657578"/>
                </a:solidFill>
                <a:latin typeface="Noto Sans KR"/>
                <a:ea typeface="Noto Sans KR"/>
                <a:cs typeface="Noto Sans KR"/>
              </a:defRPr>
            </a:lvl7pPr>
            <a:lvl8pPr algn="ctr">
              <a:defRPr sz="3000" b="0">
                <a:solidFill>
                  <a:srgbClr val="657578"/>
                </a:solidFill>
                <a:latin typeface="Noto Sans KR"/>
                <a:ea typeface="Noto Sans KR"/>
                <a:cs typeface="Noto Sans KR"/>
              </a:defRPr>
            </a:lvl8pPr>
            <a:lvl9pPr algn="ctr">
              <a:defRPr sz="3000" b="0">
                <a:solidFill>
                  <a:srgbClr val="657578"/>
                </a:solidFill>
                <a:latin typeface="Noto Sans KR"/>
                <a:ea typeface="Noto Sans KR"/>
                <a:cs typeface="Noto Sans KR"/>
              </a:defRPr>
            </a:lvl9pPr>
          </a:lstStyle>
          <a:p xmlns:a="http://schemas.openxmlformats.org/drawingml/2006/main">
            <a:pPr algn="ctr">
              <a:defRPr sz="3000" b="0">
                <a:solidFill>
                  <a:srgbClr val="657578"/>
                </a:solidFill>
                <a:latin typeface="Noto Sans KR"/>
                <a:ea typeface="Noto Sans KR"/>
                <a:cs typeface="Noto Sans KR"/>
              </a:defRPr>
            </a:pPr>
            <a:r>
              <a:rPr sz="3000" b="0">
                <a:solidFill>
                  <a:srgbClr val="657578"/>
                </a:solidFill>
                <a:latin typeface="Noto Sans KR"/>
                <a:ea typeface="Noto Sans KR"/>
                <a:cs typeface="Noto Sans KR"/>
              </a:rPr>
              <a:t>+</a:t>
            </a:r>
          </a:p>
        </p:txBody>
      </p:sp>
      <p:sp>
        <p:nvSpPr>
          <p:cNvPr id="6" name="위치인코딩">
            <a:extLst xmlns:a="http://schemas.openxmlformats.org/drawingml/2006/main">
              <a:ext uri="{FF2B5EF4-FFF2-40B4-BE49-F238E27FC236}">
                <a16:creationId xmlns:a16="http://schemas.microsoft.com/office/drawing/2014/main" id="{B2E0E531-2B9D-4EB0-92CE-7AB68797067B}"/>
              </a:ext>
            </a:extLst>
          </p:cNvPr>
          <p:cNvSpPr>
            <a:spLocks xmlns:a="http://schemas.openxmlformats.org/drawingml/2006/main" noGrp="1"/>
          </p:cNvSpPr>
          <p:nvPr/>
        </p:nvSpPr>
        <p:spPr>
          <a:xfrm xmlns:a="http://schemas.openxmlformats.org/drawingml/2006/main">
            <a:off x="5286375" y="2428875"/>
            <a:ext cx="33147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000" b="1">
                <a:solidFill>
                  <a:srgbClr val="17262C"/>
                </a:solidFill>
                <a:latin typeface="Noto Sans KR"/>
                <a:ea typeface="Noto Sans KR"/>
                <a:cs typeface="Noto Sans KR"/>
              </a:defRPr>
            </a:defPPr>
            <a:lvl1pPr algn="l">
              <a:defRPr sz="3000" b="1">
                <a:solidFill>
                  <a:srgbClr val="17262C"/>
                </a:solidFill>
                <a:latin typeface="Noto Sans KR"/>
                <a:ea typeface="Noto Sans KR"/>
                <a:cs typeface="Noto Sans KR"/>
              </a:defRPr>
            </a:lvl1pPr>
            <a:lvl2pPr algn="l">
              <a:defRPr sz="3000" b="1">
                <a:solidFill>
                  <a:srgbClr val="17262C"/>
                </a:solidFill>
                <a:latin typeface="Noto Sans KR"/>
                <a:ea typeface="Noto Sans KR"/>
                <a:cs typeface="Noto Sans KR"/>
              </a:defRPr>
            </a:lvl2pPr>
            <a:lvl3pPr algn="l">
              <a:defRPr sz="3000" b="1">
                <a:solidFill>
                  <a:srgbClr val="17262C"/>
                </a:solidFill>
                <a:latin typeface="Noto Sans KR"/>
                <a:ea typeface="Noto Sans KR"/>
                <a:cs typeface="Noto Sans KR"/>
              </a:defRPr>
            </a:lvl3pPr>
            <a:lvl4pPr algn="l">
              <a:defRPr sz="3000" b="1">
                <a:solidFill>
                  <a:srgbClr val="17262C"/>
                </a:solidFill>
                <a:latin typeface="Noto Sans KR"/>
                <a:ea typeface="Noto Sans KR"/>
                <a:cs typeface="Noto Sans KR"/>
              </a:defRPr>
            </a:lvl4pPr>
            <a:lvl5pPr algn="l">
              <a:defRPr sz="3000" b="1">
                <a:solidFill>
                  <a:srgbClr val="17262C"/>
                </a:solidFill>
                <a:latin typeface="Noto Sans KR"/>
                <a:ea typeface="Noto Sans KR"/>
                <a:cs typeface="Noto Sans KR"/>
              </a:defRPr>
            </a:lvl5pPr>
            <a:lvl6pPr algn="l">
              <a:defRPr sz="3000" b="1">
                <a:solidFill>
                  <a:srgbClr val="17262C"/>
                </a:solidFill>
                <a:latin typeface="Noto Sans KR"/>
                <a:ea typeface="Noto Sans KR"/>
                <a:cs typeface="Noto Sans KR"/>
              </a:defRPr>
            </a:lvl6pPr>
            <a:lvl7pPr algn="l">
              <a:defRPr sz="3000" b="1">
                <a:solidFill>
                  <a:srgbClr val="17262C"/>
                </a:solidFill>
                <a:latin typeface="Noto Sans KR"/>
                <a:ea typeface="Noto Sans KR"/>
                <a:cs typeface="Noto Sans KR"/>
              </a:defRPr>
            </a:lvl7pPr>
            <a:lvl8pPr algn="l">
              <a:defRPr sz="3000" b="1">
                <a:solidFill>
                  <a:srgbClr val="17262C"/>
                </a:solidFill>
                <a:latin typeface="Noto Sans KR"/>
                <a:ea typeface="Noto Sans KR"/>
                <a:cs typeface="Noto Sans KR"/>
              </a:defRPr>
            </a:lvl8pPr>
            <a:lvl9pPr algn="l">
              <a:defRPr sz="3000" b="1">
                <a:solidFill>
                  <a:srgbClr val="17262C"/>
                </a:solidFill>
                <a:latin typeface="Noto Sans KR"/>
                <a:ea typeface="Noto Sans KR"/>
                <a:cs typeface="Noto Sans KR"/>
              </a:defRPr>
            </a:lvl9pPr>
          </a:lstStyle>
          <a:p xmlns:a="http://schemas.openxmlformats.org/drawingml/2006/main">
            <a:pPr algn="l">
              <a:defRPr sz="3000" b="1">
                <a:solidFill>
                  <a:srgbClr val="17262C"/>
                </a:solidFill>
                <a:latin typeface="Noto Sans KR"/>
                <a:ea typeface="Noto Sans KR"/>
                <a:cs typeface="Noto Sans KR"/>
              </a:defRPr>
            </a:pPr>
            <a:r>
              <a:rPr sz="3000" b="1">
                <a:solidFill>
                  <a:srgbClr val="17262C"/>
                </a:solidFill>
                <a:latin typeface="Noto Sans KR"/>
                <a:ea typeface="Noto Sans KR"/>
                <a:cs typeface="Noto Sans KR"/>
              </a:rPr>
              <a:t>위치인코딩</a:t>
            </a:r>
          </a:p>
        </p:txBody>
      </p:sp>
      <p:sp>
        <p:nvSpPr>
          <p:cNvPr id="7" name="같은 차원끼리 더함">
            <a:extLst xmlns:a="http://schemas.openxmlformats.org/drawingml/2006/main">
              <a:ext uri="{FF2B5EF4-FFF2-40B4-BE49-F238E27FC236}">
                <a16:creationId xmlns:a16="http://schemas.microsoft.com/office/drawing/2014/main" id="{79E52FE5-7A0D-4DF2-9400-F24F21A55163}"/>
              </a:ext>
            </a:extLst>
          </p:cNvPr>
          <p:cNvSpPr>
            <a:spLocks xmlns:a="http://schemas.openxmlformats.org/drawingml/2006/main" noGrp="1"/>
          </p:cNvSpPr>
          <p:nvPr/>
        </p:nvSpPr>
        <p:spPr>
          <a:xfrm xmlns:a="http://schemas.openxmlformats.org/drawingml/2006/main">
            <a:off x="8829675" y="2533650"/>
            <a:ext cx="27527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같은 차원끼리 더함</a:t>
            </a:r>
          </a:p>
        </p:txBody>
      </p:sp>
      <p:sp>
        <p:nvSpPr>
          <p:cNvPr id="8" name="">
            <a:extLst xmlns:a="http://schemas.openxmlformats.org/drawingml/2006/main">
              <a:ext uri="{FF2B5EF4-FFF2-40B4-BE49-F238E27FC236}">
                <a16:creationId xmlns:a16="http://schemas.microsoft.com/office/drawing/2014/main" id="{20E1922B-18EC-4688-A32C-49174D86C016}"/>
              </a:ext>
            </a:extLst>
          </p:cNvPr>
          <p:cNvSpPr>
            <a:spLocks xmlns:a="http://schemas.openxmlformats.org/drawingml/2006/main" noGrp="1"/>
          </p:cNvSpPr>
          <p:nvPr/>
        </p:nvSpPr>
        <p:spPr>
          <a:xfrm xmlns:a="http://schemas.openxmlformats.org/drawingml/2006/main">
            <a:off x="609600" y="3543300"/>
            <a:ext cx="109728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9" name="의미 정보">
            <a:extLst xmlns:a="http://schemas.openxmlformats.org/drawingml/2006/main">
              <a:ext uri="{FF2B5EF4-FFF2-40B4-BE49-F238E27FC236}">
                <a16:creationId xmlns:a16="http://schemas.microsoft.com/office/drawing/2014/main" id="{49C3144C-A86A-4CA7-9478-220E9243982F}"/>
              </a:ext>
            </a:extLst>
          </p:cNvPr>
          <p:cNvSpPr>
            <a:spLocks xmlns:a="http://schemas.openxmlformats.org/drawingml/2006/main" noGrp="1"/>
          </p:cNvSpPr>
          <p:nvPr/>
        </p:nvSpPr>
        <p:spPr>
          <a:xfrm xmlns:a="http://schemas.openxmlformats.org/drawingml/2006/main">
            <a:off x="609600" y="3962400"/>
            <a:ext cx="44767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7262C"/>
                </a:solidFill>
                <a:latin typeface="Noto Sans KR"/>
                <a:ea typeface="Noto Sans KR"/>
                <a:cs typeface="Noto Sans KR"/>
              </a:defRPr>
            </a:defPPr>
            <a:lvl1pPr algn="l">
              <a:defRPr sz="2100" b="1">
                <a:solidFill>
                  <a:srgbClr val="17262C"/>
                </a:solidFill>
                <a:latin typeface="Noto Sans KR"/>
                <a:ea typeface="Noto Sans KR"/>
                <a:cs typeface="Noto Sans KR"/>
              </a:defRPr>
            </a:lvl1pPr>
            <a:lvl2pPr algn="l">
              <a:defRPr sz="2100" b="1">
                <a:solidFill>
                  <a:srgbClr val="17262C"/>
                </a:solidFill>
                <a:latin typeface="Noto Sans KR"/>
                <a:ea typeface="Noto Sans KR"/>
                <a:cs typeface="Noto Sans KR"/>
              </a:defRPr>
            </a:lvl2pPr>
            <a:lvl3pPr algn="l">
              <a:defRPr sz="2100" b="1">
                <a:solidFill>
                  <a:srgbClr val="17262C"/>
                </a:solidFill>
                <a:latin typeface="Noto Sans KR"/>
                <a:ea typeface="Noto Sans KR"/>
                <a:cs typeface="Noto Sans KR"/>
              </a:defRPr>
            </a:lvl3pPr>
            <a:lvl4pPr algn="l">
              <a:defRPr sz="2100" b="1">
                <a:solidFill>
                  <a:srgbClr val="17262C"/>
                </a:solidFill>
                <a:latin typeface="Noto Sans KR"/>
                <a:ea typeface="Noto Sans KR"/>
                <a:cs typeface="Noto Sans KR"/>
              </a:defRPr>
            </a:lvl4pPr>
            <a:lvl5pPr algn="l">
              <a:defRPr sz="2100" b="1">
                <a:solidFill>
                  <a:srgbClr val="17262C"/>
                </a:solidFill>
                <a:latin typeface="Noto Sans KR"/>
                <a:ea typeface="Noto Sans KR"/>
                <a:cs typeface="Noto Sans KR"/>
              </a:defRPr>
            </a:lvl5pPr>
            <a:lvl6pPr algn="l">
              <a:defRPr sz="2100" b="1">
                <a:solidFill>
                  <a:srgbClr val="17262C"/>
                </a:solidFill>
                <a:latin typeface="Noto Sans KR"/>
                <a:ea typeface="Noto Sans KR"/>
                <a:cs typeface="Noto Sans KR"/>
              </a:defRPr>
            </a:lvl6pPr>
            <a:lvl7pPr algn="l">
              <a:defRPr sz="2100" b="1">
                <a:solidFill>
                  <a:srgbClr val="17262C"/>
                </a:solidFill>
                <a:latin typeface="Noto Sans KR"/>
                <a:ea typeface="Noto Sans KR"/>
                <a:cs typeface="Noto Sans KR"/>
              </a:defRPr>
            </a:lvl7pPr>
            <a:lvl8pPr algn="l">
              <a:defRPr sz="2100" b="1">
                <a:solidFill>
                  <a:srgbClr val="17262C"/>
                </a:solidFill>
                <a:latin typeface="Noto Sans KR"/>
                <a:ea typeface="Noto Sans KR"/>
                <a:cs typeface="Noto Sans KR"/>
              </a:defRPr>
            </a:lvl8pPr>
            <a:lvl9pPr algn="l">
              <a:defRPr sz="2100" b="1">
                <a:solidFill>
                  <a:srgbClr val="17262C"/>
                </a:solidFill>
                <a:latin typeface="Noto Sans KR"/>
                <a:ea typeface="Noto Sans KR"/>
                <a:cs typeface="Noto Sans KR"/>
              </a:defRPr>
            </a:lvl9pPr>
          </a:lstStyle>
          <a:p xmlns:a="http://schemas.openxmlformats.org/drawingml/2006/main">
            <a:pPr algn="l">
              <a:defRPr sz="2100" b="1">
                <a:solidFill>
                  <a:srgbClr val="17262C"/>
                </a:solidFill>
                <a:latin typeface="Noto Sans KR"/>
                <a:ea typeface="Noto Sans KR"/>
                <a:cs typeface="Noto Sans KR"/>
              </a:defRPr>
            </a:pPr>
            <a:r>
              <a:rPr sz="2100" b="1">
                <a:solidFill>
                  <a:srgbClr val="17262C"/>
                </a:solidFill>
                <a:latin typeface="Noto Sans KR"/>
                <a:ea typeface="Noto Sans KR"/>
                <a:cs typeface="Noto Sans KR"/>
              </a:rPr>
              <a:t>의미 정보</a:t>
            </a:r>
          </a:p>
        </p:txBody>
      </p:sp>
      <p:sp>
        <p:nvSpPr>
          <p:cNvPr id="10" name="어떤 토큰인가">
            <a:extLst xmlns:a="http://schemas.openxmlformats.org/drawingml/2006/main">
              <a:ext uri="{FF2B5EF4-FFF2-40B4-BE49-F238E27FC236}">
                <a16:creationId xmlns:a16="http://schemas.microsoft.com/office/drawing/2014/main" id="{08E41870-DDB7-44D1-8C37-E05ADCA90181}"/>
              </a:ext>
            </a:extLst>
          </p:cNvPr>
          <p:cNvSpPr>
            <a:spLocks xmlns:a="http://schemas.openxmlformats.org/drawingml/2006/main" noGrp="1"/>
          </p:cNvSpPr>
          <p:nvPr/>
        </p:nvSpPr>
        <p:spPr>
          <a:xfrm xmlns:a="http://schemas.openxmlformats.org/drawingml/2006/main">
            <a:off x="609600" y="45624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7262C"/>
                </a:solidFill>
                <a:latin typeface="Noto Sans KR"/>
                <a:ea typeface="Noto Sans KR"/>
                <a:cs typeface="Noto Sans KR"/>
              </a:defRPr>
            </a:defPPr>
            <a:lvl1pPr algn="l">
              <a:defRPr sz="2100" b="0">
                <a:solidFill>
                  <a:srgbClr val="17262C"/>
                </a:solidFill>
                <a:latin typeface="Noto Sans KR"/>
                <a:ea typeface="Noto Sans KR"/>
                <a:cs typeface="Noto Sans KR"/>
              </a:defRPr>
            </a:lvl1pPr>
            <a:lvl2pPr algn="l">
              <a:defRPr sz="2100" b="0">
                <a:solidFill>
                  <a:srgbClr val="17262C"/>
                </a:solidFill>
                <a:latin typeface="Noto Sans KR"/>
                <a:ea typeface="Noto Sans KR"/>
                <a:cs typeface="Noto Sans KR"/>
              </a:defRPr>
            </a:lvl2pPr>
            <a:lvl3pPr algn="l">
              <a:defRPr sz="2100" b="0">
                <a:solidFill>
                  <a:srgbClr val="17262C"/>
                </a:solidFill>
                <a:latin typeface="Noto Sans KR"/>
                <a:ea typeface="Noto Sans KR"/>
                <a:cs typeface="Noto Sans KR"/>
              </a:defRPr>
            </a:lvl3pPr>
            <a:lvl4pPr algn="l">
              <a:defRPr sz="2100" b="0">
                <a:solidFill>
                  <a:srgbClr val="17262C"/>
                </a:solidFill>
                <a:latin typeface="Noto Sans KR"/>
                <a:ea typeface="Noto Sans KR"/>
                <a:cs typeface="Noto Sans KR"/>
              </a:defRPr>
            </a:lvl4pPr>
            <a:lvl5pPr algn="l">
              <a:defRPr sz="2100" b="0">
                <a:solidFill>
                  <a:srgbClr val="17262C"/>
                </a:solidFill>
                <a:latin typeface="Noto Sans KR"/>
                <a:ea typeface="Noto Sans KR"/>
                <a:cs typeface="Noto Sans KR"/>
              </a:defRPr>
            </a:lvl5pPr>
            <a:lvl6pPr algn="l">
              <a:defRPr sz="2100" b="0">
                <a:solidFill>
                  <a:srgbClr val="17262C"/>
                </a:solidFill>
                <a:latin typeface="Noto Sans KR"/>
                <a:ea typeface="Noto Sans KR"/>
                <a:cs typeface="Noto Sans KR"/>
              </a:defRPr>
            </a:lvl6pPr>
            <a:lvl7pPr algn="l">
              <a:defRPr sz="2100" b="0">
                <a:solidFill>
                  <a:srgbClr val="17262C"/>
                </a:solidFill>
                <a:latin typeface="Noto Sans KR"/>
                <a:ea typeface="Noto Sans KR"/>
                <a:cs typeface="Noto Sans KR"/>
              </a:defRPr>
            </a:lvl7pPr>
            <a:lvl8pPr algn="l">
              <a:defRPr sz="2100" b="0">
                <a:solidFill>
                  <a:srgbClr val="17262C"/>
                </a:solidFill>
                <a:latin typeface="Noto Sans KR"/>
                <a:ea typeface="Noto Sans KR"/>
                <a:cs typeface="Noto Sans KR"/>
              </a:defRPr>
            </a:lvl8pPr>
            <a:lvl9pPr algn="l">
              <a:defRPr sz="2100" b="0">
                <a:solidFill>
                  <a:srgbClr val="17262C"/>
                </a:solidFill>
                <a:latin typeface="Noto Sans KR"/>
                <a:ea typeface="Noto Sans KR"/>
                <a:cs typeface="Noto Sans KR"/>
              </a:defRPr>
            </a:lvl9pPr>
          </a:lstStyle>
          <a:p xmlns:a="http://schemas.openxmlformats.org/drawingml/2006/main">
            <a:pPr algn="l">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어떤 토큰인가</a:t>
            </a:r>
          </a:p>
        </p:txBody>
      </p:sp>
      <p:sp>
        <p:nvSpPr>
          <p:cNvPr id="11" name="순서 정보">
            <a:extLst xmlns:a="http://schemas.openxmlformats.org/drawingml/2006/main">
              <a:ext uri="{FF2B5EF4-FFF2-40B4-BE49-F238E27FC236}">
                <a16:creationId xmlns:a16="http://schemas.microsoft.com/office/drawing/2014/main" id="{E6B4CFBA-02A4-43D1-AE0D-A7BE817A4E8A}"/>
              </a:ext>
            </a:extLst>
          </p:cNvPr>
          <p:cNvSpPr>
            <a:spLocks xmlns:a="http://schemas.openxmlformats.org/drawingml/2006/main" noGrp="1"/>
          </p:cNvSpPr>
          <p:nvPr/>
        </p:nvSpPr>
        <p:spPr>
          <a:xfrm xmlns:a="http://schemas.openxmlformats.org/drawingml/2006/main">
            <a:off x="6486525" y="3962400"/>
            <a:ext cx="5095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7262C"/>
                </a:solidFill>
                <a:latin typeface="Noto Sans KR"/>
                <a:ea typeface="Noto Sans KR"/>
                <a:cs typeface="Noto Sans KR"/>
              </a:defRPr>
            </a:defPPr>
            <a:lvl1pPr algn="l">
              <a:defRPr sz="2100" b="1">
                <a:solidFill>
                  <a:srgbClr val="17262C"/>
                </a:solidFill>
                <a:latin typeface="Noto Sans KR"/>
                <a:ea typeface="Noto Sans KR"/>
                <a:cs typeface="Noto Sans KR"/>
              </a:defRPr>
            </a:lvl1pPr>
            <a:lvl2pPr algn="l">
              <a:defRPr sz="2100" b="1">
                <a:solidFill>
                  <a:srgbClr val="17262C"/>
                </a:solidFill>
                <a:latin typeface="Noto Sans KR"/>
                <a:ea typeface="Noto Sans KR"/>
                <a:cs typeface="Noto Sans KR"/>
              </a:defRPr>
            </a:lvl2pPr>
            <a:lvl3pPr algn="l">
              <a:defRPr sz="2100" b="1">
                <a:solidFill>
                  <a:srgbClr val="17262C"/>
                </a:solidFill>
                <a:latin typeface="Noto Sans KR"/>
                <a:ea typeface="Noto Sans KR"/>
                <a:cs typeface="Noto Sans KR"/>
              </a:defRPr>
            </a:lvl3pPr>
            <a:lvl4pPr algn="l">
              <a:defRPr sz="2100" b="1">
                <a:solidFill>
                  <a:srgbClr val="17262C"/>
                </a:solidFill>
                <a:latin typeface="Noto Sans KR"/>
                <a:ea typeface="Noto Sans KR"/>
                <a:cs typeface="Noto Sans KR"/>
              </a:defRPr>
            </a:lvl4pPr>
            <a:lvl5pPr algn="l">
              <a:defRPr sz="2100" b="1">
                <a:solidFill>
                  <a:srgbClr val="17262C"/>
                </a:solidFill>
                <a:latin typeface="Noto Sans KR"/>
                <a:ea typeface="Noto Sans KR"/>
                <a:cs typeface="Noto Sans KR"/>
              </a:defRPr>
            </a:lvl5pPr>
            <a:lvl6pPr algn="l">
              <a:defRPr sz="2100" b="1">
                <a:solidFill>
                  <a:srgbClr val="17262C"/>
                </a:solidFill>
                <a:latin typeface="Noto Sans KR"/>
                <a:ea typeface="Noto Sans KR"/>
                <a:cs typeface="Noto Sans KR"/>
              </a:defRPr>
            </a:lvl6pPr>
            <a:lvl7pPr algn="l">
              <a:defRPr sz="2100" b="1">
                <a:solidFill>
                  <a:srgbClr val="17262C"/>
                </a:solidFill>
                <a:latin typeface="Noto Sans KR"/>
                <a:ea typeface="Noto Sans KR"/>
                <a:cs typeface="Noto Sans KR"/>
              </a:defRPr>
            </a:lvl7pPr>
            <a:lvl8pPr algn="l">
              <a:defRPr sz="2100" b="1">
                <a:solidFill>
                  <a:srgbClr val="17262C"/>
                </a:solidFill>
                <a:latin typeface="Noto Sans KR"/>
                <a:ea typeface="Noto Sans KR"/>
                <a:cs typeface="Noto Sans KR"/>
              </a:defRPr>
            </a:lvl8pPr>
            <a:lvl9pPr algn="l">
              <a:defRPr sz="2100" b="1">
                <a:solidFill>
                  <a:srgbClr val="17262C"/>
                </a:solidFill>
                <a:latin typeface="Noto Sans KR"/>
                <a:ea typeface="Noto Sans KR"/>
                <a:cs typeface="Noto Sans KR"/>
              </a:defRPr>
            </a:lvl9pPr>
          </a:lstStyle>
          <a:p xmlns:a="http://schemas.openxmlformats.org/drawingml/2006/main">
            <a:pPr algn="l">
              <a:defRPr sz="2100" b="1">
                <a:solidFill>
                  <a:srgbClr val="17262C"/>
                </a:solidFill>
                <a:latin typeface="Noto Sans KR"/>
                <a:ea typeface="Noto Sans KR"/>
                <a:cs typeface="Noto Sans KR"/>
              </a:defRPr>
            </a:pPr>
            <a:r>
              <a:rPr sz="2100" b="1">
                <a:solidFill>
                  <a:srgbClr val="17262C"/>
                </a:solidFill>
                <a:latin typeface="Noto Sans KR"/>
                <a:ea typeface="Noto Sans KR"/>
                <a:cs typeface="Noto Sans KR"/>
              </a:rPr>
              <a:t>순서 정보</a:t>
            </a:r>
          </a:p>
        </p:txBody>
      </p:sp>
      <p:sp>
        <p:nvSpPr>
          <p:cNvPr id="12" name="문장 안의 몇 번째 위치인가">
            <a:extLst xmlns:a="http://schemas.openxmlformats.org/drawingml/2006/main">
              <a:ext uri="{FF2B5EF4-FFF2-40B4-BE49-F238E27FC236}">
                <a16:creationId xmlns:a16="http://schemas.microsoft.com/office/drawing/2014/main" id="{9924433A-BEAA-4093-9054-4B1D4116FC91}"/>
              </a:ext>
            </a:extLst>
          </p:cNvPr>
          <p:cNvSpPr>
            <a:spLocks xmlns:a="http://schemas.openxmlformats.org/drawingml/2006/main" noGrp="1"/>
          </p:cNvSpPr>
          <p:nvPr/>
        </p:nvSpPr>
        <p:spPr>
          <a:xfrm xmlns:a="http://schemas.openxmlformats.org/drawingml/2006/main">
            <a:off x="6486525" y="4562475"/>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0">
                <a:solidFill>
                  <a:srgbClr val="17262C"/>
                </a:solidFill>
                <a:latin typeface="Noto Sans KR"/>
                <a:ea typeface="Noto Sans KR"/>
                <a:cs typeface="Noto Sans KR"/>
              </a:defRPr>
            </a:defPPr>
            <a:lvl1pPr algn="l">
              <a:defRPr sz="2100" b="0">
                <a:solidFill>
                  <a:srgbClr val="17262C"/>
                </a:solidFill>
                <a:latin typeface="Noto Sans KR"/>
                <a:ea typeface="Noto Sans KR"/>
                <a:cs typeface="Noto Sans KR"/>
              </a:defRPr>
            </a:lvl1pPr>
            <a:lvl2pPr algn="l">
              <a:defRPr sz="2100" b="0">
                <a:solidFill>
                  <a:srgbClr val="17262C"/>
                </a:solidFill>
                <a:latin typeface="Noto Sans KR"/>
                <a:ea typeface="Noto Sans KR"/>
                <a:cs typeface="Noto Sans KR"/>
              </a:defRPr>
            </a:lvl2pPr>
            <a:lvl3pPr algn="l">
              <a:defRPr sz="2100" b="0">
                <a:solidFill>
                  <a:srgbClr val="17262C"/>
                </a:solidFill>
                <a:latin typeface="Noto Sans KR"/>
                <a:ea typeface="Noto Sans KR"/>
                <a:cs typeface="Noto Sans KR"/>
              </a:defRPr>
            </a:lvl3pPr>
            <a:lvl4pPr algn="l">
              <a:defRPr sz="2100" b="0">
                <a:solidFill>
                  <a:srgbClr val="17262C"/>
                </a:solidFill>
                <a:latin typeface="Noto Sans KR"/>
                <a:ea typeface="Noto Sans KR"/>
                <a:cs typeface="Noto Sans KR"/>
              </a:defRPr>
            </a:lvl4pPr>
            <a:lvl5pPr algn="l">
              <a:defRPr sz="2100" b="0">
                <a:solidFill>
                  <a:srgbClr val="17262C"/>
                </a:solidFill>
                <a:latin typeface="Noto Sans KR"/>
                <a:ea typeface="Noto Sans KR"/>
                <a:cs typeface="Noto Sans KR"/>
              </a:defRPr>
            </a:lvl5pPr>
            <a:lvl6pPr algn="l">
              <a:defRPr sz="2100" b="0">
                <a:solidFill>
                  <a:srgbClr val="17262C"/>
                </a:solidFill>
                <a:latin typeface="Noto Sans KR"/>
                <a:ea typeface="Noto Sans KR"/>
                <a:cs typeface="Noto Sans KR"/>
              </a:defRPr>
            </a:lvl6pPr>
            <a:lvl7pPr algn="l">
              <a:defRPr sz="2100" b="0">
                <a:solidFill>
                  <a:srgbClr val="17262C"/>
                </a:solidFill>
                <a:latin typeface="Noto Sans KR"/>
                <a:ea typeface="Noto Sans KR"/>
                <a:cs typeface="Noto Sans KR"/>
              </a:defRPr>
            </a:lvl7pPr>
            <a:lvl8pPr algn="l">
              <a:defRPr sz="2100" b="0">
                <a:solidFill>
                  <a:srgbClr val="17262C"/>
                </a:solidFill>
                <a:latin typeface="Noto Sans KR"/>
                <a:ea typeface="Noto Sans KR"/>
                <a:cs typeface="Noto Sans KR"/>
              </a:defRPr>
            </a:lvl8pPr>
            <a:lvl9pPr algn="l">
              <a:defRPr sz="2100" b="0">
                <a:solidFill>
                  <a:srgbClr val="17262C"/>
                </a:solidFill>
                <a:latin typeface="Noto Sans KR"/>
                <a:ea typeface="Noto Sans KR"/>
                <a:cs typeface="Noto Sans KR"/>
              </a:defRPr>
            </a:lvl9pPr>
          </a:lstStyle>
          <a:p xmlns:a="http://schemas.openxmlformats.org/drawingml/2006/main">
            <a:pPr algn="l">
              <a:defRPr sz="2100" b="0">
                <a:solidFill>
                  <a:srgbClr val="17262C"/>
                </a:solidFill>
                <a:latin typeface="Noto Sans KR"/>
                <a:ea typeface="Noto Sans KR"/>
                <a:cs typeface="Noto Sans KR"/>
              </a:defRPr>
            </a:pPr>
            <a:r>
              <a:rPr sz="2100" b="0">
                <a:solidFill>
                  <a:srgbClr val="17262C"/>
                </a:solidFill>
                <a:latin typeface="Noto Sans KR"/>
                <a:ea typeface="Noto Sans KR"/>
                <a:cs typeface="Noto Sans KR"/>
              </a:rPr>
              <a:t>문장 안의 몇 번째 위치인가</a:t>
            </a:r>
          </a:p>
        </p:txBody>
      </p:sp>
      <p:sp>
        <p:nvSpPr>
          <p:cNvPr id="13" name="원문: 차원별로 주기가 다른 sine·cosine 사용">
            <a:extLst xmlns:a="http://schemas.openxmlformats.org/drawingml/2006/main">
              <a:ext uri="{FF2B5EF4-FFF2-40B4-BE49-F238E27FC236}">
                <a16:creationId xmlns:a16="http://schemas.microsoft.com/office/drawing/2014/main" id="{45EECD87-F72C-4D1D-AC79-DD60DE2BF86A}"/>
              </a:ext>
            </a:extLst>
          </p:cNvPr>
          <p:cNvSpPr>
            <a:spLocks xmlns:a="http://schemas.openxmlformats.org/drawingml/2006/main" noGrp="1"/>
          </p:cNvSpPr>
          <p:nvPr/>
        </p:nvSpPr>
        <p:spPr>
          <a:xfrm xmlns:a="http://schemas.openxmlformats.org/drawingml/2006/main">
            <a:off x="609600" y="57531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17262C"/>
                </a:solidFill>
                <a:latin typeface="Noto Sans KR"/>
                <a:ea typeface="Noto Sans KR"/>
                <a:cs typeface="Noto Sans KR"/>
              </a:defRPr>
            </a:defPPr>
            <a:lvl1pPr algn="l">
              <a:defRPr sz="2025" b="0">
                <a:solidFill>
                  <a:srgbClr val="17262C"/>
                </a:solidFill>
                <a:latin typeface="Noto Sans KR"/>
                <a:ea typeface="Noto Sans KR"/>
                <a:cs typeface="Noto Sans KR"/>
              </a:defRPr>
            </a:lvl1pPr>
            <a:lvl2pPr algn="l">
              <a:defRPr sz="2025" b="0">
                <a:solidFill>
                  <a:srgbClr val="17262C"/>
                </a:solidFill>
                <a:latin typeface="Noto Sans KR"/>
                <a:ea typeface="Noto Sans KR"/>
                <a:cs typeface="Noto Sans KR"/>
              </a:defRPr>
            </a:lvl2pPr>
            <a:lvl3pPr algn="l">
              <a:defRPr sz="2025" b="0">
                <a:solidFill>
                  <a:srgbClr val="17262C"/>
                </a:solidFill>
                <a:latin typeface="Noto Sans KR"/>
                <a:ea typeface="Noto Sans KR"/>
                <a:cs typeface="Noto Sans KR"/>
              </a:defRPr>
            </a:lvl3pPr>
            <a:lvl4pPr algn="l">
              <a:defRPr sz="2025" b="0">
                <a:solidFill>
                  <a:srgbClr val="17262C"/>
                </a:solidFill>
                <a:latin typeface="Noto Sans KR"/>
                <a:ea typeface="Noto Sans KR"/>
                <a:cs typeface="Noto Sans KR"/>
              </a:defRPr>
            </a:lvl4pPr>
            <a:lvl5pPr algn="l">
              <a:defRPr sz="2025" b="0">
                <a:solidFill>
                  <a:srgbClr val="17262C"/>
                </a:solidFill>
                <a:latin typeface="Noto Sans KR"/>
                <a:ea typeface="Noto Sans KR"/>
                <a:cs typeface="Noto Sans KR"/>
              </a:defRPr>
            </a:lvl5pPr>
            <a:lvl6pPr algn="l">
              <a:defRPr sz="2025" b="0">
                <a:solidFill>
                  <a:srgbClr val="17262C"/>
                </a:solidFill>
                <a:latin typeface="Noto Sans KR"/>
                <a:ea typeface="Noto Sans KR"/>
                <a:cs typeface="Noto Sans KR"/>
              </a:defRPr>
            </a:lvl6pPr>
            <a:lvl7pPr algn="l">
              <a:defRPr sz="2025" b="0">
                <a:solidFill>
                  <a:srgbClr val="17262C"/>
                </a:solidFill>
                <a:latin typeface="Noto Sans KR"/>
                <a:ea typeface="Noto Sans KR"/>
                <a:cs typeface="Noto Sans KR"/>
              </a:defRPr>
            </a:lvl7pPr>
            <a:lvl8pPr algn="l">
              <a:defRPr sz="2025" b="0">
                <a:solidFill>
                  <a:srgbClr val="17262C"/>
                </a:solidFill>
                <a:latin typeface="Noto Sans KR"/>
                <a:ea typeface="Noto Sans KR"/>
                <a:cs typeface="Noto Sans KR"/>
              </a:defRPr>
            </a:lvl8pPr>
            <a:lvl9pPr algn="l">
              <a:defRPr sz="2025" b="0">
                <a:solidFill>
                  <a:srgbClr val="17262C"/>
                </a:solidFill>
                <a:latin typeface="Noto Sans KR"/>
                <a:ea typeface="Noto Sans KR"/>
                <a:cs typeface="Noto Sans KR"/>
              </a:defRPr>
            </a:lvl9pPr>
          </a:lstStyle>
          <a:p xmlns:a="http://schemas.openxmlformats.org/drawingml/2006/main">
            <a:pPr algn="l">
              <a:defRPr sz="2025" b="0">
                <a:solidFill>
                  <a:srgbClr val="17262C"/>
                </a:solidFill>
                <a:latin typeface="Noto Sans KR"/>
                <a:ea typeface="Noto Sans KR"/>
                <a:cs typeface="Noto Sans KR"/>
              </a:defRPr>
            </a:pPr>
            <a:r>
              <a:rPr sz="2025" b="0">
                <a:solidFill>
                  <a:srgbClr val="17262C"/>
                </a:solidFill>
                <a:latin typeface="Noto Sans KR"/>
                <a:ea typeface="Noto Sans KR"/>
                <a:cs typeface="Noto Sans KR"/>
              </a:rPr>
              <a:t>원문: 차원별로 주기가 다른 sine·cosine 사용</a:t>
            </a:r>
          </a:p>
        </p:txBody>
      </p:sp>
      <p:sp>
        <p:nvSpPr>
          <p:cNvPr id="14" name="위치 정보는 encoder와 decoder의 입력 임베딩에 더해짐">
            <a:extLst xmlns:a="http://schemas.openxmlformats.org/drawingml/2006/main">
              <a:ext uri="{FF2B5EF4-FFF2-40B4-BE49-F238E27FC236}">
                <a16:creationId xmlns:a16="http://schemas.microsoft.com/office/drawing/2014/main" id="{F988F884-BD7C-4959-9910-0A2B09DB2DAC}"/>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위치 정보는 encoder와 decoder의 입력 임베딩에 더해짐</a:t>
            </a:r>
          </a:p>
        </p:txBody>
      </p:sp>
    </p:spTree>
    <p:extLst>
      <p:ext uri="{BB962C8B-B14F-4D97-AF65-F5344CB8AC3E}">
        <p14:creationId xmlns:p14="http://schemas.microsoft.com/office/powerpoint/2010/main" val="889383422"/>
      </p:ext>
    </p:extLst>
  </p:cSld>
</p:sld>
</file>

<file path=ppt/slides/slide8.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34" name="Transformer의 전체 구조">
            <a:extLst xmlns:a="http://schemas.openxmlformats.org/drawingml/2006/main">
              <a:ext uri="{FF2B5EF4-FFF2-40B4-BE49-F238E27FC236}">
                <a16:creationId xmlns:a16="http://schemas.microsoft.com/office/drawing/2014/main" id="{91728BE7-6E81-4D76-8535-3603C233DDF2}"/>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Transformer의 전체 구조</a:t>
            </a:r>
          </a:p>
        </p:txBody>
      </p:sp>
      <p:sp>
        <p:nvSpPr>
          <p:cNvPr id="2" name="08">
            <a:extLst xmlns:a="http://schemas.openxmlformats.org/drawingml/2006/main">
              <a:ext uri="{FF2B5EF4-FFF2-40B4-BE49-F238E27FC236}">
                <a16:creationId xmlns:a16="http://schemas.microsoft.com/office/drawing/2014/main" id="{4759690F-AA51-4697-82CF-EBF45B3582FE}"/>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08</a:t>
            </a:r>
          </a:p>
        </p:txBody>
      </p:sp>
      <p:sp>
        <p:nvSpPr>
          <p:cNvPr id="3" name="원문 base 모델을 요약한 encoder-decoder 구조">
            <a:extLst xmlns:a="http://schemas.openxmlformats.org/drawingml/2006/main">
              <a:ext uri="{FF2B5EF4-FFF2-40B4-BE49-F238E27FC236}">
                <a16:creationId xmlns:a16="http://schemas.microsoft.com/office/drawing/2014/main" id="{F50FBCC6-47C5-4FA4-9DFE-66C80F1054F7}"/>
              </a:ext>
            </a:extLst>
          </p:cNvPr>
          <p:cNvSpPr>
            <a:spLocks xmlns:a="http://schemas.openxmlformats.org/drawingml/2006/main" noGrp="1"/>
          </p:cNvSpPr>
          <p:nvPr/>
        </p:nvSpPr>
        <p:spPr>
          <a:xfrm xmlns:a="http://schemas.openxmlformats.org/drawingml/2006/main">
            <a:off x="609600" y="1352550"/>
            <a:ext cx="109728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원문 base 모델을 요약한 encoder-decoder 구조</a:t>
            </a:r>
          </a:p>
        </p:txBody>
      </p:sp>
      <p:sp>
        <p:nvSpPr>
          <p:cNvPr id="4" name="Encoder">
            <a:extLst xmlns:a="http://schemas.openxmlformats.org/drawingml/2006/main">
              <a:ext uri="{FF2B5EF4-FFF2-40B4-BE49-F238E27FC236}">
                <a16:creationId xmlns:a16="http://schemas.microsoft.com/office/drawing/2014/main" id="{1B859830-87D1-407E-B793-66DEE3A0EA0D}"/>
              </a:ext>
            </a:extLst>
          </p:cNvPr>
          <p:cNvSpPr>
            <a:spLocks xmlns:a="http://schemas.openxmlformats.org/drawingml/2006/main" noGrp="1"/>
          </p:cNvSpPr>
          <p:nvPr/>
        </p:nvSpPr>
        <p:spPr>
          <a:xfrm xmlns:a="http://schemas.openxmlformats.org/drawingml/2006/main">
            <a:off x="609600" y="185737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Encoder</a:t>
            </a:r>
          </a:p>
        </p:txBody>
      </p:sp>
      <p:sp>
        <p:nvSpPr>
          <p:cNvPr id="5" name="Decoder">
            <a:extLst xmlns:a="http://schemas.openxmlformats.org/drawingml/2006/main">
              <a:ext uri="{FF2B5EF4-FFF2-40B4-BE49-F238E27FC236}">
                <a16:creationId xmlns:a16="http://schemas.microsoft.com/office/drawing/2014/main" id="{22C63916-1120-49F7-8E04-7D90695B02A4}"/>
              </a:ext>
            </a:extLst>
          </p:cNvPr>
          <p:cNvSpPr>
            <a:spLocks xmlns:a="http://schemas.openxmlformats.org/drawingml/2006/main" noGrp="1"/>
          </p:cNvSpPr>
          <p:nvPr/>
        </p:nvSpPr>
        <p:spPr>
          <a:xfrm xmlns:a="http://schemas.openxmlformats.org/drawingml/2006/main">
            <a:off x="6705600" y="1857375"/>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325" b="1">
                <a:solidFill>
                  <a:srgbClr val="17262C"/>
                </a:solidFill>
                <a:latin typeface="Noto Sans KR"/>
                <a:ea typeface="Noto Sans KR"/>
                <a:cs typeface="Noto Sans KR"/>
              </a:defRPr>
            </a:defPPr>
            <a:lvl1pPr algn="l">
              <a:defRPr sz="2325" b="1">
                <a:solidFill>
                  <a:srgbClr val="17262C"/>
                </a:solidFill>
                <a:latin typeface="Noto Sans KR"/>
                <a:ea typeface="Noto Sans KR"/>
                <a:cs typeface="Noto Sans KR"/>
              </a:defRPr>
            </a:lvl1pPr>
            <a:lvl2pPr algn="l">
              <a:defRPr sz="2325" b="1">
                <a:solidFill>
                  <a:srgbClr val="17262C"/>
                </a:solidFill>
                <a:latin typeface="Noto Sans KR"/>
                <a:ea typeface="Noto Sans KR"/>
                <a:cs typeface="Noto Sans KR"/>
              </a:defRPr>
            </a:lvl2pPr>
            <a:lvl3pPr algn="l">
              <a:defRPr sz="2325" b="1">
                <a:solidFill>
                  <a:srgbClr val="17262C"/>
                </a:solidFill>
                <a:latin typeface="Noto Sans KR"/>
                <a:ea typeface="Noto Sans KR"/>
                <a:cs typeface="Noto Sans KR"/>
              </a:defRPr>
            </a:lvl3pPr>
            <a:lvl4pPr algn="l">
              <a:defRPr sz="2325" b="1">
                <a:solidFill>
                  <a:srgbClr val="17262C"/>
                </a:solidFill>
                <a:latin typeface="Noto Sans KR"/>
                <a:ea typeface="Noto Sans KR"/>
                <a:cs typeface="Noto Sans KR"/>
              </a:defRPr>
            </a:lvl4pPr>
            <a:lvl5pPr algn="l">
              <a:defRPr sz="2325" b="1">
                <a:solidFill>
                  <a:srgbClr val="17262C"/>
                </a:solidFill>
                <a:latin typeface="Noto Sans KR"/>
                <a:ea typeface="Noto Sans KR"/>
                <a:cs typeface="Noto Sans KR"/>
              </a:defRPr>
            </a:lvl5pPr>
            <a:lvl6pPr algn="l">
              <a:defRPr sz="2325" b="1">
                <a:solidFill>
                  <a:srgbClr val="17262C"/>
                </a:solidFill>
                <a:latin typeface="Noto Sans KR"/>
                <a:ea typeface="Noto Sans KR"/>
                <a:cs typeface="Noto Sans KR"/>
              </a:defRPr>
            </a:lvl6pPr>
            <a:lvl7pPr algn="l">
              <a:defRPr sz="2325" b="1">
                <a:solidFill>
                  <a:srgbClr val="17262C"/>
                </a:solidFill>
                <a:latin typeface="Noto Sans KR"/>
                <a:ea typeface="Noto Sans KR"/>
                <a:cs typeface="Noto Sans KR"/>
              </a:defRPr>
            </a:lvl7pPr>
            <a:lvl8pPr algn="l">
              <a:defRPr sz="2325" b="1">
                <a:solidFill>
                  <a:srgbClr val="17262C"/>
                </a:solidFill>
                <a:latin typeface="Noto Sans KR"/>
                <a:ea typeface="Noto Sans KR"/>
                <a:cs typeface="Noto Sans KR"/>
              </a:defRPr>
            </a:lvl8pPr>
            <a:lvl9pPr algn="l">
              <a:defRPr sz="2325" b="1">
                <a:solidFill>
                  <a:srgbClr val="17262C"/>
                </a:solidFill>
                <a:latin typeface="Noto Sans KR"/>
                <a:ea typeface="Noto Sans KR"/>
                <a:cs typeface="Noto Sans KR"/>
              </a:defRPr>
            </a:lvl9pPr>
          </a:lstStyle>
          <a:p xmlns:a="http://schemas.openxmlformats.org/drawingml/2006/main">
            <a:pPr algn="l">
              <a:defRPr sz="2325" b="1">
                <a:solidFill>
                  <a:srgbClr val="17262C"/>
                </a:solidFill>
                <a:latin typeface="Noto Sans KR"/>
                <a:ea typeface="Noto Sans KR"/>
                <a:cs typeface="Noto Sans KR"/>
              </a:defRPr>
            </a:pPr>
            <a:r>
              <a:rPr sz="2325" b="1">
                <a:solidFill>
                  <a:srgbClr val="17262C"/>
                </a:solidFill>
                <a:latin typeface="Noto Sans KR"/>
                <a:ea typeface="Noto Sans KR"/>
                <a:cs typeface="Noto Sans KR"/>
              </a:rPr>
              <a:t>Decoder</a:t>
            </a:r>
          </a:p>
        </p:txBody>
      </p:sp>
      <p:sp>
        <p:nvSpPr>
          <p:cNvPr id="6" name="입력 임베딩 + 위치 정보">
            <a:extLst xmlns:a="http://schemas.openxmlformats.org/drawingml/2006/main">
              <a:ext uri="{FF2B5EF4-FFF2-40B4-BE49-F238E27FC236}">
                <a16:creationId xmlns:a16="http://schemas.microsoft.com/office/drawing/2014/main" id="{EC162B38-9F72-4DCD-B645-D7AFF122043F}"/>
              </a:ext>
            </a:extLst>
          </p:cNvPr>
          <p:cNvSpPr>
            <a:spLocks xmlns:a="http://schemas.openxmlformats.org/drawingml/2006/main" noGrp="1"/>
          </p:cNvSpPr>
          <p:nvPr/>
        </p:nvSpPr>
        <p:spPr>
          <a:xfrm xmlns:a="http://schemas.openxmlformats.org/drawingml/2006/main">
            <a:off x="762000" y="255270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xmlns:a="http://schemas.openxmlformats.org/drawingml/2006/main">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입력 임베딩 + 위치 정보</a:t>
            </a:r>
          </a:p>
        </p:txBody>
      </p:sp>
      <p:sp>
        <p:nvSpPr>
          <p:cNvPr id="7" name="">
            <a:extLst xmlns:a="http://schemas.openxmlformats.org/drawingml/2006/main">
              <a:ext uri="{FF2B5EF4-FFF2-40B4-BE49-F238E27FC236}">
                <a16:creationId xmlns:a16="http://schemas.microsoft.com/office/drawing/2014/main" id="{F01496C4-E7A1-4770-9AD9-A81A846EDAE1}"/>
              </a:ext>
            </a:extLst>
          </p:cNvPr>
          <p:cNvSpPr>
            <a:spLocks xmlns:a="http://schemas.openxmlformats.org/drawingml/2006/main" noGrp="1"/>
          </p:cNvSpPr>
          <p:nvPr/>
        </p:nvSpPr>
        <p:spPr>
          <a:xfrm xmlns:a="http://schemas.openxmlformats.org/drawingml/2006/main">
            <a:off x="3133725" y="3009900"/>
            <a:ext cx="0" cy="1619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8" name="">
            <a:extLst xmlns:a="http://schemas.openxmlformats.org/drawingml/2006/main">
              <a:ext uri="{FF2B5EF4-FFF2-40B4-BE49-F238E27FC236}">
                <a16:creationId xmlns:a16="http://schemas.microsoft.com/office/drawing/2014/main" id="{AF00C15D-CD62-4192-93F5-721BA00B9A4F}"/>
              </a:ext>
            </a:extLst>
          </p:cNvPr>
          <p:cNvSpPr>
            <a:spLocks xmlns:a="http://schemas.openxmlformats.org/drawingml/2006/main" noGrp="1"/>
          </p:cNvSpPr>
          <p:nvPr/>
        </p:nvSpPr>
        <p:spPr>
          <a:xfrm xmlns:a="http://schemas.openxmlformats.org/drawingml/2006/main">
            <a:off x="609600" y="3171825"/>
            <a:ext cx="5048250" cy="523875"/>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9" name="Self-attention">
            <a:extLst xmlns:a="http://schemas.openxmlformats.org/drawingml/2006/main">
              <a:ext uri="{FF2B5EF4-FFF2-40B4-BE49-F238E27FC236}">
                <a16:creationId xmlns:a16="http://schemas.microsoft.com/office/drawing/2014/main" id="{CE8FF869-3BB2-4800-AEB3-DBBFA137BAB4}"/>
              </a:ext>
            </a:extLst>
          </p:cNvPr>
          <p:cNvSpPr>
            <a:spLocks xmlns:a="http://schemas.openxmlformats.org/drawingml/2006/main" noGrp="1"/>
          </p:cNvSpPr>
          <p:nvPr/>
        </p:nvSpPr>
        <p:spPr>
          <a:xfrm xmlns:a="http://schemas.openxmlformats.org/drawingml/2006/main">
            <a:off x="762000" y="323850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xmlns:a="http://schemas.openxmlformats.org/drawingml/2006/main">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Self-attention</a:t>
            </a:r>
          </a:p>
        </p:txBody>
      </p:sp>
      <p:sp>
        <p:nvSpPr>
          <p:cNvPr id="10" name="">
            <a:extLst xmlns:a="http://schemas.openxmlformats.org/drawingml/2006/main">
              <a:ext uri="{FF2B5EF4-FFF2-40B4-BE49-F238E27FC236}">
                <a16:creationId xmlns:a16="http://schemas.microsoft.com/office/drawing/2014/main" id="{A4E2B37B-FB75-4C51-8068-619E663E33E3}"/>
              </a:ext>
            </a:extLst>
          </p:cNvPr>
          <p:cNvSpPr>
            <a:spLocks xmlns:a="http://schemas.openxmlformats.org/drawingml/2006/main" noGrp="1"/>
          </p:cNvSpPr>
          <p:nvPr/>
        </p:nvSpPr>
        <p:spPr>
          <a:xfrm xmlns:a="http://schemas.openxmlformats.org/drawingml/2006/main">
            <a:off x="3133725" y="3695700"/>
            <a:ext cx="0" cy="1619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1" name="">
            <a:extLst xmlns:a="http://schemas.openxmlformats.org/drawingml/2006/main">
              <a:ext uri="{FF2B5EF4-FFF2-40B4-BE49-F238E27FC236}">
                <a16:creationId xmlns:a16="http://schemas.microsoft.com/office/drawing/2014/main" id="{34814347-2BC2-498B-A812-1F779EBC9196}"/>
              </a:ext>
            </a:extLst>
          </p:cNvPr>
          <p:cNvSpPr>
            <a:spLocks xmlns:a="http://schemas.openxmlformats.org/drawingml/2006/main" noGrp="1"/>
          </p:cNvSpPr>
          <p:nvPr/>
        </p:nvSpPr>
        <p:spPr>
          <a:xfrm xmlns:a="http://schemas.openxmlformats.org/drawingml/2006/main">
            <a:off x="609600" y="3857625"/>
            <a:ext cx="5048250" cy="523875"/>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2" name="FFN">
            <a:extLst xmlns:a="http://schemas.openxmlformats.org/drawingml/2006/main">
              <a:ext uri="{FF2B5EF4-FFF2-40B4-BE49-F238E27FC236}">
                <a16:creationId xmlns:a16="http://schemas.microsoft.com/office/drawing/2014/main" id="{F81DCA15-39F6-463F-BD83-B53AB4BF3CD8}"/>
              </a:ext>
            </a:extLst>
          </p:cNvPr>
          <p:cNvSpPr>
            <a:spLocks xmlns:a="http://schemas.openxmlformats.org/drawingml/2006/main" noGrp="1"/>
          </p:cNvSpPr>
          <p:nvPr/>
        </p:nvSpPr>
        <p:spPr>
          <a:xfrm xmlns:a="http://schemas.openxmlformats.org/drawingml/2006/main">
            <a:off x="762000" y="392430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xmlns:a="http://schemas.openxmlformats.org/drawingml/2006/main">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FFN</a:t>
            </a:r>
          </a:p>
        </p:txBody>
      </p:sp>
      <p:sp>
        <p:nvSpPr>
          <p:cNvPr id="13" name="">
            <a:extLst xmlns:a="http://schemas.openxmlformats.org/drawingml/2006/main">
              <a:ext uri="{FF2B5EF4-FFF2-40B4-BE49-F238E27FC236}">
                <a16:creationId xmlns:a16="http://schemas.microsoft.com/office/drawing/2014/main" id="{4449C66B-2517-4DD9-856B-B689677CADC3}"/>
              </a:ext>
            </a:extLst>
          </p:cNvPr>
          <p:cNvSpPr>
            <a:spLocks xmlns:a="http://schemas.openxmlformats.org/drawingml/2006/main" noGrp="1"/>
          </p:cNvSpPr>
          <p:nvPr/>
        </p:nvSpPr>
        <p:spPr>
          <a:xfrm xmlns:a="http://schemas.openxmlformats.org/drawingml/2006/main">
            <a:off x="3133725" y="4381500"/>
            <a:ext cx="0" cy="1619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4" name="입력 문맥 표현">
            <a:extLst xmlns:a="http://schemas.openxmlformats.org/drawingml/2006/main">
              <a:ext uri="{FF2B5EF4-FFF2-40B4-BE49-F238E27FC236}">
                <a16:creationId xmlns:a16="http://schemas.microsoft.com/office/drawing/2014/main" id="{6A65F36E-8282-4573-AAB9-A833069989DA}"/>
              </a:ext>
            </a:extLst>
          </p:cNvPr>
          <p:cNvSpPr>
            <a:spLocks xmlns:a="http://schemas.openxmlformats.org/drawingml/2006/main" noGrp="1"/>
          </p:cNvSpPr>
          <p:nvPr/>
        </p:nvSpPr>
        <p:spPr>
          <a:xfrm xmlns:a="http://schemas.openxmlformats.org/drawingml/2006/main">
            <a:off x="762000" y="4610100"/>
            <a:ext cx="47434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17262C"/>
                </a:solidFill>
                <a:latin typeface="Noto Sans KR"/>
                <a:ea typeface="Noto Sans KR"/>
                <a:cs typeface="Noto Sans KR"/>
              </a:defRPr>
            </a:defPPr>
            <a:lvl1pPr algn="l">
              <a:defRPr sz="2025" b="0">
                <a:solidFill>
                  <a:srgbClr val="17262C"/>
                </a:solidFill>
                <a:latin typeface="Noto Sans KR"/>
                <a:ea typeface="Noto Sans KR"/>
                <a:cs typeface="Noto Sans KR"/>
              </a:defRPr>
            </a:lvl1pPr>
            <a:lvl2pPr algn="l">
              <a:defRPr sz="2025" b="0">
                <a:solidFill>
                  <a:srgbClr val="17262C"/>
                </a:solidFill>
                <a:latin typeface="Noto Sans KR"/>
                <a:ea typeface="Noto Sans KR"/>
                <a:cs typeface="Noto Sans KR"/>
              </a:defRPr>
            </a:lvl2pPr>
            <a:lvl3pPr algn="l">
              <a:defRPr sz="2025" b="0">
                <a:solidFill>
                  <a:srgbClr val="17262C"/>
                </a:solidFill>
                <a:latin typeface="Noto Sans KR"/>
                <a:ea typeface="Noto Sans KR"/>
                <a:cs typeface="Noto Sans KR"/>
              </a:defRPr>
            </a:lvl3pPr>
            <a:lvl4pPr algn="l">
              <a:defRPr sz="2025" b="0">
                <a:solidFill>
                  <a:srgbClr val="17262C"/>
                </a:solidFill>
                <a:latin typeface="Noto Sans KR"/>
                <a:ea typeface="Noto Sans KR"/>
                <a:cs typeface="Noto Sans KR"/>
              </a:defRPr>
            </a:lvl4pPr>
            <a:lvl5pPr algn="l">
              <a:defRPr sz="2025" b="0">
                <a:solidFill>
                  <a:srgbClr val="17262C"/>
                </a:solidFill>
                <a:latin typeface="Noto Sans KR"/>
                <a:ea typeface="Noto Sans KR"/>
                <a:cs typeface="Noto Sans KR"/>
              </a:defRPr>
            </a:lvl5pPr>
            <a:lvl6pPr algn="l">
              <a:defRPr sz="2025" b="0">
                <a:solidFill>
                  <a:srgbClr val="17262C"/>
                </a:solidFill>
                <a:latin typeface="Noto Sans KR"/>
                <a:ea typeface="Noto Sans KR"/>
                <a:cs typeface="Noto Sans KR"/>
              </a:defRPr>
            </a:lvl6pPr>
            <a:lvl7pPr algn="l">
              <a:defRPr sz="2025" b="0">
                <a:solidFill>
                  <a:srgbClr val="17262C"/>
                </a:solidFill>
                <a:latin typeface="Noto Sans KR"/>
                <a:ea typeface="Noto Sans KR"/>
                <a:cs typeface="Noto Sans KR"/>
              </a:defRPr>
            </a:lvl7pPr>
            <a:lvl8pPr algn="l">
              <a:defRPr sz="2025" b="0">
                <a:solidFill>
                  <a:srgbClr val="17262C"/>
                </a:solidFill>
                <a:latin typeface="Noto Sans KR"/>
                <a:ea typeface="Noto Sans KR"/>
                <a:cs typeface="Noto Sans KR"/>
              </a:defRPr>
            </a:lvl8pPr>
            <a:lvl9pPr algn="l">
              <a:defRPr sz="2025" b="0">
                <a:solidFill>
                  <a:srgbClr val="17262C"/>
                </a:solidFill>
                <a:latin typeface="Noto Sans KR"/>
                <a:ea typeface="Noto Sans KR"/>
                <a:cs typeface="Noto Sans KR"/>
              </a:defRPr>
            </a:lvl9pPr>
          </a:lstStyle>
          <a:p xmlns:a="http://schemas.openxmlformats.org/drawingml/2006/main">
            <a:pPr algn="l">
              <a:defRPr sz="2025" b="0">
                <a:solidFill>
                  <a:srgbClr val="17262C"/>
                </a:solidFill>
                <a:latin typeface="Noto Sans KR"/>
                <a:ea typeface="Noto Sans KR"/>
                <a:cs typeface="Noto Sans KR"/>
              </a:defRPr>
            </a:pPr>
            <a:r>
              <a:rPr sz="2025" b="0">
                <a:solidFill>
                  <a:srgbClr val="17262C"/>
                </a:solidFill>
                <a:latin typeface="Noto Sans KR"/>
                <a:ea typeface="Noto Sans KR"/>
                <a:cs typeface="Noto Sans KR"/>
              </a:rPr>
              <a:t>입력 문맥 표현</a:t>
            </a:r>
          </a:p>
        </p:txBody>
      </p:sp>
      <p:sp>
        <p:nvSpPr>
          <p:cNvPr id="15" name="이전 출력 임베딩 + 위치 정보">
            <a:extLst xmlns:a="http://schemas.openxmlformats.org/drawingml/2006/main">
              <a:ext uri="{FF2B5EF4-FFF2-40B4-BE49-F238E27FC236}">
                <a16:creationId xmlns:a16="http://schemas.microsoft.com/office/drawing/2014/main" id="{58069D12-61E4-414D-8CE1-E4D2A7657320}"/>
              </a:ext>
            </a:extLst>
          </p:cNvPr>
          <p:cNvSpPr>
            <a:spLocks xmlns:a="http://schemas.openxmlformats.org/drawingml/2006/main" noGrp="1"/>
          </p:cNvSpPr>
          <p:nvPr/>
        </p:nvSpPr>
        <p:spPr>
          <a:xfrm xmlns:a="http://schemas.openxmlformats.org/drawingml/2006/main">
            <a:off x="6858000" y="25241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7262C"/>
                </a:solidFill>
                <a:latin typeface="Noto Sans KR"/>
                <a:ea typeface="Noto Sans KR"/>
                <a:cs typeface="Noto Sans KR"/>
              </a:defRPr>
            </a:defPPr>
            <a:lvl1pPr algn="l">
              <a:defRPr sz="1650" b="0">
                <a:solidFill>
                  <a:srgbClr val="17262C"/>
                </a:solidFill>
                <a:latin typeface="Noto Sans KR"/>
                <a:ea typeface="Noto Sans KR"/>
                <a:cs typeface="Noto Sans KR"/>
              </a:defRPr>
            </a:lvl1pPr>
            <a:lvl2pPr algn="l">
              <a:defRPr sz="1650" b="0">
                <a:solidFill>
                  <a:srgbClr val="17262C"/>
                </a:solidFill>
                <a:latin typeface="Noto Sans KR"/>
                <a:ea typeface="Noto Sans KR"/>
                <a:cs typeface="Noto Sans KR"/>
              </a:defRPr>
            </a:lvl2pPr>
            <a:lvl3pPr algn="l">
              <a:defRPr sz="1650" b="0">
                <a:solidFill>
                  <a:srgbClr val="17262C"/>
                </a:solidFill>
                <a:latin typeface="Noto Sans KR"/>
                <a:ea typeface="Noto Sans KR"/>
                <a:cs typeface="Noto Sans KR"/>
              </a:defRPr>
            </a:lvl3pPr>
            <a:lvl4pPr algn="l">
              <a:defRPr sz="1650" b="0">
                <a:solidFill>
                  <a:srgbClr val="17262C"/>
                </a:solidFill>
                <a:latin typeface="Noto Sans KR"/>
                <a:ea typeface="Noto Sans KR"/>
                <a:cs typeface="Noto Sans KR"/>
              </a:defRPr>
            </a:lvl4pPr>
            <a:lvl5pPr algn="l">
              <a:defRPr sz="1650" b="0">
                <a:solidFill>
                  <a:srgbClr val="17262C"/>
                </a:solidFill>
                <a:latin typeface="Noto Sans KR"/>
                <a:ea typeface="Noto Sans KR"/>
                <a:cs typeface="Noto Sans KR"/>
              </a:defRPr>
            </a:lvl5pPr>
            <a:lvl6pPr algn="l">
              <a:defRPr sz="1650" b="0">
                <a:solidFill>
                  <a:srgbClr val="17262C"/>
                </a:solidFill>
                <a:latin typeface="Noto Sans KR"/>
                <a:ea typeface="Noto Sans KR"/>
                <a:cs typeface="Noto Sans KR"/>
              </a:defRPr>
            </a:lvl6pPr>
            <a:lvl7pPr algn="l">
              <a:defRPr sz="1650" b="0">
                <a:solidFill>
                  <a:srgbClr val="17262C"/>
                </a:solidFill>
                <a:latin typeface="Noto Sans KR"/>
                <a:ea typeface="Noto Sans KR"/>
                <a:cs typeface="Noto Sans KR"/>
              </a:defRPr>
            </a:lvl7pPr>
            <a:lvl8pPr algn="l">
              <a:defRPr sz="1650" b="0">
                <a:solidFill>
                  <a:srgbClr val="17262C"/>
                </a:solidFill>
                <a:latin typeface="Noto Sans KR"/>
                <a:ea typeface="Noto Sans KR"/>
                <a:cs typeface="Noto Sans KR"/>
              </a:defRPr>
            </a:lvl8pPr>
            <a:lvl9pPr algn="l">
              <a:defRPr sz="1650" b="0">
                <a:solidFill>
                  <a:srgbClr val="17262C"/>
                </a:solidFill>
                <a:latin typeface="Noto Sans KR"/>
                <a:ea typeface="Noto Sans KR"/>
                <a:cs typeface="Noto Sans KR"/>
              </a:defRPr>
            </a:lvl9pPr>
          </a:lstStyle>
          <a:p xmlns:a="http://schemas.openxmlformats.org/drawingml/2006/main">
            <a:pPr algn="l">
              <a:defRPr sz="1650" b="0">
                <a:solidFill>
                  <a:srgbClr val="17262C"/>
                </a:solidFill>
                <a:latin typeface="Noto Sans KR"/>
                <a:ea typeface="Noto Sans KR"/>
                <a:cs typeface="Noto Sans KR"/>
              </a:defRPr>
            </a:pPr>
            <a:r>
              <a:rPr sz="1650" b="0">
                <a:solidFill>
                  <a:srgbClr val="17262C"/>
                </a:solidFill>
                <a:latin typeface="Noto Sans KR"/>
                <a:ea typeface="Noto Sans KR"/>
                <a:cs typeface="Noto Sans KR"/>
              </a:rPr>
              <a:t>이전 출력 임베딩 + 위치 정보</a:t>
            </a:r>
          </a:p>
        </p:txBody>
      </p:sp>
      <p:sp>
        <p:nvSpPr>
          <p:cNvPr id="16" name="">
            <a:extLst xmlns:a="http://schemas.openxmlformats.org/drawingml/2006/main">
              <a:ext uri="{FF2B5EF4-FFF2-40B4-BE49-F238E27FC236}">
                <a16:creationId xmlns:a16="http://schemas.microsoft.com/office/drawing/2014/main" id="{4AF40D99-EC4E-4935-808B-4230570D987D}"/>
              </a:ext>
            </a:extLst>
          </p:cNvPr>
          <p:cNvSpPr>
            <a:spLocks xmlns:a="http://schemas.openxmlformats.org/drawingml/2006/main" noGrp="1"/>
          </p:cNvSpPr>
          <p:nvPr/>
        </p:nvSpPr>
        <p:spPr>
          <a:xfrm xmlns:a="http://schemas.openxmlformats.org/drawingml/2006/main">
            <a:off x="9144000" y="2943225"/>
            <a:ext cx="0" cy="1143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7" name="">
            <a:extLst xmlns:a="http://schemas.openxmlformats.org/drawingml/2006/main">
              <a:ext uri="{FF2B5EF4-FFF2-40B4-BE49-F238E27FC236}">
                <a16:creationId xmlns:a16="http://schemas.microsoft.com/office/drawing/2014/main" id="{2C8F0318-DCD4-49C2-921A-AEDAEA30306D}"/>
              </a:ext>
            </a:extLst>
          </p:cNvPr>
          <p:cNvSpPr>
            <a:spLocks xmlns:a="http://schemas.openxmlformats.org/drawingml/2006/main" noGrp="1"/>
          </p:cNvSpPr>
          <p:nvPr/>
        </p:nvSpPr>
        <p:spPr>
          <a:xfrm xmlns:a="http://schemas.openxmlformats.org/drawingml/2006/main">
            <a:off x="6705600" y="3057525"/>
            <a:ext cx="4876800" cy="4572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18" name="Masked self-attention">
            <a:extLst xmlns:a="http://schemas.openxmlformats.org/drawingml/2006/main">
              <a:ext uri="{FF2B5EF4-FFF2-40B4-BE49-F238E27FC236}">
                <a16:creationId xmlns:a16="http://schemas.microsoft.com/office/drawing/2014/main" id="{FD2C1AA0-620C-494C-A350-8A9F11BAE043}"/>
              </a:ext>
            </a:extLst>
          </p:cNvPr>
          <p:cNvSpPr>
            <a:spLocks xmlns:a="http://schemas.openxmlformats.org/drawingml/2006/main" noGrp="1"/>
          </p:cNvSpPr>
          <p:nvPr/>
        </p:nvSpPr>
        <p:spPr>
          <a:xfrm xmlns:a="http://schemas.openxmlformats.org/drawingml/2006/main">
            <a:off x="6858000" y="3095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xmlns:a="http://schemas.openxmlformats.org/drawingml/2006/main">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Masked self-attention</a:t>
            </a:r>
          </a:p>
        </p:txBody>
      </p:sp>
      <p:sp>
        <p:nvSpPr>
          <p:cNvPr id="19" name="">
            <a:extLst xmlns:a="http://schemas.openxmlformats.org/drawingml/2006/main">
              <a:ext uri="{FF2B5EF4-FFF2-40B4-BE49-F238E27FC236}">
                <a16:creationId xmlns:a16="http://schemas.microsoft.com/office/drawing/2014/main" id="{9DC935DA-CF27-44F3-BFB3-39B296918BB3}"/>
              </a:ext>
            </a:extLst>
          </p:cNvPr>
          <p:cNvSpPr>
            <a:spLocks xmlns:a="http://schemas.openxmlformats.org/drawingml/2006/main" noGrp="1"/>
          </p:cNvSpPr>
          <p:nvPr/>
        </p:nvSpPr>
        <p:spPr>
          <a:xfrm xmlns:a="http://schemas.openxmlformats.org/drawingml/2006/main">
            <a:off x="9144000" y="3514725"/>
            <a:ext cx="0" cy="1143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0" name="">
            <a:extLst xmlns:a="http://schemas.openxmlformats.org/drawingml/2006/main">
              <a:ext uri="{FF2B5EF4-FFF2-40B4-BE49-F238E27FC236}">
                <a16:creationId xmlns:a16="http://schemas.microsoft.com/office/drawing/2014/main" id="{C0E1338A-2E27-4CFB-9743-6F5305584DE2}"/>
              </a:ext>
            </a:extLst>
          </p:cNvPr>
          <p:cNvSpPr>
            <a:spLocks xmlns:a="http://schemas.openxmlformats.org/drawingml/2006/main" noGrp="1"/>
          </p:cNvSpPr>
          <p:nvPr/>
        </p:nvSpPr>
        <p:spPr>
          <a:xfrm xmlns:a="http://schemas.openxmlformats.org/drawingml/2006/main">
            <a:off x="6705600" y="3629025"/>
            <a:ext cx="4876800" cy="4572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21" name="Encoder-decoder attention">
            <a:extLst xmlns:a="http://schemas.openxmlformats.org/drawingml/2006/main">
              <a:ext uri="{FF2B5EF4-FFF2-40B4-BE49-F238E27FC236}">
                <a16:creationId xmlns:a16="http://schemas.microsoft.com/office/drawing/2014/main" id="{0357350F-D71D-41F8-B1B8-C762D46399E2}"/>
              </a:ext>
            </a:extLst>
          </p:cNvPr>
          <p:cNvSpPr>
            <a:spLocks xmlns:a="http://schemas.openxmlformats.org/drawingml/2006/main" noGrp="1"/>
          </p:cNvSpPr>
          <p:nvPr/>
        </p:nvSpPr>
        <p:spPr>
          <a:xfrm xmlns:a="http://schemas.openxmlformats.org/drawingml/2006/main">
            <a:off x="6858000" y="36671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xmlns:a="http://schemas.openxmlformats.org/drawingml/2006/main">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Encoder-decoder attention</a:t>
            </a:r>
          </a:p>
        </p:txBody>
      </p:sp>
      <p:sp>
        <p:nvSpPr>
          <p:cNvPr id="22" name="">
            <a:extLst xmlns:a="http://schemas.openxmlformats.org/drawingml/2006/main">
              <a:ext uri="{FF2B5EF4-FFF2-40B4-BE49-F238E27FC236}">
                <a16:creationId xmlns:a16="http://schemas.microsoft.com/office/drawing/2014/main" id="{BAB1A74A-6851-4503-B413-FDB9FC933F94}"/>
              </a:ext>
            </a:extLst>
          </p:cNvPr>
          <p:cNvSpPr>
            <a:spLocks xmlns:a="http://schemas.openxmlformats.org/drawingml/2006/main" noGrp="1"/>
          </p:cNvSpPr>
          <p:nvPr/>
        </p:nvSpPr>
        <p:spPr>
          <a:xfrm xmlns:a="http://schemas.openxmlformats.org/drawingml/2006/main">
            <a:off x="9144000" y="4086225"/>
            <a:ext cx="0" cy="1143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3" name="">
            <a:extLst xmlns:a="http://schemas.openxmlformats.org/drawingml/2006/main">
              <a:ext uri="{FF2B5EF4-FFF2-40B4-BE49-F238E27FC236}">
                <a16:creationId xmlns:a16="http://schemas.microsoft.com/office/drawing/2014/main" id="{087B53EB-7737-446D-8319-20519542CCBD}"/>
              </a:ext>
            </a:extLst>
          </p:cNvPr>
          <p:cNvSpPr>
            <a:spLocks xmlns:a="http://schemas.openxmlformats.org/drawingml/2006/main" noGrp="1"/>
          </p:cNvSpPr>
          <p:nvPr/>
        </p:nvSpPr>
        <p:spPr>
          <a:xfrm xmlns:a="http://schemas.openxmlformats.org/drawingml/2006/main">
            <a:off x="6705600" y="4200525"/>
            <a:ext cx="4876800" cy="457200"/>
          </a:xfrm>
          <a:prstGeom xmlns:a="http://schemas.openxmlformats.org/drawingml/2006/main" prst="rect">
            <a:avLst/>
          </a:prstGeom>
          <a:solidFill xmlns:a="http://schemas.openxmlformats.org/drawingml/2006/main">
            <a:srgbClr val="EFF7F4"/>
          </a:solidFill>
          <a:ln xmlns:a="http://schemas.openxmlformats.org/drawingml/2006/main" w="9525">
            <a:solidFill>
              <a:srgbClr val="B3C3C1"/>
            </a:solidFill>
          </a:ln>
        </p:spPr>
      </p:sp>
      <p:sp>
        <p:nvSpPr>
          <p:cNvPr id="24" name="FFN">
            <a:extLst xmlns:a="http://schemas.openxmlformats.org/drawingml/2006/main">
              <a:ext uri="{FF2B5EF4-FFF2-40B4-BE49-F238E27FC236}">
                <a16:creationId xmlns:a16="http://schemas.microsoft.com/office/drawing/2014/main" id="{C8A4EAAF-ED30-4029-AEB8-4A8E16B1A9DB}"/>
              </a:ext>
            </a:extLst>
          </p:cNvPr>
          <p:cNvSpPr>
            <a:spLocks xmlns:a="http://schemas.openxmlformats.org/drawingml/2006/main" noGrp="1"/>
          </p:cNvSpPr>
          <p:nvPr/>
        </p:nvSpPr>
        <p:spPr>
          <a:xfrm xmlns:a="http://schemas.openxmlformats.org/drawingml/2006/main">
            <a:off x="6858000" y="42386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1">
                <a:solidFill>
                  <a:srgbClr val="17262C"/>
                </a:solidFill>
                <a:latin typeface="Noto Sans KR"/>
                <a:ea typeface="Noto Sans KR"/>
                <a:cs typeface="Noto Sans KR"/>
              </a:defRPr>
            </a:defPPr>
            <a:lvl1pPr algn="l">
              <a:defRPr sz="1875" b="1">
                <a:solidFill>
                  <a:srgbClr val="17262C"/>
                </a:solidFill>
                <a:latin typeface="Noto Sans KR"/>
                <a:ea typeface="Noto Sans KR"/>
                <a:cs typeface="Noto Sans KR"/>
              </a:defRPr>
            </a:lvl1pPr>
            <a:lvl2pPr algn="l">
              <a:defRPr sz="1875" b="1">
                <a:solidFill>
                  <a:srgbClr val="17262C"/>
                </a:solidFill>
                <a:latin typeface="Noto Sans KR"/>
                <a:ea typeface="Noto Sans KR"/>
                <a:cs typeface="Noto Sans KR"/>
              </a:defRPr>
            </a:lvl2pPr>
            <a:lvl3pPr algn="l">
              <a:defRPr sz="1875" b="1">
                <a:solidFill>
                  <a:srgbClr val="17262C"/>
                </a:solidFill>
                <a:latin typeface="Noto Sans KR"/>
                <a:ea typeface="Noto Sans KR"/>
                <a:cs typeface="Noto Sans KR"/>
              </a:defRPr>
            </a:lvl3pPr>
            <a:lvl4pPr algn="l">
              <a:defRPr sz="1875" b="1">
                <a:solidFill>
                  <a:srgbClr val="17262C"/>
                </a:solidFill>
                <a:latin typeface="Noto Sans KR"/>
                <a:ea typeface="Noto Sans KR"/>
                <a:cs typeface="Noto Sans KR"/>
              </a:defRPr>
            </a:lvl4pPr>
            <a:lvl5pPr algn="l">
              <a:defRPr sz="1875" b="1">
                <a:solidFill>
                  <a:srgbClr val="17262C"/>
                </a:solidFill>
                <a:latin typeface="Noto Sans KR"/>
                <a:ea typeface="Noto Sans KR"/>
                <a:cs typeface="Noto Sans KR"/>
              </a:defRPr>
            </a:lvl5pPr>
            <a:lvl6pPr algn="l">
              <a:defRPr sz="1875" b="1">
                <a:solidFill>
                  <a:srgbClr val="17262C"/>
                </a:solidFill>
                <a:latin typeface="Noto Sans KR"/>
                <a:ea typeface="Noto Sans KR"/>
                <a:cs typeface="Noto Sans KR"/>
              </a:defRPr>
            </a:lvl6pPr>
            <a:lvl7pPr algn="l">
              <a:defRPr sz="1875" b="1">
                <a:solidFill>
                  <a:srgbClr val="17262C"/>
                </a:solidFill>
                <a:latin typeface="Noto Sans KR"/>
                <a:ea typeface="Noto Sans KR"/>
                <a:cs typeface="Noto Sans KR"/>
              </a:defRPr>
            </a:lvl7pPr>
            <a:lvl8pPr algn="l">
              <a:defRPr sz="1875" b="1">
                <a:solidFill>
                  <a:srgbClr val="17262C"/>
                </a:solidFill>
                <a:latin typeface="Noto Sans KR"/>
                <a:ea typeface="Noto Sans KR"/>
                <a:cs typeface="Noto Sans KR"/>
              </a:defRPr>
            </a:lvl8pPr>
            <a:lvl9pPr algn="l">
              <a:defRPr sz="1875" b="1">
                <a:solidFill>
                  <a:srgbClr val="17262C"/>
                </a:solidFill>
                <a:latin typeface="Noto Sans KR"/>
                <a:ea typeface="Noto Sans KR"/>
                <a:cs typeface="Noto Sans KR"/>
              </a:defRPr>
            </a:lvl9pPr>
          </a:lstStyle>
          <a:p xmlns:a="http://schemas.openxmlformats.org/drawingml/2006/main">
            <a:pPr algn="l">
              <a:defRPr sz="1875" b="1">
                <a:solidFill>
                  <a:srgbClr val="17262C"/>
                </a:solidFill>
                <a:latin typeface="Noto Sans KR"/>
                <a:ea typeface="Noto Sans KR"/>
                <a:cs typeface="Noto Sans KR"/>
              </a:defRPr>
            </a:pPr>
            <a:r>
              <a:rPr sz="1875" b="1">
                <a:solidFill>
                  <a:srgbClr val="17262C"/>
                </a:solidFill>
                <a:latin typeface="Noto Sans KR"/>
                <a:ea typeface="Noto Sans KR"/>
                <a:cs typeface="Noto Sans KR"/>
              </a:rPr>
              <a:t>FFN</a:t>
            </a:r>
          </a:p>
        </p:txBody>
      </p:sp>
      <p:sp>
        <p:nvSpPr>
          <p:cNvPr id="25" name="">
            <a:extLst xmlns:a="http://schemas.openxmlformats.org/drawingml/2006/main">
              <a:ext uri="{FF2B5EF4-FFF2-40B4-BE49-F238E27FC236}">
                <a16:creationId xmlns:a16="http://schemas.microsoft.com/office/drawing/2014/main" id="{60864D5E-43AF-429B-9B5F-1C822EEF11E0}"/>
              </a:ext>
            </a:extLst>
          </p:cNvPr>
          <p:cNvSpPr>
            <a:spLocks xmlns:a="http://schemas.openxmlformats.org/drawingml/2006/main" noGrp="1"/>
          </p:cNvSpPr>
          <p:nvPr/>
        </p:nvSpPr>
        <p:spPr>
          <a:xfrm xmlns:a="http://schemas.openxmlformats.org/drawingml/2006/main">
            <a:off x="9144000" y="4657725"/>
            <a:ext cx="0" cy="11430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6" name="Linear + softmax">
            <a:extLst xmlns:a="http://schemas.openxmlformats.org/drawingml/2006/main">
              <a:ext uri="{FF2B5EF4-FFF2-40B4-BE49-F238E27FC236}">
                <a16:creationId xmlns:a16="http://schemas.microsoft.com/office/drawing/2014/main" id="{6EA1AB39-488C-4A0A-86B8-3BD5558C1A9F}"/>
              </a:ext>
            </a:extLst>
          </p:cNvPr>
          <p:cNvSpPr>
            <a:spLocks xmlns:a="http://schemas.openxmlformats.org/drawingml/2006/main" noGrp="1"/>
          </p:cNvSpPr>
          <p:nvPr/>
        </p:nvSpPr>
        <p:spPr>
          <a:xfrm xmlns:a="http://schemas.openxmlformats.org/drawingml/2006/main">
            <a:off x="6858000" y="4810125"/>
            <a:ext cx="4572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875" b="0">
                <a:solidFill>
                  <a:srgbClr val="17262C"/>
                </a:solidFill>
                <a:latin typeface="Noto Sans KR"/>
                <a:ea typeface="Noto Sans KR"/>
                <a:cs typeface="Noto Sans KR"/>
              </a:defRPr>
            </a:defPPr>
            <a:lvl1pPr algn="l">
              <a:defRPr sz="1875" b="0">
                <a:solidFill>
                  <a:srgbClr val="17262C"/>
                </a:solidFill>
                <a:latin typeface="Noto Sans KR"/>
                <a:ea typeface="Noto Sans KR"/>
                <a:cs typeface="Noto Sans KR"/>
              </a:defRPr>
            </a:lvl1pPr>
            <a:lvl2pPr algn="l">
              <a:defRPr sz="1875" b="0">
                <a:solidFill>
                  <a:srgbClr val="17262C"/>
                </a:solidFill>
                <a:latin typeface="Noto Sans KR"/>
                <a:ea typeface="Noto Sans KR"/>
                <a:cs typeface="Noto Sans KR"/>
              </a:defRPr>
            </a:lvl2pPr>
            <a:lvl3pPr algn="l">
              <a:defRPr sz="1875" b="0">
                <a:solidFill>
                  <a:srgbClr val="17262C"/>
                </a:solidFill>
                <a:latin typeface="Noto Sans KR"/>
                <a:ea typeface="Noto Sans KR"/>
                <a:cs typeface="Noto Sans KR"/>
              </a:defRPr>
            </a:lvl3pPr>
            <a:lvl4pPr algn="l">
              <a:defRPr sz="1875" b="0">
                <a:solidFill>
                  <a:srgbClr val="17262C"/>
                </a:solidFill>
                <a:latin typeface="Noto Sans KR"/>
                <a:ea typeface="Noto Sans KR"/>
                <a:cs typeface="Noto Sans KR"/>
              </a:defRPr>
            </a:lvl4pPr>
            <a:lvl5pPr algn="l">
              <a:defRPr sz="1875" b="0">
                <a:solidFill>
                  <a:srgbClr val="17262C"/>
                </a:solidFill>
                <a:latin typeface="Noto Sans KR"/>
                <a:ea typeface="Noto Sans KR"/>
                <a:cs typeface="Noto Sans KR"/>
              </a:defRPr>
            </a:lvl5pPr>
            <a:lvl6pPr algn="l">
              <a:defRPr sz="1875" b="0">
                <a:solidFill>
                  <a:srgbClr val="17262C"/>
                </a:solidFill>
                <a:latin typeface="Noto Sans KR"/>
                <a:ea typeface="Noto Sans KR"/>
                <a:cs typeface="Noto Sans KR"/>
              </a:defRPr>
            </a:lvl6pPr>
            <a:lvl7pPr algn="l">
              <a:defRPr sz="1875" b="0">
                <a:solidFill>
                  <a:srgbClr val="17262C"/>
                </a:solidFill>
                <a:latin typeface="Noto Sans KR"/>
                <a:ea typeface="Noto Sans KR"/>
                <a:cs typeface="Noto Sans KR"/>
              </a:defRPr>
            </a:lvl7pPr>
            <a:lvl8pPr algn="l">
              <a:defRPr sz="1875" b="0">
                <a:solidFill>
                  <a:srgbClr val="17262C"/>
                </a:solidFill>
                <a:latin typeface="Noto Sans KR"/>
                <a:ea typeface="Noto Sans KR"/>
                <a:cs typeface="Noto Sans KR"/>
              </a:defRPr>
            </a:lvl8pPr>
            <a:lvl9pPr algn="l">
              <a:defRPr sz="1875" b="0">
                <a:solidFill>
                  <a:srgbClr val="17262C"/>
                </a:solidFill>
                <a:latin typeface="Noto Sans KR"/>
                <a:ea typeface="Noto Sans KR"/>
                <a:cs typeface="Noto Sans KR"/>
              </a:defRPr>
            </a:lvl9pPr>
          </a:lstStyle>
          <a:p xmlns:a="http://schemas.openxmlformats.org/drawingml/2006/main">
            <a:pPr algn="l">
              <a:defRPr sz="1875" b="0">
                <a:solidFill>
                  <a:srgbClr val="17262C"/>
                </a:solidFill>
                <a:latin typeface="Noto Sans KR"/>
                <a:ea typeface="Noto Sans KR"/>
                <a:cs typeface="Noto Sans KR"/>
              </a:defRPr>
            </a:pPr>
            <a:r>
              <a:rPr sz="1875" b="0">
                <a:solidFill>
                  <a:srgbClr val="17262C"/>
                </a:solidFill>
                <a:latin typeface="Noto Sans KR"/>
                <a:ea typeface="Noto Sans KR"/>
                <a:cs typeface="Noto Sans KR"/>
              </a:rPr>
              <a:t>Linear + softmax</a:t>
            </a:r>
          </a:p>
        </p:txBody>
      </p:sp>
      <p:sp>
        <p:nvSpPr>
          <p:cNvPr id="27" name="">
            <a:extLst xmlns:a="http://schemas.openxmlformats.org/drawingml/2006/main">
              <a:ext uri="{FF2B5EF4-FFF2-40B4-BE49-F238E27FC236}">
                <a16:creationId xmlns:a16="http://schemas.microsoft.com/office/drawing/2014/main" id="{83F982A4-FBE6-4DD4-AD43-071E8778F648}"/>
              </a:ext>
            </a:extLst>
          </p:cNvPr>
          <p:cNvSpPr>
            <a:spLocks xmlns:a="http://schemas.openxmlformats.org/drawingml/2006/main" noGrp="1"/>
          </p:cNvSpPr>
          <p:nvPr/>
        </p:nvSpPr>
        <p:spPr>
          <a:xfrm xmlns:a="http://schemas.openxmlformats.org/drawingml/2006/main">
            <a:off x="5657850" y="4800600"/>
            <a:ext cx="5715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8" name="">
            <a:extLst xmlns:a="http://schemas.openxmlformats.org/drawingml/2006/main">
              <a:ext uri="{FF2B5EF4-FFF2-40B4-BE49-F238E27FC236}">
                <a16:creationId xmlns:a16="http://schemas.microsoft.com/office/drawing/2014/main" id="{6AA7CEA3-7E37-405A-AD80-730DE184EEEC}"/>
              </a:ext>
            </a:extLst>
          </p:cNvPr>
          <p:cNvSpPr>
            <a:spLocks xmlns:a="http://schemas.openxmlformats.org/drawingml/2006/main" noGrp="1"/>
          </p:cNvSpPr>
          <p:nvPr/>
        </p:nvSpPr>
        <p:spPr>
          <a:xfrm xmlns:a="http://schemas.openxmlformats.org/drawingml/2006/main">
            <a:off x="6229350" y="3857625"/>
            <a:ext cx="0" cy="94297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29" name="">
            <a:extLst xmlns:a="http://schemas.openxmlformats.org/drawingml/2006/main">
              <a:ext uri="{FF2B5EF4-FFF2-40B4-BE49-F238E27FC236}">
                <a16:creationId xmlns:a16="http://schemas.microsoft.com/office/drawing/2014/main" id="{831E2655-5AC9-45F4-BF74-A061A80B7D73}"/>
              </a:ext>
            </a:extLst>
          </p:cNvPr>
          <p:cNvSpPr>
            <a:spLocks xmlns:a="http://schemas.openxmlformats.org/drawingml/2006/main" noGrp="1"/>
          </p:cNvSpPr>
          <p:nvPr/>
        </p:nvSpPr>
        <p:spPr>
          <a:xfrm xmlns:a="http://schemas.openxmlformats.org/drawingml/2006/main">
            <a:off x="6229350" y="3857625"/>
            <a:ext cx="4762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30" name="K, V">
            <a:extLst xmlns:a="http://schemas.openxmlformats.org/drawingml/2006/main">
              <a:ext uri="{FF2B5EF4-FFF2-40B4-BE49-F238E27FC236}">
                <a16:creationId xmlns:a16="http://schemas.microsoft.com/office/drawing/2014/main" id="{B3172CDE-1C34-4428-9B02-39234DFD5032}"/>
              </a:ext>
            </a:extLst>
          </p:cNvPr>
          <p:cNvSpPr>
            <a:spLocks xmlns:a="http://schemas.openxmlformats.org/drawingml/2006/main" noGrp="1"/>
          </p:cNvSpPr>
          <p:nvPr/>
        </p:nvSpPr>
        <p:spPr>
          <a:xfrm xmlns:a="http://schemas.openxmlformats.org/drawingml/2006/main">
            <a:off x="5800725" y="4886325"/>
            <a:ext cx="762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1350" b="0">
                <a:solidFill>
                  <a:srgbClr val="657578"/>
                </a:solidFill>
                <a:latin typeface="Noto Sans KR"/>
                <a:ea typeface="Noto Sans KR"/>
                <a:cs typeface="Noto Sans KR"/>
              </a:defRPr>
            </a:defPPr>
            <a:lvl1pPr algn="ctr">
              <a:defRPr sz="1350" b="0">
                <a:solidFill>
                  <a:srgbClr val="657578"/>
                </a:solidFill>
                <a:latin typeface="Noto Sans KR"/>
                <a:ea typeface="Noto Sans KR"/>
                <a:cs typeface="Noto Sans KR"/>
              </a:defRPr>
            </a:lvl1pPr>
            <a:lvl2pPr algn="ctr">
              <a:defRPr sz="1350" b="0">
                <a:solidFill>
                  <a:srgbClr val="657578"/>
                </a:solidFill>
                <a:latin typeface="Noto Sans KR"/>
                <a:ea typeface="Noto Sans KR"/>
                <a:cs typeface="Noto Sans KR"/>
              </a:defRPr>
            </a:lvl2pPr>
            <a:lvl3pPr algn="ctr">
              <a:defRPr sz="1350" b="0">
                <a:solidFill>
                  <a:srgbClr val="657578"/>
                </a:solidFill>
                <a:latin typeface="Noto Sans KR"/>
                <a:ea typeface="Noto Sans KR"/>
                <a:cs typeface="Noto Sans KR"/>
              </a:defRPr>
            </a:lvl3pPr>
            <a:lvl4pPr algn="ctr">
              <a:defRPr sz="1350" b="0">
                <a:solidFill>
                  <a:srgbClr val="657578"/>
                </a:solidFill>
                <a:latin typeface="Noto Sans KR"/>
                <a:ea typeface="Noto Sans KR"/>
                <a:cs typeface="Noto Sans KR"/>
              </a:defRPr>
            </a:lvl4pPr>
            <a:lvl5pPr algn="ctr">
              <a:defRPr sz="1350" b="0">
                <a:solidFill>
                  <a:srgbClr val="657578"/>
                </a:solidFill>
                <a:latin typeface="Noto Sans KR"/>
                <a:ea typeface="Noto Sans KR"/>
                <a:cs typeface="Noto Sans KR"/>
              </a:defRPr>
            </a:lvl5pPr>
            <a:lvl6pPr algn="ctr">
              <a:defRPr sz="1350" b="0">
                <a:solidFill>
                  <a:srgbClr val="657578"/>
                </a:solidFill>
                <a:latin typeface="Noto Sans KR"/>
                <a:ea typeface="Noto Sans KR"/>
                <a:cs typeface="Noto Sans KR"/>
              </a:defRPr>
            </a:lvl6pPr>
            <a:lvl7pPr algn="ctr">
              <a:defRPr sz="1350" b="0">
                <a:solidFill>
                  <a:srgbClr val="657578"/>
                </a:solidFill>
                <a:latin typeface="Noto Sans KR"/>
                <a:ea typeface="Noto Sans KR"/>
                <a:cs typeface="Noto Sans KR"/>
              </a:defRPr>
            </a:lvl7pPr>
            <a:lvl8pPr algn="ctr">
              <a:defRPr sz="1350" b="0">
                <a:solidFill>
                  <a:srgbClr val="657578"/>
                </a:solidFill>
                <a:latin typeface="Noto Sans KR"/>
                <a:ea typeface="Noto Sans KR"/>
                <a:cs typeface="Noto Sans KR"/>
              </a:defRPr>
            </a:lvl8pPr>
            <a:lvl9pPr algn="ctr">
              <a:defRPr sz="1350" b="0">
                <a:solidFill>
                  <a:srgbClr val="657578"/>
                </a:solidFill>
                <a:latin typeface="Noto Sans KR"/>
                <a:ea typeface="Noto Sans KR"/>
                <a:cs typeface="Noto Sans KR"/>
              </a:defRPr>
            </a:lvl9pPr>
          </a:lstStyle>
          <a:p xmlns:a="http://schemas.openxmlformats.org/drawingml/2006/main">
            <a:pPr algn="ct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K, V</a:t>
            </a:r>
          </a:p>
        </p:txBody>
      </p:sp>
      <p:sp>
        <p:nvSpPr>
          <p:cNvPr id="31" name="Self-attention + FFN 층을 6번 반복">
            <a:extLst xmlns:a="http://schemas.openxmlformats.org/drawingml/2006/main">
              <a:ext uri="{FF2B5EF4-FFF2-40B4-BE49-F238E27FC236}">
                <a16:creationId xmlns:a16="http://schemas.microsoft.com/office/drawing/2014/main" id="{45362DF1-644C-4151-8369-FA9AD5DB125A}"/>
              </a:ext>
            </a:extLst>
          </p:cNvPr>
          <p:cNvSpPr>
            <a:spLocks xmlns:a="http://schemas.openxmlformats.org/drawingml/2006/main" noGrp="1"/>
          </p:cNvSpPr>
          <p:nvPr/>
        </p:nvSpPr>
        <p:spPr>
          <a:xfrm xmlns:a="http://schemas.openxmlformats.org/drawingml/2006/main">
            <a:off x="609600" y="5505450"/>
            <a:ext cx="5048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7262C"/>
                </a:solidFill>
                <a:latin typeface="Noto Sans KR"/>
                <a:ea typeface="Noto Sans KR"/>
                <a:cs typeface="Noto Sans KR"/>
              </a:defRPr>
            </a:defPPr>
            <a:lvl1pPr algn="l">
              <a:defRPr sz="1650" b="0">
                <a:solidFill>
                  <a:srgbClr val="17262C"/>
                </a:solidFill>
                <a:latin typeface="Noto Sans KR"/>
                <a:ea typeface="Noto Sans KR"/>
                <a:cs typeface="Noto Sans KR"/>
              </a:defRPr>
            </a:lvl1pPr>
            <a:lvl2pPr algn="l">
              <a:defRPr sz="1650" b="0">
                <a:solidFill>
                  <a:srgbClr val="17262C"/>
                </a:solidFill>
                <a:latin typeface="Noto Sans KR"/>
                <a:ea typeface="Noto Sans KR"/>
                <a:cs typeface="Noto Sans KR"/>
              </a:defRPr>
            </a:lvl2pPr>
            <a:lvl3pPr algn="l">
              <a:defRPr sz="1650" b="0">
                <a:solidFill>
                  <a:srgbClr val="17262C"/>
                </a:solidFill>
                <a:latin typeface="Noto Sans KR"/>
                <a:ea typeface="Noto Sans KR"/>
                <a:cs typeface="Noto Sans KR"/>
              </a:defRPr>
            </a:lvl3pPr>
            <a:lvl4pPr algn="l">
              <a:defRPr sz="1650" b="0">
                <a:solidFill>
                  <a:srgbClr val="17262C"/>
                </a:solidFill>
                <a:latin typeface="Noto Sans KR"/>
                <a:ea typeface="Noto Sans KR"/>
                <a:cs typeface="Noto Sans KR"/>
              </a:defRPr>
            </a:lvl4pPr>
            <a:lvl5pPr algn="l">
              <a:defRPr sz="1650" b="0">
                <a:solidFill>
                  <a:srgbClr val="17262C"/>
                </a:solidFill>
                <a:latin typeface="Noto Sans KR"/>
                <a:ea typeface="Noto Sans KR"/>
                <a:cs typeface="Noto Sans KR"/>
              </a:defRPr>
            </a:lvl5pPr>
            <a:lvl6pPr algn="l">
              <a:defRPr sz="1650" b="0">
                <a:solidFill>
                  <a:srgbClr val="17262C"/>
                </a:solidFill>
                <a:latin typeface="Noto Sans KR"/>
                <a:ea typeface="Noto Sans KR"/>
                <a:cs typeface="Noto Sans KR"/>
              </a:defRPr>
            </a:lvl6pPr>
            <a:lvl7pPr algn="l">
              <a:defRPr sz="1650" b="0">
                <a:solidFill>
                  <a:srgbClr val="17262C"/>
                </a:solidFill>
                <a:latin typeface="Noto Sans KR"/>
                <a:ea typeface="Noto Sans KR"/>
                <a:cs typeface="Noto Sans KR"/>
              </a:defRPr>
            </a:lvl7pPr>
            <a:lvl8pPr algn="l">
              <a:defRPr sz="1650" b="0">
                <a:solidFill>
                  <a:srgbClr val="17262C"/>
                </a:solidFill>
                <a:latin typeface="Noto Sans KR"/>
                <a:ea typeface="Noto Sans KR"/>
                <a:cs typeface="Noto Sans KR"/>
              </a:defRPr>
            </a:lvl8pPr>
            <a:lvl9pPr algn="l">
              <a:defRPr sz="1650" b="0">
                <a:solidFill>
                  <a:srgbClr val="17262C"/>
                </a:solidFill>
                <a:latin typeface="Noto Sans KR"/>
                <a:ea typeface="Noto Sans KR"/>
                <a:cs typeface="Noto Sans KR"/>
              </a:defRPr>
            </a:lvl9pPr>
          </a:lstStyle>
          <a:p xmlns:a="http://schemas.openxmlformats.org/drawingml/2006/main">
            <a:pPr algn="l">
              <a:defRPr sz="1650" b="0">
                <a:solidFill>
                  <a:srgbClr val="17262C"/>
                </a:solidFill>
                <a:latin typeface="Noto Sans KR"/>
                <a:ea typeface="Noto Sans KR"/>
                <a:cs typeface="Noto Sans KR"/>
              </a:defRPr>
            </a:pPr>
            <a:r>
              <a:rPr sz="1650" b="0">
                <a:solidFill>
                  <a:srgbClr val="17262C"/>
                </a:solidFill>
                <a:latin typeface="Noto Sans KR"/>
                <a:ea typeface="Noto Sans KR"/>
                <a:cs typeface="Noto Sans KR"/>
              </a:rPr>
              <a:t>Self-attention + FFN 층을 6번 반복</a:t>
            </a:r>
          </a:p>
        </p:txBody>
      </p:sp>
      <p:sp>
        <p:nvSpPr>
          <p:cNvPr id="32" name="Attention + FFN 층을 6번 반복">
            <a:extLst xmlns:a="http://schemas.openxmlformats.org/drawingml/2006/main">
              <a:ext uri="{FF2B5EF4-FFF2-40B4-BE49-F238E27FC236}">
                <a16:creationId xmlns:a16="http://schemas.microsoft.com/office/drawing/2014/main" id="{E37BCFEB-83EC-4E32-8496-294BE10EA115}"/>
              </a:ext>
            </a:extLst>
          </p:cNvPr>
          <p:cNvSpPr>
            <a:spLocks xmlns:a="http://schemas.openxmlformats.org/drawingml/2006/main" noGrp="1"/>
          </p:cNvSpPr>
          <p:nvPr/>
        </p:nvSpPr>
        <p:spPr>
          <a:xfrm xmlns:a="http://schemas.openxmlformats.org/drawingml/2006/main">
            <a:off x="6705600" y="5505450"/>
            <a:ext cx="48768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650" b="0">
                <a:solidFill>
                  <a:srgbClr val="17262C"/>
                </a:solidFill>
                <a:latin typeface="Noto Sans KR"/>
                <a:ea typeface="Noto Sans KR"/>
                <a:cs typeface="Noto Sans KR"/>
              </a:defRPr>
            </a:defPPr>
            <a:lvl1pPr algn="l">
              <a:defRPr sz="1650" b="0">
                <a:solidFill>
                  <a:srgbClr val="17262C"/>
                </a:solidFill>
                <a:latin typeface="Noto Sans KR"/>
                <a:ea typeface="Noto Sans KR"/>
                <a:cs typeface="Noto Sans KR"/>
              </a:defRPr>
            </a:lvl1pPr>
            <a:lvl2pPr algn="l">
              <a:defRPr sz="1650" b="0">
                <a:solidFill>
                  <a:srgbClr val="17262C"/>
                </a:solidFill>
                <a:latin typeface="Noto Sans KR"/>
                <a:ea typeface="Noto Sans KR"/>
                <a:cs typeface="Noto Sans KR"/>
              </a:defRPr>
            </a:lvl2pPr>
            <a:lvl3pPr algn="l">
              <a:defRPr sz="1650" b="0">
                <a:solidFill>
                  <a:srgbClr val="17262C"/>
                </a:solidFill>
                <a:latin typeface="Noto Sans KR"/>
                <a:ea typeface="Noto Sans KR"/>
                <a:cs typeface="Noto Sans KR"/>
              </a:defRPr>
            </a:lvl3pPr>
            <a:lvl4pPr algn="l">
              <a:defRPr sz="1650" b="0">
                <a:solidFill>
                  <a:srgbClr val="17262C"/>
                </a:solidFill>
                <a:latin typeface="Noto Sans KR"/>
                <a:ea typeface="Noto Sans KR"/>
                <a:cs typeface="Noto Sans KR"/>
              </a:defRPr>
            </a:lvl4pPr>
            <a:lvl5pPr algn="l">
              <a:defRPr sz="1650" b="0">
                <a:solidFill>
                  <a:srgbClr val="17262C"/>
                </a:solidFill>
                <a:latin typeface="Noto Sans KR"/>
                <a:ea typeface="Noto Sans KR"/>
                <a:cs typeface="Noto Sans KR"/>
              </a:defRPr>
            </a:lvl5pPr>
            <a:lvl6pPr algn="l">
              <a:defRPr sz="1650" b="0">
                <a:solidFill>
                  <a:srgbClr val="17262C"/>
                </a:solidFill>
                <a:latin typeface="Noto Sans KR"/>
                <a:ea typeface="Noto Sans KR"/>
                <a:cs typeface="Noto Sans KR"/>
              </a:defRPr>
            </a:lvl6pPr>
            <a:lvl7pPr algn="l">
              <a:defRPr sz="1650" b="0">
                <a:solidFill>
                  <a:srgbClr val="17262C"/>
                </a:solidFill>
                <a:latin typeface="Noto Sans KR"/>
                <a:ea typeface="Noto Sans KR"/>
                <a:cs typeface="Noto Sans KR"/>
              </a:defRPr>
            </a:lvl7pPr>
            <a:lvl8pPr algn="l">
              <a:defRPr sz="1650" b="0">
                <a:solidFill>
                  <a:srgbClr val="17262C"/>
                </a:solidFill>
                <a:latin typeface="Noto Sans KR"/>
                <a:ea typeface="Noto Sans KR"/>
                <a:cs typeface="Noto Sans KR"/>
              </a:defRPr>
            </a:lvl8pPr>
            <a:lvl9pPr algn="l">
              <a:defRPr sz="1650" b="0">
                <a:solidFill>
                  <a:srgbClr val="17262C"/>
                </a:solidFill>
                <a:latin typeface="Noto Sans KR"/>
                <a:ea typeface="Noto Sans KR"/>
                <a:cs typeface="Noto Sans KR"/>
              </a:defRPr>
            </a:lvl9pPr>
          </a:lstStyle>
          <a:p xmlns:a="http://schemas.openxmlformats.org/drawingml/2006/main">
            <a:pPr algn="l">
              <a:defRPr sz="1650" b="0">
                <a:solidFill>
                  <a:srgbClr val="17262C"/>
                </a:solidFill>
                <a:latin typeface="Noto Sans KR"/>
                <a:ea typeface="Noto Sans KR"/>
                <a:cs typeface="Noto Sans KR"/>
              </a:defRPr>
            </a:pPr>
            <a:r>
              <a:rPr sz="1650" b="0">
                <a:solidFill>
                  <a:srgbClr val="17262C"/>
                </a:solidFill>
                <a:latin typeface="Noto Sans KR"/>
                <a:ea typeface="Noto Sans KR"/>
                <a:cs typeface="Noto Sans KR"/>
              </a:rPr>
              <a:t>Attention + FFN 층을 6번 반복</a:t>
            </a:r>
          </a:p>
        </p:txBody>
      </p:sp>
      <p:sp>
        <p:nvSpPr>
          <p:cNvPr id="33" name="각 하위층: 잔차 연결 뒤 LayerNorm 적용 · FFN은 위치별 비선형 변환">
            <a:extLst xmlns:a="http://schemas.openxmlformats.org/drawingml/2006/main">
              <a:ext uri="{FF2B5EF4-FFF2-40B4-BE49-F238E27FC236}">
                <a16:creationId xmlns:a16="http://schemas.microsoft.com/office/drawing/2014/main" id="{095024CB-BC03-4BE4-802E-320D58D9733E}"/>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각 하위층: 잔차 연결 뒤 LayerNorm 적용 · FFN은 위치별 비선형 변환</a:t>
            </a:r>
          </a:p>
        </p:txBody>
      </p:sp>
    </p:spTree>
    <p:extLst>
      <p:ext uri="{BB962C8B-B14F-4D97-AF65-F5344CB8AC3E}">
        <p14:creationId xmlns:p14="http://schemas.microsoft.com/office/powerpoint/2010/main" val="1246264721"/>
      </p:ext>
    </p:extLst>
  </p:cSld>
</p:sld>
</file>

<file path=ppt/slides/slide9.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8" name="Decoder: 미래를 가리고 입력을 참조">
            <a:extLst xmlns:a="http://schemas.openxmlformats.org/drawingml/2006/main">
              <a:ext uri="{FF2B5EF4-FFF2-40B4-BE49-F238E27FC236}">
                <a16:creationId xmlns:a16="http://schemas.microsoft.com/office/drawing/2014/main" id="{3F26D89B-6A93-4B20-9FAF-771A62BAD650}"/>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Decoder: 미래를 가리고 입력을 참조</a:t>
            </a:r>
          </a:p>
        </p:txBody>
      </p:sp>
      <p:sp>
        <p:nvSpPr>
          <p:cNvPr id="2" name="09">
            <a:extLst xmlns:a="http://schemas.openxmlformats.org/drawingml/2006/main">
              <a:ext uri="{FF2B5EF4-FFF2-40B4-BE49-F238E27FC236}">
                <a16:creationId xmlns:a16="http://schemas.microsoft.com/office/drawing/2014/main" id="{B2EFFDD2-006E-4C18-857D-37CC86DCAD50}"/>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09</a:t>
            </a:r>
          </a:p>
        </p:txBody>
      </p:sp>
      <p:sp>
        <p:nvSpPr>
          <p:cNvPr id="3" name="Masked self-attention">
            <a:extLst xmlns:a="http://schemas.openxmlformats.org/drawingml/2006/main">
              <a:ext uri="{FF2B5EF4-FFF2-40B4-BE49-F238E27FC236}">
                <a16:creationId xmlns:a16="http://schemas.microsoft.com/office/drawing/2014/main" id="{92003DD3-2FEE-423E-862B-FC57F1F0349F}"/>
              </a:ext>
            </a:extLst>
          </p:cNvPr>
          <p:cNvSpPr>
            <a:spLocks xmlns:a="http://schemas.openxmlformats.org/drawingml/2006/main" noGrp="1"/>
          </p:cNvSpPr>
          <p:nvPr/>
        </p:nvSpPr>
        <p:spPr>
          <a:xfrm xmlns:a="http://schemas.openxmlformats.org/drawingml/2006/main">
            <a:off x="609600" y="1819275"/>
            <a:ext cx="50958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75" b="1">
                <a:solidFill>
                  <a:srgbClr val="17262C"/>
                </a:solidFill>
                <a:latin typeface="Noto Sans KR"/>
                <a:ea typeface="Noto Sans KR"/>
                <a:cs typeface="Noto Sans KR"/>
              </a:defRPr>
            </a:defPPr>
            <a:lvl1pPr algn="l">
              <a:defRPr sz="2175" b="1">
                <a:solidFill>
                  <a:srgbClr val="17262C"/>
                </a:solidFill>
                <a:latin typeface="Noto Sans KR"/>
                <a:ea typeface="Noto Sans KR"/>
                <a:cs typeface="Noto Sans KR"/>
              </a:defRPr>
            </a:lvl1pPr>
            <a:lvl2pPr algn="l">
              <a:defRPr sz="2175" b="1">
                <a:solidFill>
                  <a:srgbClr val="17262C"/>
                </a:solidFill>
                <a:latin typeface="Noto Sans KR"/>
                <a:ea typeface="Noto Sans KR"/>
                <a:cs typeface="Noto Sans KR"/>
              </a:defRPr>
            </a:lvl2pPr>
            <a:lvl3pPr algn="l">
              <a:defRPr sz="2175" b="1">
                <a:solidFill>
                  <a:srgbClr val="17262C"/>
                </a:solidFill>
                <a:latin typeface="Noto Sans KR"/>
                <a:ea typeface="Noto Sans KR"/>
                <a:cs typeface="Noto Sans KR"/>
              </a:defRPr>
            </a:lvl3pPr>
            <a:lvl4pPr algn="l">
              <a:defRPr sz="2175" b="1">
                <a:solidFill>
                  <a:srgbClr val="17262C"/>
                </a:solidFill>
                <a:latin typeface="Noto Sans KR"/>
                <a:ea typeface="Noto Sans KR"/>
                <a:cs typeface="Noto Sans KR"/>
              </a:defRPr>
            </a:lvl4pPr>
            <a:lvl5pPr algn="l">
              <a:defRPr sz="2175" b="1">
                <a:solidFill>
                  <a:srgbClr val="17262C"/>
                </a:solidFill>
                <a:latin typeface="Noto Sans KR"/>
                <a:ea typeface="Noto Sans KR"/>
                <a:cs typeface="Noto Sans KR"/>
              </a:defRPr>
            </a:lvl5pPr>
            <a:lvl6pPr algn="l">
              <a:defRPr sz="2175" b="1">
                <a:solidFill>
                  <a:srgbClr val="17262C"/>
                </a:solidFill>
                <a:latin typeface="Noto Sans KR"/>
                <a:ea typeface="Noto Sans KR"/>
                <a:cs typeface="Noto Sans KR"/>
              </a:defRPr>
            </a:lvl6pPr>
            <a:lvl7pPr algn="l">
              <a:defRPr sz="2175" b="1">
                <a:solidFill>
                  <a:srgbClr val="17262C"/>
                </a:solidFill>
                <a:latin typeface="Noto Sans KR"/>
                <a:ea typeface="Noto Sans KR"/>
                <a:cs typeface="Noto Sans KR"/>
              </a:defRPr>
            </a:lvl7pPr>
            <a:lvl8pPr algn="l">
              <a:defRPr sz="2175" b="1">
                <a:solidFill>
                  <a:srgbClr val="17262C"/>
                </a:solidFill>
                <a:latin typeface="Noto Sans KR"/>
                <a:ea typeface="Noto Sans KR"/>
                <a:cs typeface="Noto Sans KR"/>
              </a:defRPr>
            </a:lvl8pPr>
            <a:lvl9pPr algn="l">
              <a:defRPr sz="2175" b="1">
                <a:solidFill>
                  <a:srgbClr val="17262C"/>
                </a:solidFill>
                <a:latin typeface="Noto Sans KR"/>
                <a:ea typeface="Noto Sans KR"/>
                <a:cs typeface="Noto Sans KR"/>
              </a:defRPr>
            </a:lvl9pPr>
          </a:lstStyle>
          <a:p xmlns:a="http://schemas.openxmlformats.org/drawingml/2006/main">
            <a:pPr algn="l">
              <a:defRPr sz="2175" b="1">
                <a:solidFill>
                  <a:srgbClr val="17262C"/>
                </a:solidFill>
                <a:latin typeface="Noto Sans KR"/>
                <a:ea typeface="Noto Sans KR"/>
                <a:cs typeface="Noto Sans KR"/>
              </a:defRPr>
            </a:pPr>
            <a:r>
              <a:rPr sz="2175" b="1">
                <a:solidFill>
                  <a:srgbClr val="17262C"/>
                </a:solidFill>
                <a:latin typeface="Noto Sans KR"/>
                <a:ea typeface="Noto Sans KR"/>
                <a:cs typeface="Noto Sans KR"/>
              </a:rPr>
              <a:t>Masked self-attention</a:t>
            </a:r>
          </a:p>
        </p:txBody>
      </p:sp>
      <p:graphicFrame>
        <p:nvGraphicFramePr>
          <p:cNvPr id="4" name="">
            <a:extLst xmlns:a="http://schemas.openxmlformats.org/drawingml/2006/main">
              <a:ext uri="{FF2B5EF4-FFF2-40B4-BE49-F238E27FC236}">
                <a16:creationId xmlns:a16="http://schemas.microsoft.com/office/drawing/2014/main" id="{912E4F7B-786B-464C-AA6D-51A3D2A7D561}"/>
              </a:ext>
            </a:extLst>
          </p:cNvPr>
          <p:cNvGraphicFramePr/>
          <p:nvPr/>
        </p:nvGraphicFramePr>
        <p:xfrm>
          <a:off xmlns:a="http://schemas.openxmlformats.org/drawingml/2006/main" x="609600" y="2543175"/>
          <a:ext xmlns:a="http://schemas.openxmlformats.org/drawingml/2006/main" cx="5095875" cy="2438400"/>
        </p:xfrm>
        <a:graphic xmlns:a="http://schemas.openxmlformats.org/drawingml/2006/main">
          <a:graphicData uri="http://schemas.openxmlformats.org/drawingml/2006/table">
            <a:tbl>
              <a:tblPr firstRow="0" firstCol="0" bandRow="0"/>
              <a:tblGrid>
                <a:gridCol w="1352550"/>
                <a:gridCol w="1247775"/>
                <a:gridCol w="1247775"/>
                <a:gridCol w="1247775"/>
              </a:tblGrid>
              <a:tr h="609600">
                <a:tc>
                  <a:txBody>
                    <a:bodyPr lIns="114300" tIns="114300" rIns="114300" bIns="114300"/>
                    <a:lstStyle/>
                    <a:p>
                      <a:r>
                        <a:rPr sz="1575" b="1">
                          <a:solidFill>
                            <a:srgbClr val="657578"/>
                          </a:solidFill>
                          <a:latin typeface="Noto Sans KR"/>
                          <a:ea typeface="Noto Sans KR"/>
                          <a:cs typeface="Noto Sans KR"/>
                        </a:rPr>
                        <a:t>참조</a:t>
                      </a:r>
                    </a:p>
                  </a:txBody>
                  <a:tcPr marL="91440" marR="91440" marT="45720" marB="45720" anchor="ctr">
                    <a:lnL w="9525">
                      <a:solidFill>
                        <a:srgbClr val="B3C3C1"/>
                      </a:solidFill>
                      <a:prstDash val="solid"/>
                    </a:lnL>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575" b="1">
                          <a:solidFill>
                            <a:srgbClr val="657578"/>
                          </a:solidFill>
                          <a:latin typeface="Noto Sans KR"/>
                          <a:ea typeface="Noto Sans KR"/>
                          <a:cs typeface="Noto Sans KR"/>
                        </a:rPr>
                        <a:t>t1</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575" b="1">
                          <a:solidFill>
                            <a:srgbClr val="657578"/>
                          </a:solidFill>
                          <a:latin typeface="Noto Sans KR"/>
                          <a:ea typeface="Noto Sans KR"/>
                          <a:cs typeface="Noto Sans KR"/>
                        </a:rPr>
                        <a:t>t2</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575" b="1">
                          <a:solidFill>
                            <a:srgbClr val="657578"/>
                          </a:solidFill>
                          <a:latin typeface="Noto Sans KR"/>
                          <a:ea typeface="Noto Sans KR"/>
                          <a:cs typeface="Noto Sans KR"/>
                        </a:rPr>
                        <a:t>t3</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r>
              <a:tr h="609600">
                <a:tc>
                  <a:txBody>
                    <a:bodyPr lIns="114300" tIns="114300" rIns="114300" bIns="114300"/>
                    <a:lstStyle/>
                    <a:p>
                      <a:r>
                        <a:rPr sz="1800" b="0">
                          <a:solidFill>
                            <a:srgbClr val="17262C"/>
                          </a:solidFill>
                          <a:latin typeface="Noto Sans KR"/>
                          <a:ea typeface="Noto Sans KR"/>
                          <a:cs typeface="Noto Sans KR"/>
                        </a:rPr>
                        <a:t>t1</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c>
                  <a:txBody>
                    <a:bodyPr lIns="114300" tIns="114300" rIns="114300" bIns="114300"/>
                    <a:lstStyle/>
                    <a:p>
                      <a:r>
                        <a:rPr sz="1800" b="0">
                          <a:solidFill>
                            <a:srgbClr val="17262C"/>
                          </a:solidFill>
                          <a:latin typeface="Noto Sans KR"/>
                          <a:ea typeface="Noto Sans KR"/>
                          <a:cs typeface="Noto Sans KR"/>
                        </a:rPr>
                        <a:t>차단</a:t>
                      </a:r>
                    </a:p>
                  </a:txBody>
                  <a:tcPr marL="91440" marR="91440" marT="45720" marB="45720" anchor="ctr">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차단</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609600">
                <a:tc>
                  <a:txBody>
                    <a:bodyPr lIns="114300" tIns="114300" rIns="114300" bIns="114300"/>
                    <a:lstStyle/>
                    <a:p>
                      <a:r>
                        <a:rPr sz="1800" b="0">
                          <a:solidFill>
                            <a:srgbClr val="17262C"/>
                          </a:solidFill>
                          <a:latin typeface="Noto Sans KR"/>
                          <a:ea typeface="Noto Sans KR"/>
                          <a:cs typeface="Noto Sans KR"/>
                        </a:rPr>
                        <a:t>t2</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c>
                  <a:txBody>
                    <a:bodyPr lIns="114300" tIns="114300" rIns="114300" bIns="114300"/>
                    <a:lstStyle/>
                    <a:p>
                      <a:r>
                        <a:rPr sz="1800" b="0">
                          <a:solidFill>
                            <a:srgbClr val="17262C"/>
                          </a:solidFill>
                          <a:latin typeface="Noto Sans KR"/>
                          <a:ea typeface="Noto Sans KR"/>
                          <a:cs typeface="Noto Sans KR"/>
                        </a:rPr>
                        <a:t>차단</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609600">
                <a:tc>
                  <a:txBody>
                    <a:bodyPr lIns="114300" tIns="114300" rIns="114300" bIns="114300"/>
                    <a:lstStyle/>
                    <a:p>
                      <a:r>
                        <a:rPr sz="1800" b="0">
                          <a:solidFill>
                            <a:srgbClr val="17262C"/>
                          </a:solidFill>
                          <a:latin typeface="Noto Sans KR"/>
                          <a:ea typeface="Noto Sans KR"/>
                          <a:cs typeface="Noto Sans KR"/>
                        </a:rPr>
                        <a:t>t3</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c>
                  <a:txBody>
                    <a:bodyPr lIns="114300" tIns="114300" rIns="114300" bIns="114300"/>
                    <a:lstStyle/>
                    <a:p>
                      <a:r>
                        <a:rPr sz="1800" b="0">
                          <a:solidFill>
                            <a:srgbClr val="17262C"/>
                          </a:solidFill>
                          <a:latin typeface="Noto Sans KR"/>
                          <a:ea typeface="Noto Sans KR"/>
                          <a:cs typeface="Noto Sans KR"/>
                        </a:rPr>
                        <a:t>허용</a:t>
                      </a:r>
                    </a:p>
                  </a:txBody>
                  <a:tcPr marL="91440" marR="91440" marT="45720" marB="45720" anchor="ctr">
                    <a:lnR w="9525">
                      <a:solidFill>
                        <a:srgbClr val="B3C3C1"/>
                      </a:solidFill>
                      <a:prstDash val="solid"/>
                    </a:lnR>
                    <a:lnB w="9525">
                      <a:solidFill>
                        <a:srgbClr val="B3C3C1"/>
                      </a:solidFill>
                      <a:prstDash val="solid"/>
                    </a:lnB>
                    <a:solidFill>
                      <a:srgbClr val="EFF7F4"/>
                    </a:solidFill>
                  </a:tcPr>
                </a:tc>
              </a:tr>
            </a:tbl>
          </a:graphicData>
        </a:graphic>
      </p:graphicFrame>
      <p:sp>
        <p:nvSpPr>
          <p:cNvPr id="5" name="행: query 위치 · 열: 참조 위치">
            <a:extLst xmlns:a="http://schemas.openxmlformats.org/drawingml/2006/main">
              <a:ext uri="{FF2B5EF4-FFF2-40B4-BE49-F238E27FC236}">
                <a16:creationId xmlns:a16="http://schemas.microsoft.com/office/drawing/2014/main" id="{BBBE740D-C86B-471E-A341-79BE2143B711}"/>
              </a:ext>
            </a:extLst>
          </p:cNvPr>
          <p:cNvSpPr>
            <a:spLocks xmlns:a="http://schemas.openxmlformats.org/drawingml/2006/main" noGrp="1"/>
          </p:cNvSpPr>
          <p:nvPr/>
        </p:nvSpPr>
        <p:spPr>
          <a:xfrm xmlns:a="http://schemas.openxmlformats.org/drawingml/2006/main">
            <a:off x="609600" y="5238750"/>
            <a:ext cx="5095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행: query 위치 · 열: 참조 위치</a:t>
            </a:r>
          </a:p>
        </p:txBody>
      </p:sp>
      <p:sp>
        <p:nvSpPr>
          <p:cNvPr id="6" name="정답을 한 칸 밀어 입력 현재 입력까지 허용, 미래 위치 차단">
            <a:extLst xmlns:a="http://schemas.openxmlformats.org/drawingml/2006/main">
              <a:ext uri="{FF2B5EF4-FFF2-40B4-BE49-F238E27FC236}">
                <a16:creationId xmlns:a16="http://schemas.microsoft.com/office/drawing/2014/main" id="{B7F08517-3F14-47A0-A737-8F4ADAABEDB1}"/>
              </a:ext>
            </a:extLst>
          </p:cNvPr>
          <p:cNvSpPr>
            <a:spLocks xmlns:a="http://schemas.openxmlformats.org/drawingml/2006/main" noGrp="1"/>
          </p:cNvSpPr>
          <p:nvPr/>
        </p:nvSpPr>
        <p:spPr>
          <a:xfrm xmlns:a="http://schemas.openxmlformats.org/drawingml/2006/main">
            <a:off x="609600" y="5695950"/>
            <a:ext cx="5095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17262C"/>
                </a:solidFill>
                <a:latin typeface="Noto Sans KR"/>
                <a:ea typeface="Noto Sans KR"/>
                <a:cs typeface="Noto Sans KR"/>
              </a:defRPr>
            </a:defPPr>
            <a:lvl1pPr algn="l">
              <a:defRPr sz="1725" b="0">
                <a:solidFill>
                  <a:srgbClr val="17262C"/>
                </a:solidFill>
                <a:latin typeface="Noto Sans KR"/>
                <a:ea typeface="Noto Sans KR"/>
                <a:cs typeface="Noto Sans KR"/>
              </a:defRPr>
            </a:lvl1pPr>
            <a:lvl2pPr algn="l">
              <a:defRPr sz="1725" b="0">
                <a:solidFill>
                  <a:srgbClr val="17262C"/>
                </a:solidFill>
                <a:latin typeface="Noto Sans KR"/>
                <a:ea typeface="Noto Sans KR"/>
                <a:cs typeface="Noto Sans KR"/>
              </a:defRPr>
            </a:lvl2pPr>
            <a:lvl3pPr algn="l">
              <a:defRPr sz="1725" b="0">
                <a:solidFill>
                  <a:srgbClr val="17262C"/>
                </a:solidFill>
                <a:latin typeface="Noto Sans KR"/>
                <a:ea typeface="Noto Sans KR"/>
                <a:cs typeface="Noto Sans KR"/>
              </a:defRPr>
            </a:lvl3pPr>
            <a:lvl4pPr algn="l">
              <a:defRPr sz="1725" b="0">
                <a:solidFill>
                  <a:srgbClr val="17262C"/>
                </a:solidFill>
                <a:latin typeface="Noto Sans KR"/>
                <a:ea typeface="Noto Sans KR"/>
                <a:cs typeface="Noto Sans KR"/>
              </a:defRPr>
            </a:lvl4pPr>
            <a:lvl5pPr algn="l">
              <a:defRPr sz="1725" b="0">
                <a:solidFill>
                  <a:srgbClr val="17262C"/>
                </a:solidFill>
                <a:latin typeface="Noto Sans KR"/>
                <a:ea typeface="Noto Sans KR"/>
                <a:cs typeface="Noto Sans KR"/>
              </a:defRPr>
            </a:lvl5pPr>
            <a:lvl6pPr algn="l">
              <a:defRPr sz="1725" b="0">
                <a:solidFill>
                  <a:srgbClr val="17262C"/>
                </a:solidFill>
                <a:latin typeface="Noto Sans KR"/>
                <a:ea typeface="Noto Sans KR"/>
                <a:cs typeface="Noto Sans KR"/>
              </a:defRPr>
            </a:lvl6pPr>
            <a:lvl7pPr algn="l">
              <a:defRPr sz="1725" b="0">
                <a:solidFill>
                  <a:srgbClr val="17262C"/>
                </a:solidFill>
                <a:latin typeface="Noto Sans KR"/>
                <a:ea typeface="Noto Sans KR"/>
                <a:cs typeface="Noto Sans KR"/>
              </a:defRPr>
            </a:lvl7pPr>
            <a:lvl8pPr algn="l">
              <a:defRPr sz="1725" b="0">
                <a:solidFill>
                  <a:srgbClr val="17262C"/>
                </a:solidFill>
                <a:latin typeface="Noto Sans KR"/>
                <a:ea typeface="Noto Sans KR"/>
                <a:cs typeface="Noto Sans KR"/>
              </a:defRPr>
            </a:lvl8pPr>
            <a:lvl9pPr algn="l">
              <a:defRPr sz="1725" b="0">
                <a:solidFill>
                  <a:srgbClr val="17262C"/>
                </a:solidFill>
                <a:latin typeface="Noto Sans KR"/>
                <a:ea typeface="Noto Sans KR"/>
                <a:cs typeface="Noto Sans KR"/>
              </a:defRPr>
            </a:lvl9pPr>
          </a:lstStyle>
          <a:p xmlns:a="http://schemas.openxmlformats.org/drawingml/2006/main">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정답을 한 칸 밀어 입력</a:t>
            </a:r>
          </a:p>
          <a:p xmlns:a="http://schemas.openxmlformats.org/drawingml/2006/main">
            <a:pPr algn="l">
              <a:defRPr sz="1725" b="0">
                <a:solidFill>
                  <a:srgbClr val="17262C"/>
                </a:solidFill>
                <a:latin typeface="Noto Sans KR"/>
                <a:ea typeface="Noto Sans KR"/>
                <a:cs typeface="Noto Sans KR"/>
              </a:defRPr>
            </a:pPr>
            <a:r>
              <a:rPr sz="1725" b="0">
                <a:solidFill>
                  <a:srgbClr val="17262C"/>
                </a:solidFill>
                <a:latin typeface="Noto Sans KR"/>
                <a:ea typeface="Noto Sans KR"/>
                <a:cs typeface="Noto Sans KR"/>
              </a:rPr>
              <a:t>현재 입력까지 허용, 미래 위치 차단</a:t>
            </a:r>
          </a:p>
        </p:txBody>
      </p:sp>
      <p:sp>
        <p:nvSpPr>
          <p:cNvPr id="7" name="Encoder-decoder attention">
            <a:extLst xmlns:a="http://schemas.openxmlformats.org/drawingml/2006/main">
              <a:ext uri="{FF2B5EF4-FFF2-40B4-BE49-F238E27FC236}">
                <a16:creationId xmlns:a16="http://schemas.microsoft.com/office/drawing/2014/main" id="{20FE3042-677E-4F57-B461-A9582661B2A4}"/>
              </a:ext>
            </a:extLst>
          </p:cNvPr>
          <p:cNvSpPr>
            <a:spLocks xmlns:a="http://schemas.openxmlformats.org/drawingml/2006/main" noGrp="1"/>
          </p:cNvSpPr>
          <p:nvPr/>
        </p:nvSpPr>
        <p:spPr>
          <a:xfrm xmlns:a="http://schemas.openxmlformats.org/drawingml/2006/main">
            <a:off x="6705600" y="1819275"/>
            <a:ext cx="48768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100" b="1">
                <a:solidFill>
                  <a:srgbClr val="17262C"/>
                </a:solidFill>
                <a:latin typeface="Noto Sans KR"/>
                <a:ea typeface="Noto Sans KR"/>
                <a:cs typeface="Noto Sans KR"/>
              </a:defRPr>
            </a:defPPr>
            <a:lvl1pPr algn="l">
              <a:defRPr sz="2100" b="1">
                <a:solidFill>
                  <a:srgbClr val="17262C"/>
                </a:solidFill>
                <a:latin typeface="Noto Sans KR"/>
                <a:ea typeface="Noto Sans KR"/>
                <a:cs typeface="Noto Sans KR"/>
              </a:defRPr>
            </a:lvl1pPr>
            <a:lvl2pPr algn="l">
              <a:defRPr sz="2100" b="1">
                <a:solidFill>
                  <a:srgbClr val="17262C"/>
                </a:solidFill>
                <a:latin typeface="Noto Sans KR"/>
                <a:ea typeface="Noto Sans KR"/>
                <a:cs typeface="Noto Sans KR"/>
              </a:defRPr>
            </a:lvl2pPr>
            <a:lvl3pPr algn="l">
              <a:defRPr sz="2100" b="1">
                <a:solidFill>
                  <a:srgbClr val="17262C"/>
                </a:solidFill>
                <a:latin typeface="Noto Sans KR"/>
                <a:ea typeface="Noto Sans KR"/>
                <a:cs typeface="Noto Sans KR"/>
              </a:defRPr>
            </a:lvl3pPr>
            <a:lvl4pPr algn="l">
              <a:defRPr sz="2100" b="1">
                <a:solidFill>
                  <a:srgbClr val="17262C"/>
                </a:solidFill>
                <a:latin typeface="Noto Sans KR"/>
                <a:ea typeface="Noto Sans KR"/>
                <a:cs typeface="Noto Sans KR"/>
              </a:defRPr>
            </a:lvl4pPr>
            <a:lvl5pPr algn="l">
              <a:defRPr sz="2100" b="1">
                <a:solidFill>
                  <a:srgbClr val="17262C"/>
                </a:solidFill>
                <a:latin typeface="Noto Sans KR"/>
                <a:ea typeface="Noto Sans KR"/>
                <a:cs typeface="Noto Sans KR"/>
              </a:defRPr>
            </a:lvl5pPr>
            <a:lvl6pPr algn="l">
              <a:defRPr sz="2100" b="1">
                <a:solidFill>
                  <a:srgbClr val="17262C"/>
                </a:solidFill>
                <a:latin typeface="Noto Sans KR"/>
                <a:ea typeface="Noto Sans KR"/>
                <a:cs typeface="Noto Sans KR"/>
              </a:defRPr>
            </a:lvl6pPr>
            <a:lvl7pPr algn="l">
              <a:defRPr sz="2100" b="1">
                <a:solidFill>
                  <a:srgbClr val="17262C"/>
                </a:solidFill>
                <a:latin typeface="Noto Sans KR"/>
                <a:ea typeface="Noto Sans KR"/>
                <a:cs typeface="Noto Sans KR"/>
              </a:defRPr>
            </a:lvl7pPr>
            <a:lvl8pPr algn="l">
              <a:defRPr sz="2100" b="1">
                <a:solidFill>
                  <a:srgbClr val="17262C"/>
                </a:solidFill>
                <a:latin typeface="Noto Sans KR"/>
                <a:ea typeface="Noto Sans KR"/>
                <a:cs typeface="Noto Sans KR"/>
              </a:defRPr>
            </a:lvl8pPr>
            <a:lvl9pPr algn="l">
              <a:defRPr sz="2100" b="1">
                <a:solidFill>
                  <a:srgbClr val="17262C"/>
                </a:solidFill>
                <a:latin typeface="Noto Sans KR"/>
                <a:ea typeface="Noto Sans KR"/>
                <a:cs typeface="Noto Sans KR"/>
              </a:defRPr>
            </a:lvl9pPr>
          </a:lstStyle>
          <a:p xmlns:a="http://schemas.openxmlformats.org/drawingml/2006/main">
            <a:pPr algn="l">
              <a:defRPr sz="2100" b="1">
                <a:solidFill>
                  <a:srgbClr val="17262C"/>
                </a:solidFill>
                <a:latin typeface="Noto Sans KR"/>
                <a:ea typeface="Noto Sans KR"/>
                <a:cs typeface="Noto Sans KR"/>
              </a:defRPr>
            </a:pPr>
            <a:r>
              <a:rPr sz="2100" b="1">
                <a:solidFill>
                  <a:srgbClr val="17262C"/>
                </a:solidFill>
                <a:latin typeface="Noto Sans KR"/>
                <a:ea typeface="Noto Sans KR"/>
                <a:cs typeface="Noto Sans KR"/>
              </a:rPr>
              <a:t>Encoder-decoder attention</a:t>
            </a:r>
          </a:p>
        </p:txBody>
      </p:sp>
      <p:sp>
        <p:nvSpPr>
          <p:cNvPr id="8" name="Decoder 상태">
            <a:extLst xmlns:a="http://schemas.openxmlformats.org/drawingml/2006/main">
              <a:ext uri="{FF2B5EF4-FFF2-40B4-BE49-F238E27FC236}">
                <a16:creationId xmlns:a16="http://schemas.microsoft.com/office/drawing/2014/main" id="{BC71E108-031D-4B75-B885-56A1E69A39BA}"/>
              </a:ext>
            </a:extLst>
          </p:cNvPr>
          <p:cNvSpPr>
            <a:spLocks xmlns:a="http://schemas.openxmlformats.org/drawingml/2006/main" noGrp="1"/>
          </p:cNvSpPr>
          <p:nvPr/>
        </p:nvSpPr>
        <p:spPr>
          <a:xfrm xmlns:a="http://schemas.openxmlformats.org/drawingml/2006/main">
            <a:off x="6705600" y="2714625"/>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Decoder 상태</a:t>
            </a:r>
          </a:p>
        </p:txBody>
      </p:sp>
      <p:sp>
        <p:nvSpPr>
          <p:cNvPr id="9" name="Encoder 출력">
            <a:extLst xmlns:a="http://schemas.openxmlformats.org/drawingml/2006/main">
              <a:ext uri="{FF2B5EF4-FFF2-40B4-BE49-F238E27FC236}">
                <a16:creationId xmlns:a16="http://schemas.microsoft.com/office/drawing/2014/main" id="{2ACE56D0-A1C1-418F-9C63-D887867D1C50}"/>
              </a:ext>
            </a:extLst>
          </p:cNvPr>
          <p:cNvSpPr>
            <a:spLocks xmlns:a="http://schemas.openxmlformats.org/drawingml/2006/main" noGrp="1"/>
          </p:cNvSpPr>
          <p:nvPr/>
        </p:nvSpPr>
        <p:spPr>
          <a:xfrm xmlns:a="http://schemas.openxmlformats.org/drawingml/2006/main">
            <a:off x="9372600" y="2714625"/>
            <a:ext cx="2209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Encoder 출력</a:t>
            </a:r>
          </a:p>
        </p:txBody>
      </p:sp>
      <p:sp>
        <p:nvSpPr>
          <p:cNvPr id="10" name="Q">
            <a:extLst xmlns:a="http://schemas.openxmlformats.org/drawingml/2006/main">
              <a:ext uri="{FF2B5EF4-FFF2-40B4-BE49-F238E27FC236}">
                <a16:creationId xmlns:a16="http://schemas.microsoft.com/office/drawing/2014/main" id="{4C3E9F89-0EE5-44A9-B2DC-422E3F69ED16}"/>
              </a:ext>
            </a:extLst>
          </p:cNvPr>
          <p:cNvSpPr>
            <a:spLocks xmlns:a="http://schemas.openxmlformats.org/drawingml/2006/main" noGrp="1"/>
          </p:cNvSpPr>
          <p:nvPr/>
        </p:nvSpPr>
        <p:spPr>
          <a:xfrm xmlns:a="http://schemas.openxmlformats.org/drawingml/2006/main">
            <a:off x="6705600" y="3476625"/>
            <a:ext cx="2209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75" b="1">
                <a:solidFill>
                  <a:srgbClr val="17262C"/>
                </a:solidFill>
                <a:latin typeface="Noto Sans KR"/>
                <a:ea typeface="Noto Sans KR"/>
                <a:cs typeface="Noto Sans KR"/>
              </a:defRPr>
            </a:defPPr>
            <a:lvl1pPr algn="l">
              <a:defRPr sz="3675" b="1">
                <a:solidFill>
                  <a:srgbClr val="17262C"/>
                </a:solidFill>
                <a:latin typeface="Noto Sans KR"/>
                <a:ea typeface="Noto Sans KR"/>
                <a:cs typeface="Noto Sans KR"/>
              </a:defRPr>
            </a:lvl1pPr>
            <a:lvl2pPr algn="l">
              <a:defRPr sz="3675" b="1">
                <a:solidFill>
                  <a:srgbClr val="17262C"/>
                </a:solidFill>
                <a:latin typeface="Noto Sans KR"/>
                <a:ea typeface="Noto Sans KR"/>
                <a:cs typeface="Noto Sans KR"/>
              </a:defRPr>
            </a:lvl2pPr>
            <a:lvl3pPr algn="l">
              <a:defRPr sz="3675" b="1">
                <a:solidFill>
                  <a:srgbClr val="17262C"/>
                </a:solidFill>
                <a:latin typeface="Noto Sans KR"/>
                <a:ea typeface="Noto Sans KR"/>
                <a:cs typeface="Noto Sans KR"/>
              </a:defRPr>
            </a:lvl3pPr>
            <a:lvl4pPr algn="l">
              <a:defRPr sz="3675" b="1">
                <a:solidFill>
                  <a:srgbClr val="17262C"/>
                </a:solidFill>
                <a:latin typeface="Noto Sans KR"/>
                <a:ea typeface="Noto Sans KR"/>
                <a:cs typeface="Noto Sans KR"/>
              </a:defRPr>
            </a:lvl4pPr>
            <a:lvl5pPr algn="l">
              <a:defRPr sz="3675" b="1">
                <a:solidFill>
                  <a:srgbClr val="17262C"/>
                </a:solidFill>
                <a:latin typeface="Noto Sans KR"/>
                <a:ea typeface="Noto Sans KR"/>
                <a:cs typeface="Noto Sans KR"/>
              </a:defRPr>
            </a:lvl5pPr>
            <a:lvl6pPr algn="l">
              <a:defRPr sz="3675" b="1">
                <a:solidFill>
                  <a:srgbClr val="17262C"/>
                </a:solidFill>
                <a:latin typeface="Noto Sans KR"/>
                <a:ea typeface="Noto Sans KR"/>
                <a:cs typeface="Noto Sans KR"/>
              </a:defRPr>
            </a:lvl6pPr>
            <a:lvl7pPr algn="l">
              <a:defRPr sz="3675" b="1">
                <a:solidFill>
                  <a:srgbClr val="17262C"/>
                </a:solidFill>
                <a:latin typeface="Noto Sans KR"/>
                <a:ea typeface="Noto Sans KR"/>
                <a:cs typeface="Noto Sans KR"/>
              </a:defRPr>
            </a:lvl7pPr>
            <a:lvl8pPr algn="l">
              <a:defRPr sz="3675" b="1">
                <a:solidFill>
                  <a:srgbClr val="17262C"/>
                </a:solidFill>
                <a:latin typeface="Noto Sans KR"/>
                <a:ea typeface="Noto Sans KR"/>
                <a:cs typeface="Noto Sans KR"/>
              </a:defRPr>
            </a:lvl8pPr>
            <a:lvl9pPr algn="l">
              <a:defRPr sz="3675" b="1">
                <a:solidFill>
                  <a:srgbClr val="17262C"/>
                </a:solidFill>
                <a:latin typeface="Noto Sans KR"/>
                <a:ea typeface="Noto Sans KR"/>
                <a:cs typeface="Noto Sans KR"/>
              </a:defRPr>
            </a:lvl9pPr>
          </a:lstStyle>
          <a:p xmlns:a="http://schemas.openxmlformats.org/drawingml/2006/main">
            <a:pPr algn="l">
              <a:defRPr sz="3675" b="1">
                <a:solidFill>
                  <a:srgbClr val="17262C"/>
                </a:solidFill>
                <a:latin typeface="Noto Sans KR"/>
                <a:ea typeface="Noto Sans KR"/>
                <a:cs typeface="Noto Sans KR"/>
              </a:defRPr>
            </a:pPr>
            <a:r>
              <a:rPr sz="3675" b="1">
                <a:solidFill>
                  <a:srgbClr val="17262C"/>
                </a:solidFill>
                <a:latin typeface="Noto Sans KR"/>
                <a:ea typeface="Noto Sans KR"/>
                <a:cs typeface="Noto Sans KR"/>
              </a:rPr>
              <a:t>Q</a:t>
            </a:r>
          </a:p>
        </p:txBody>
      </p:sp>
      <p:sp>
        <p:nvSpPr>
          <p:cNvPr id="11" name="K, V">
            <a:extLst xmlns:a="http://schemas.openxmlformats.org/drawingml/2006/main">
              <a:ext uri="{FF2B5EF4-FFF2-40B4-BE49-F238E27FC236}">
                <a16:creationId xmlns:a16="http://schemas.microsoft.com/office/drawing/2014/main" id="{12F3E61A-CFCA-4FBA-A98D-89B22AF4726D}"/>
              </a:ext>
            </a:extLst>
          </p:cNvPr>
          <p:cNvSpPr>
            <a:spLocks xmlns:a="http://schemas.openxmlformats.org/drawingml/2006/main" noGrp="1"/>
          </p:cNvSpPr>
          <p:nvPr/>
        </p:nvSpPr>
        <p:spPr>
          <a:xfrm xmlns:a="http://schemas.openxmlformats.org/drawingml/2006/main">
            <a:off x="9372600" y="3476625"/>
            <a:ext cx="22098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675" b="1">
                <a:solidFill>
                  <a:srgbClr val="17262C"/>
                </a:solidFill>
                <a:latin typeface="Noto Sans KR"/>
                <a:ea typeface="Noto Sans KR"/>
                <a:cs typeface="Noto Sans KR"/>
              </a:defRPr>
            </a:defPPr>
            <a:lvl1pPr algn="l">
              <a:defRPr sz="3675" b="1">
                <a:solidFill>
                  <a:srgbClr val="17262C"/>
                </a:solidFill>
                <a:latin typeface="Noto Sans KR"/>
                <a:ea typeface="Noto Sans KR"/>
                <a:cs typeface="Noto Sans KR"/>
              </a:defRPr>
            </a:lvl1pPr>
            <a:lvl2pPr algn="l">
              <a:defRPr sz="3675" b="1">
                <a:solidFill>
                  <a:srgbClr val="17262C"/>
                </a:solidFill>
                <a:latin typeface="Noto Sans KR"/>
                <a:ea typeface="Noto Sans KR"/>
                <a:cs typeface="Noto Sans KR"/>
              </a:defRPr>
            </a:lvl2pPr>
            <a:lvl3pPr algn="l">
              <a:defRPr sz="3675" b="1">
                <a:solidFill>
                  <a:srgbClr val="17262C"/>
                </a:solidFill>
                <a:latin typeface="Noto Sans KR"/>
                <a:ea typeface="Noto Sans KR"/>
                <a:cs typeface="Noto Sans KR"/>
              </a:defRPr>
            </a:lvl3pPr>
            <a:lvl4pPr algn="l">
              <a:defRPr sz="3675" b="1">
                <a:solidFill>
                  <a:srgbClr val="17262C"/>
                </a:solidFill>
                <a:latin typeface="Noto Sans KR"/>
                <a:ea typeface="Noto Sans KR"/>
                <a:cs typeface="Noto Sans KR"/>
              </a:defRPr>
            </a:lvl4pPr>
            <a:lvl5pPr algn="l">
              <a:defRPr sz="3675" b="1">
                <a:solidFill>
                  <a:srgbClr val="17262C"/>
                </a:solidFill>
                <a:latin typeface="Noto Sans KR"/>
                <a:ea typeface="Noto Sans KR"/>
                <a:cs typeface="Noto Sans KR"/>
              </a:defRPr>
            </a:lvl5pPr>
            <a:lvl6pPr algn="l">
              <a:defRPr sz="3675" b="1">
                <a:solidFill>
                  <a:srgbClr val="17262C"/>
                </a:solidFill>
                <a:latin typeface="Noto Sans KR"/>
                <a:ea typeface="Noto Sans KR"/>
                <a:cs typeface="Noto Sans KR"/>
              </a:defRPr>
            </a:lvl6pPr>
            <a:lvl7pPr algn="l">
              <a:defRPr sz="3675" b="1">
                <a:solidFill>
                  <a:srgbClr val="17262C"/>
                </a:solidFill>
                <a:latin typeface="Noto Sans KR"/>
                <a:ea typeface="Noto Sans KR"/>
                <a:cs typeface="Noto Sans KR"/>
              </a:defRPr>
            </a:lvl7pPr>
            <a:lvl8pPr algn="l">
              <a:defRPr sz="3675" b="1">
                <a:solidFill>
                  <a:srgbClr val="17262C"/>
                </a:solidFill>
                <a:latin typeface="Noto Sans KR"/>
                <a:ea typeface="Noto Sans KR"/>
                <a:cs typeface="Noto Sans KR"/>
              </a:defRPr>
            </a:lvl8pPr>
            <a:lvl9pPr algn="l">
              <a:defRPr sz="3675" b="1">
                <a:solidFill>
                  <a:srgbClr val="17262C"/>
                </a:solidFill>
                <a:latin typeface="Noto Sans KR"/>
                <a:ea typeface="Noto Sans KR"/>
                <a:cs typeface="Noto Sans KR"/>
              </a:defRPr>
            </a:lvl9pPr>
          </a:lstStyle>
          <a:p xmlns:a="http://schemas.openxmlformats.org/drawingml/2006/main">
            <a:pPr algn="l">
              <a:defRPr sz="3675" b="1">
                <a:solidFill>
                  <a:srgbClr val="17262C"/>
                </a:solidFill>
                <a:latin typeface="Noto Sans KR"/>
                <a:ea typeface="Noto Sans KR"/>
                <a:cs typeface="Noto Sans KR"/>
              </a:defRPr>
            </a:pPr>
            <a:r>
              <a:rPr sz="3675" b="1">
                <a:solidFill>
                  <a:srgbClr val="17262C"/>
                </a:solidFill>
                <a:latin typeface="Noto Sans KR"/>
                <a:ea typeface="Noto Sans KR"/>
                <a:cs typeface="Noto Sans KR"/>
              </a:rPr>
              <a:t>K, V</a:t>
            </a:r>
          </a:p>
        </p:txBody>
      </p:sp>
      <p:sp>
        <p:nvSpPr>
          <p:cNvPr id="12" name="">
            <a:extLst xmlns:a="http://schemas.openxmlformats.org/drawingml/2006/main">
              <a:ext uri="{FF2B5EF4-FFF2-40B4-BE49-F238E27FC236}">
                <a16:creationId xmlns:a16="http://schemas.microsoft.com/office/drawing/2014/main" id="{D2A2C0EE-44D8-4872-995A-050A64DFE005}"/>
              </a:ext>
            </a:extLst>
          </p:cNvPr>
          <p:cNvSpPr>
            <a:spLocks xmlns:a="http://schemas.openxmlformats.org/drawingml/2006/main" noGrp="1"/>
          </p:cNvSpPr>
          <p:nvPr/>
        </p:nvSpPr>
        <p:spPr>
          <a:xfrm xmlns:a="http://schemas.openxmlformats.org/drawingml/2006/main">
            <a:off x="7810500" y="4248150"/>
            <a:ext cx="0" cy="36195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3" name="">
            <a:extLst xmlns:a="http://schemas.openxmlformats.org/drawingml/2006/main">
              <a:ext uri="{FF2B5EF4-FFF2-40B4-BE49-F238E27FC236}">
                <a16:creationId xmlns:a16="http://schemas.microsoft.com/office/drawing/2014/main" id="{16E9D75C-3D1E-461B-900D-650AA31D5ED4}"/>
              </a:ext>
            </a:extLst>
          </p:cNvPr>
          <p:cNvSpPr>
            <a:spLocks xmlns:a="http://schemas.openxmlformats.org/drawingml/2006/main" noGrp="1"/>
          </p:cNvSpPr>
          <p:nvPr/>
        </p:nvSpPr>
        <p:spPr>
          <a:xfrm xmlns:a="http://schemas.openxmlformats.org/drawingml/2006/main">
            <a:off x="10477500" y="4248150"/>
            <a:ext cx="0" cy="36195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4" name="">
            <a:extLst xmlns:a="http://schemas.openxmlformats.org/drawingml/2006/main">
              <a:ext uri="{FF2B5EF4-FFF2-40B4-BE49-F238E27FC236}">
                <a16:creationId xmlns:a16="http://schemas.microsoft.com/office/drawing/2014/main" id="{3071C8F8-4D89-4169-B26A-6D070F58601F}"/>
              </a:ext>
            </a:extLst>
          </p:cNvPr>
          <p:cNvSpPr>
            <a:spLocks xmlns:a="http://schemas.openxmlformats.org/drawingml/2006/main" noGrp="1"/>
          </p:cNvSpPr>
          <p:nvPr/>
        </p:nvSpPr>
        <p:spPr>
          <a:xfrm xmlns:a="http://schemas.openxmlformats.org/drawingml/2006/main">
            <a:off x="7810500" y="4610100"/>
            <a:ext cx="266700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5" name="">
            <a:extLst xmlns:a="http://schemas.openxmlformats.org/drawingml/2006/main">
              <a:ext uri="{FF2B5EF4-FFF2-40B4-BE49-F238E27FC236}">
                <a16:creationId xmlns:a16="http://schemas.microsoft.com/office/drawing/2014/main" id="{E2BA6DBE-AB97-40F4-95A0-AE9CC21B8F54}"/>
              </a:ext>
            </a:extLst>
          </p:cNvPr>
          <p:cNvSpPr>
            <a:spLocks xmlns:a="http://schemas.openxmlformats.org/drawingml/2006/main" noGrp="1"/>
          </p:cNvSpPr>
          <p:nvPr/>
        </p:nvSpPr>
        <p:spPr>
          <a:xfrm xmlns:a="http://schemas.openxmlformats.org/drawingml/2006/main">
            <a:off x="9144000" y="4610100"/>
            <a:ext cx="0" cy="276225"/>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6" name="입력 문맥을 참조">
            <a:extLst xmlns:a="http://schemas.openxmlformats.org/drawingml/2006/main">
              <a:ext uri="{FF2B5EF4-FFF2-40B4-BE49-F238E27FC236}">
                <a16:creationId xmlns:a16="http://schemas.microsoft.com/office/drawing/2014/main" id="{A374FF1E-6A5B-4C16-9ECB-A185FA874B48}"/>
              </a:ext>
            </a:extLst>
          </p:cNvPr>
          <p:cNvSpPr>
            <a:spLocks xmlns:a="http://schemas.openxmlformats.org/drawingml/2006/main" noGrp="1"/>
          </p:cNvSpPr>
          <p:nvPr/>
        </p:nvSpPr>
        <p:spPr>
          <a:xfrm xmlns:a="http://schemas.openxmlformats.org/drawingml/2006/main">
            <a:off x="6705600" y="5057775"/>
            <a:ext cx="4876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ctr">
              <a:defRPr sz="2250" b="1">
                <a:solidFill>
                  <a:srgbClr val="17262C"/>
                </a:solidFill>
                <a:latin typeface="Noto Sans KR"/>
                <a:ea typeface="Noto Sans KR"/>
                <a:cs typeface="Noto Sans KR"/>
              </a:defRPr>
            </a:defPPr>
            <a:lvl1pPr algn="ctr">
              <a:defRPr sz="2250" b="1">
                <a:solidFill>
                  <a:srgbClr val="17262C"/>
                </a:solidFill>
                <a:latin typeface="Noto Sans KR"/>
                <a:ea typeface="Noto Sans KR"/>
                <a:cs typeface="Noto Sans KR"/>
              </a:defRPr>
            </a:lvl1pPr>
            <a:lvl2pPr algn="ctr">
              <a:defRPr sz="2250" b="1">
                <a:solidFill>
                  <a:srgbClr val="17262C"/>
                </a:solidFill>
                <a:latin typeface="Noto Sans KR"/>
                <a:ea typeface="Noto Sans KR"/>
                <a:cs typeface="Noto Sans KR"/>
              </a:defRPr>
            </a:lvl2pPr>
            <a:lvl3pPr algn="ctr">
              <a:defRPr sz="2250" b="1">
                <a:solidFill>
                  <a:srgbClr val="17262C"/>
                </a:solidFill>
                <a:latin typeface="Noto Sans KR"/>
                <a:ea typeface="Noto Sans KR"/>
                <a:cs typeface="Noto Sans KR"/>
              </a:defRPr>
            </a:lvl3pPr>
            <a:lvl4pPr algn="ctr">
              <a:defRPr sz="2250" b="1">
                <a:solidFill>
                  <a:srgbClr val="17262C"/>
                </a:solidFill>
                <a:latin typeface="Noto Sans KR"/>
                <a:ea typeface="Noto Sans KR"/>
                <a:cs typeface="Noto Sans KR"/>
              </a:defRPr>
            </a:lvl4pPr>
            <a:lvl5pPr algn="ctr">
              <a:defRPr sz="2250" b="1">
                <a:solidFill>
                  <a:srgbClr val="17262C"/>
                </a:solidFill>
                <a:latin typeface="Noto Sans KR"/>
                <a:ea typeface="Noto Sans KR"/>
                <a:cs typeface="Noto Sans KR"/>
              </a:defRPr>
            </a:lvl5pPr>
            <a:lvl6pPr algn="ctr">
              <a:defRPr sz="2250" b="1">
                <a:solidFill>
                  <a:srgbClr val="17262C"/>
                </a:solidFill>
                <a:latin typeface="Noto Sans KR"/>
                <a:ea typeface="Noto Sans KR"/>
                <a:cs typeface="Noto Sans KR"/>
              </a:defRPr>
            </a:lvl6pPr>
            <a:lvl7pPr algn="ctr">
              <a:defRPr sz="2250" b="1">
                <a:solidFill>
                  <a:srgbClr val="17262C"/>
                </a:solidFill>
                <a:latin typeface="Noto Sans KR"/>
                <a:ea typeface="Noto Sans KR"/>
                <a:cs typeface="Noto Sans KR"/>
              </a:defRPr>
            </a:lvl7pPr>
            <a:lvl8pPr algn="ctr">
              <a:defRPr sz="2250" b="1">
                <a:solidFill>
                  <a:srgbClr val="17262C"/>
                </a:solidFill>
                <a:latin typeface="Noto Sans KR"/>
                <a:ea typeface="Noto Sans KR"/>
                <a:cs typeface="Noto Sans KR"/>
              </a:defRPr>
            </a:lvl8pPr>
            <a:lvl9pPr algn="ctr">
              <a:defRPr sz="2250" b="1">
                <a:solidFill>
                  <a:srgbClr val="17262C"/>
                </a:solidFill>
                <a:latin typeface="Noto Sans KR"/>
                <a:ea typeface="Noto Sans KR"/>
                <a:cs typeface="Noto Sans KR"/>
              </a:defRPr>
            </a:lvl9pPr>
          </a:lstStyle>
          <a:p xmlns:a="http://schemas.openxmlformats.org/drawingml/2006/main">
            <a:pPr algn="ctr">
              <a:defRPr sz="2250" b="1">
                <a:solidFill>
                  <a:srgbClr val="17262C"/>
                </a:solidFill>
                <a:latin typeface="Noto Sans KR"/>
                <a:ea typeface="Noto Sans KR"/>
                <a:cs typeface="Noto Sans KR"/>
              </a:defRPr>
            </a:pPr>
            <a:r>
              <a:rPr sz="2250" b="1">
                <a:solidFill>
                  <a:srgbClr val="17262C"/>
                </a:solidFill>
                <a:latin typeface="Noto Sans KR"/>
                <a:ea typeface="Noto Sans KR"/>
                <a:cs typeface="Noto Sans KR"/>
              </a:rPr>
              <a:t>입력 문맥을 참조</a:t>
            </a:r>
          </a:p>
        </p:txBody>
      </p:sp>
      <p:sp>
        <p:nvSpPr>
          <p:cNvPr id="17" name="생성 시에는 이전 출력으로 다음 토큰을 순차 예측">
            <a:extLst xmlns:a="http://schemas.openxmlformats.org/drawingml/2006/main">
              <a:ext uri="{FF2B5EF4-FFF2-40B4-BE49-F238E27FC236}">
                <a16:creationId xmlns:a16="http://schemas.microsoft.com/office/drawing/2014/main" id="{5890615C-2ACA-44E8-AF03-B16F7147DC14}"/>
              </a:ext>
            </a:extLst>
          </p:cNvPr>
          <p:cNvSpPr>
            <a:spLocks xmlns:a="http://schemas.openxmlformats.org/drawingml/2006/main" noGrp="1"/>
          </p:cNvSpPr>
          <p:nvPr/>
        </p:nvSpPr>
        <p:spPr>
          <a:xfrm xmlns:a="http://schemas.openxmlformats.org/drawingml/2006/main">
            <a:off x="6705600" y="5762625"/>
            <a:ext cx="4876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생성 시에는 이전 출력으로</a:t>
            </a:r>
          </a:p>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다음 토큰을 순차 예측</a:t>
            </a:r>
          </a:p>
        </p:txBody>
      </p:sp>
    </p:spTree>
    <p:extLst>
      <p:ext uri="{BB962C8B-B14F-4D97-AF65-F5344CB8AC3E}">
        <p14:creationId xmlns:p14="http://schemas.microsoft.com/office/powerpoint/2010/main" val="38830842"/>
      </p:ext>
    </p:extLst>
  </p:cSld>
</p:sld>
</file>

<file path=ppt/slides/slide10.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1" name="실험 결과와 계산 비용">
            <a:extLst xmlns:a="http://schemas.openxmlformats.org/drawingml/2006/main">
              <a:ext uri="{FF2B5EF4-FFF2-40B4-BE49-F238E27FC236}">
                <a16:creationId xmlns:a16="http://schemas.microsoft.com/office/drawing/2014/main" id="{D2C5844B-1AFE-4C1A-B592-705E0B54C87D}"/>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실험 결과와 계산 비용</a:t>
            </a:r>
          </a:p>
        </p:txBody>
      </p:sp>
      <p:sp>
        <p:nvSpPr>
          <p:cNvPr id="2" name="10">
            <a:extLst xmlns:a="http://schemas.openxmlformats.org/drawingml/2006/main">
              <a:ext uri="{FF2B5EF4-FFF2-40B4-BE49-F238E27FC236}">
                <a16:creationId xmlns:a16="http://schemas.microsoft.com/office/drawing/2014/main" id="{1CB3A016-E4AE-4FDD-80B0-179E13B58B4F}"/>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10</a:t>
            </a:r>
          </a:p>
        </p:txBody>
      </p:sp>
      <p:sp>
        <p:nvSpPr>
          <p:cNvPr id="3" name="WMT 2014 영어→독일어 · newstest2014 · 원문 Table 2">
            <a:extLst xmlns:a="http://schemas.openxmlformats.org/drawingml/2006/main">
              <a:ext uri="{FF2B5EF4-FFF2-40B4-BE49-F238E27FC236}">
                <a16:creationId xmlns:a16="http://schemas.microsoft.com/office/drawing/2014/main" id="{4A522DE4-1191-451B-B2C1-EB495FBFB74D}"/>
              </a:ext>
            </a:extLst>
          </p:cNvPr>
          <p:cNvSpPr>
            <a:spLocks xmlns:a="http://schemas.openxmlformats.org/drawingml/2006/main" noGrp="1"/>
          </p:cNvSpPr>
          <p:nvPr/>
        </p:nvSpPr>
        <p:spPr>
          <a:xfrm xmlns:a="http://schemas.openxmlformats.org/drawingml/2006/main">
            <a:off x="609600" y="139065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WMT 2014 영어→독일어 · newstest2014 · 원문 Table 2</a:t>
            </a:r>
          </a:p>
        </p:txBody>
      </p:sp>
      <p:graphicFrame>
        <p:nvGraphicFramePr>
          <p:cNvPr id="4" name="">
            <a:extLst xmlns:a="http://schemas.openxmlformats.org/drawingml/2006/main">
              <a:ext uri="{FF2B5EF4-FFF2-40B4-BE49-F238E27FC236}">
                <a16:creationId xmlns:a16="http://schemas.microsoft.com/office/drawing/2014/main" id="{F2B286C4-9E76-4A84-B223-048B1294F84E}"/>
              </a:ext>
            </a:extLst>
          </p:cNvPr>
          <p:cNvGraphicFramePr/>
          <p:nvPr/>
        </p:nvGraphicFramePr>
        <p:xfrm>
          <a:off xmlns:a="http://schemas.openxmlformats.org/drawingml/2006/main" x="609600" y="2276475"/>
          <a:ext xmlns:a="http://schemas.openxmlformats.org/drawingml/2006/main" cx="5810250" cy="3000375"/>
        </p:xfrm>
        <a:graphic xmlns:a="http://schemas.openxmlformats.org/drawingml/2006/main">
          <a:graphicData uri="http://schemas.openxmlformats.org/drawingml/2006/table">
            <a:tbl>
              <a:tblPr firstRow="0" firstCol="0" bandRow="0"/>
              <a:tblGrid>
                <a:gridCol w="4191000"/>
                <a:gridCol w="1619250"/>
              </a:tblGrid>
              <a:tr h="600075">
                <a:tc>
                  <a:txBody>
                    <a:bodyPr lIns="114300" tIns="114300" rIns="114300" bIns="114300"/>
                    <a:lstStyle/>
                    <a:p>
                      <a:r>
                        <a:rPr sz="1575" b="1">
                          <a:solidFill>
                            <a:srgbClr val="657578"/>
                          </a:solidFill>
                          <a:latin typeface="Noto Sans KR"/>
                          <a:ea typeface="Noto Sans KR"/>
                          <a:cs typeface="Noto Sans KR"/>
                        </a:rPr>
                        <a:t>모델</a:t>
                      </a:r>
                    </a:p>
                  </a:txBody>
                  <a:tcPr marL="91440" marR="91440" marT="45720" marB="45720" anchor="ctr">
                    <a:lnL w="9525">
                      <a:solidFill>
                        <a:srgbClr val="B3C3C1"/>
                      </a:solidFill>
                      <a:prstDash val="solid"/>
                    </a:lnL>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c>
                  <a:txBody>
                    <a:bodyPr lIns="114300" tIns="114300" rIns="114300" bIns="114300"/>
                    <a:lstStyle/>
                    <a:p>
                      <a:r>
                        <a:rPr sz="1575" b="1">
                          <a:solidFill>
                            <a:srgbClr val="657578"/>
                          </a:solidFill>
                          <a:latin typeface="Noto Sans KR"/>
                          <a:ea typeface="Noto Sans KR"/>
                          <a:cs typeface="Noto Sans KR"/>
                        </a:rPr>
                        <a:t>BLEU</a:t>
                      </a:r>
                    </a:p>
                  </a:txBody>
                  <a:tcPr marL="91440" marR="91440" marT="45720" marB="45720" anchor="ctr">
                    <a:lnR w="9525">
                      <a:solidFill>
                        <a:srgbClr val="B3C3C1"/>
                      </a:solidFill>
                      <a:prstDash val="solid"/>
                    </a:lnR>
                    <a:lnT w="9525">
                      <a:solidFill>
                        <a:srgbClr val="B3C3C1"/>
                      </a:solidFill>
                      <a:prstDash val="solid"/>
                    </a:lnT>
                    <a:lnB w="9525">
                      <a:solidFill>
                        <a:srgbClr val="B3C3C1"/>
                      </a:solidFill>
                      <a:prstDash val="solid"/>
                    </a:lnB>
                    <a:solidFill>
                      <a:srgbClr val="EFF7F4"/>
                    </a:solidFill>
                  </a:tcPr>
                </a:tc>
              </a:tr>
              <a:tr h="600075">
                <a:tc>
                  <a:txBody>
                    <a:bodyPr lIns="114300" tIns="114300" rIns="114300" bIns="114300"/>
                    <a:lstStyle/>
                    <a:p>
                      <a:r>
                        <a:rPr sz="1800" b="0">
                          <a:solidFill>
                            <a:srgbClr val="17262C"/>
                          </a:solidFill>
                          <a:latin typeface="Noto Sans KR"/>
                          <a:ea typeface="Noto Sans KR"/>
                          <a:cs typeface="Noto Sans KR"/>
                        </a:rPr>
                        <a:t>GNMT + RL</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24.6</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600075">
                <a:tc>
                  <a:txBody>
                    <a:bodyPr lIns="114300" tIns="114300" rIns="114300" bIns="114300"/>
                    <a:lstStyle/>
                    <a:p>
                      <a:r>
                        <a:rPr sz="1800" b="0">
                          <a:solidFill>
                            <a:srgbClr val="17262C"/>
                          </a:solidFill>
                          <a:latin typeface="Noto Sans KR"/>
                          <a:ea typeface="Noto Sans KR"/>
                          <a:cs typeface="Noto Sans KR"/>
                        </a:rPr>
                        <a:t>ConvS2S</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25.16</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600075">
                <a:tc>
                  <a:txBody>
                    <a:bodyPr lIns="114300" tIns="114300" rIns="114300" bIns="114300"/>
                    <a:lstStyle/>
                    <a:p>
                      <a:r>
                        <a:rPr sz="1800" b="0">
                          <a:solidFill>
                            <a:srgbClr val="17262C"/>
                          </a:solidFill>
                          <a:latin typeface="Noto Sans KR"/>
                          <a:ea typeface="Noto Sans KR"/>
                          <a:cs typeface="Noto Sans KR"/>
                        </a:rPr>
                        <a:t>Transformer base</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27.3</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r h="600075">
                <a:tc>
                  <a:txBody>
                    <a:bodyPr lIns="114300" tIns="114300" rIns="114300" bIns="114300"/>
                    <a:lstStyle/>
                    <a:p>
                      <a:r>
                        <a:rPr sz="1800" b="0">
                          <a:solidFill>
                            <a:srgbClr val="17262C"/>
                          </a:solidFill>
                          <a:latin typeface="Noto Sans KR"/>
                          <a:ea typeface="Noto Sans KR"/>
                          <a:cs typeface="Noto Sans KR"/>
                        </a:rPr>
                        <a:t>Transformer big</a:t>
                      </a:r>
                    </a:p>
                  </a:txBody>
                  <a:tcPr marL="91440" marR="91440" marT="45720" marB="45720" anchor="ctr">
                    <a:lnL w="9525">
                      <a:solidFill>
                        <a:srgbClr val="B3C3C1"/>
                      </a:solidFill>
                      <a:prstDash val="solid"/>
                    </a:lnL>
                    <a:lnR w="9525">
                      <a:solidFill>
                        <a:srgbClr val="B3C3C1"/>
                      </a:solidFill>
                      <a:prstDash val="solid"/>
                    </a:lnR>
                    <a:lnB w="9525">
                      <a:solidFill>
                        <a:srgbClr val="B3C3C1"/>
                      </a:solidFill>
                      <a:prstDash val="solid"/>
                    </a:lnB>
                    <a:solidFill>
                      <a:srgbClr val="FCFDFC"/>
                    </a:solidFill>
                  </a:tcPr>
                </a:tc>
                <a:tc>
                  <a:txBody>
                    <a:bodyPr lIns="114300" tIns="114300" rIns="114300" bIns="114300"/>
                    <a:lstStyle/>
                    <a:p>
                      <a:r>
                        <a:rPr sz="1800" b="0">
                          <a:solidFill>
                            <a:srgbClr val="17262C"/>
                          </a:solidFill>
                          <a:latin typeface="Noto Sans KR"/>
                          <a:ea typeface="Noto Sans KR"/>
                          <a:cs typeface="Noto Sans KR"/>
                        </a:rPr>
                        <a:t>28.4</a:t>
                      </a:r>
                    </a:p>
                  </a:txBody>
                  <a:tcPr marL="91440" marR="91440" marT="45720" marB="45720" anchor="ctr">
                    <a:lnR w="9525">
                      <a:solidFill>
                        <a:srgbClr val="B3C3C1"/>
                      </a:solidFill>
                      <a:prstDash val="solid"/>
                    </a:lnR>
                    <a:lnB w="9525">
                      <a:solidFill>
                        <a:srgbClr val="B3C3C1"/>
                      </a:solidFill>
                      <a:prstDash val="solid"/>
                    </a:lnB>
                    <a:solidFill>
                      <a:srgbClr val="FCFDFC"/>
                    </a:solidFill>
                  </a:tcPr>
                </a:tc>
              </a:tr>
            </a:tbl>
          </a:graphicData>
        </a:graphic>
      </p:graphicFrame>
      <p:sp>
        <p:nvSpPr>
          <p:cNvPr id="5" name="BLEU: 높을수록 좋은 번역 평가지표">
            <a:extLst xmlns:a="http://schemas.openxmlformats.org/drawingml/2006/main">
              <a:ext uri="{FF2B5EF4-FFF2-40B4-BE49-F238E27FC236}">
                <a16:creationId xmlns:a16="http://schemas.microsoft.com/office/drawing/2014/main" id="{6E401AA8-9CF0-4179-8047-A0A1F02ECE92}"/>
              </a:ext>
            </a:extLst>
          </p:cNvPr>
          <p:cNvSpPr>
            <a:spLocks xmlns:a="http://schemas.openxmlformats.org/drawingml/2006/main" noGrp="1"/>
          </p:cNvSpPr>
          <p:nvPr/>
        </p:nvSpPr>
        <p:spPr>
          <a:xfrm xmlns:a="http://schemas.openxmlformats.org/drawingml/2006/main">
            <a:off x="609600" y="5534025"/>
            <a:ext cx="5810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75" b="0">
                <a:solidFill>
                  <a:srgbClr val="657578"/>
                </a:solidFill>
                <a:latin typeface="Noto Sans KR"/>
                <a:ea typeface="Noto Sans KR"/>
                <a:cs typeface="Noto Sans KR"/>
              </a:defRPr>
            </a:defPPr>
            <a:lvl1pPr algn="l">
              <a:defRPr sz="1575" b="0">
                <a:solidFill>
                  <a:srgbClr val="657578"/>
                </a:solidFill>
                <a:latin typeface="Noto Sans KR"/>
                <a:ea typeface="Noto Sans KR"/>
                <a:cs typeface="Noto Sans KR"/>
              </a:defRPr>
            </a:lvl1pPr>
            <a:lvl2pPr algn="l">
              <a:defRPr sz="1575" b="0">
                <a:solidFill>
                  <a:srgbClr val="657578"/>
                </a:solidFill>
                <a:latin typeface="Noto Sans KR"/>
                <a:ea typeface="Noto Sans KR"/>
                <a:cs typeface="Noto Sans KR"/>
              </a:defRPr>
            </a:lvl2pPr>
            <a:lvl3pPr algn="l">
              <a:defRPr sz="1575" b="0">
                <a:solidFill>
                  <a:srgbClr val="657578"/>
                </a:solidFill>
                <a:latin typeface="Noto Sans KR"/>
                <a:ea typeface="Noto Sans KR"/>
                <a:cs typeface="Noto Sans KR"/>
              </a:defRPr>
            </a:lvl3pPr>
            <a:lvl4pPr algn="l">
              <a:defRPr sz="1575" b="0">
                <a:solidFill>
                  <a:srgbClr val="657578"/>
                </a:solidFill>
                <a:latin typeface="Noto Sans KR"/>
                <a:ea typeface="Noto Sans KR"/>
                <a:cs typeface="Noto Sans KR"/>
              </a:defRPr>
            </a:lvl4pPr>
            <a:lvl5pPr algn="l">
              <a:defRPr sz="1575" b="0">
                <a:solidFill>
                  <a:srgbClr val="657578"/>
                </a:solidFill>
                <a:latin typeface="Noto Sans KR"/>
                <a:ea typeface="Noto Sans KR"/>
                <a:cs typeface="Noto Sans KR"/>
              </a:defRPr>
            </a:lvl5pPr>
            <a:lvl6pPr algn="l">
              <a:defRPr sz="1575" b="0">
                <a:solidFill>
                  <a:srgbClr val="657578"/>
                </a:solidFill>
                <a:latin typeface="Noto Sans KR"/>
                <a:ea typeface="Noto Sans KR"/>
                <a:cs typeface="Noto Sans KR"/>
              </a:defRPr>
            </a:lvl6pPr>
            <a:lvl7pPr algn="l">
              <a:defRPr sz="1575" b="0">
                <a:solidFill>
                  <a:srgbClr val="657578"/>
                </a:solidFill>
                <a:latin typeface="Noto Sans KR"/>
                <a:ea typeface="Noto Sans KR"/>
                <a:cs typeface="Noto Sans KR"/>
              </a:defRPr>
            </a:lvl7pPr>
            <a:lvl8pPr algn="l">
              <a:defRPr sz="1575" b="0">
                <a:solidFill>
                  <a:srgbClr val="657578"/>
                </a:solidFill>
                <a:latin typeface="Noto Sans KR"/>
                <a:ea typeface="Noto Sans KR"/>
                <a:cs typeface="Noto Sans KR"/>
              </a:defRPr>
            </a:lvl8pPr>
            <a:lvl9pPr algn="l">
              <a:defRPr sz="1575" b="0">
                <a:solidFill>
                  <a:srgbClr val="657578"/>
                </a:solidFill>
                <a:latin typeface="Noto Sans KR"/>
                <a:ea typeface="Noto Sans KR"/>
                <a:cs typeface="Noto Sans KR"/>
              </a:defRPr>
            </a:lvl9pPr>
          </a:lstStyle>
          <a:p xmlns:a="http://schemas.openxmlformats.org/drawingml/2006/main">
            <a:pPr algn="l">
              <a:defRPr sz="1575" b="0">
                <a:solidFill>
                  <a:srgbClr val="657578"/>
                </a:solidFill>
                <a:latin typeface="Noto Sans KR"/>
                <a:ea typeface="Noto Sans KR"/>
                <a:cs typeface="Noto Sans KR"/>
              </a:defRPr>
            </a:pPr>
            <a:r>
              <a:rPr sz="1575" b="0">
                <a:solidFill>
                  <a:srgbClr val="657578"/>
                </a:solidFill>
                <a:latin typeface="Noto Sans KR"/>
                <a:ea typeface="Noto Sans KR"/>
                <a:cs typeface="Noto Sans KR"/>
              </a:rPr>
              <a:t>BLEU: 높을수록 좋은 번역 평가지표</a:t>
            </a:r>
          </a:p>
        </p:txBody>
      </p:sp>
      <p:sp>
        <p:nvSpPr>
          <p:cNvPr id="6" name="긴 입력의 비용">
            <a:extLst xmlns:a="http://schemas.openxmlformats.org/drawingml/2006/main">
              <a:ext uri="{FF2B5EF4-FFF2-40B4-BE49-F238E27FC236}">
                <a16:creationId xmlns:a16="http://schemas.microsoft.com/office/drawing/2014/main" id="{46839F28-6B5A-4147-8CDD-D460EE9A90CC}"/>
              </a:ext>
            </a:extLst>
          </p:cNvPr>
          <p:cNvSpPr>
            <a:spLocks xmlns:a="http://schemas.openxmlformats.org/drawingml/2006/main" noGrp="1"/>
          </p:cNvSpPr>
          <p:nvPr/>
        </p:nvSpPr>
        <p:spPr>
          <a:xfrm xmlns:a="http://schemas.openxmlformats.org/drawingml/2006/main">
            <a:off x="7315200" y="2305050"/>
            <a:ext cx="4267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1">
                <a:solidFill>
                  <a:srgbClr val="17262C"/>
                </a:solidFill>
                <a:latin typeface="Noto Sans KR"/>
                <a:ea typeface="Noto Sans KR"/>
                <a:cs typeface="Noto Sans KR"/>
              </a:defRPr>
            </a:defPPr>
            <a:lvl1pPr algn="l">
              <a:defRPr sz="2025" b="1">
                <a:solidFill>
                  <a:srgbClr val="17262C"/>
                </a:solidFill>
                <a:latin typeface="Noto Sans KR"/>
                <a:ea typeface="Noto Sans KR"/>
                <a:cs typeface="Noto Sans KR"/>
              </a:defRPr>
            </a:lvl1pPr>
            <a:lvl2pPr algn="l">
              <a:defRPr sz="2025" b="1">
                <a:solidFill>
                  <a:srgbClr val="17262C"/>
                </a:solidFill>
                <a:latin typeface="Noto Sans KR"/>
                <a:ea typeface="Noto Sans KR"/>
                <a:cs typeface="Noto Sans KR"/>
              </a:defRPr>
            </a:lvl2pPr>
            <a:lvl3pPr algn="l">
              <a:defRPr sz="2025" b="1">
                <a:solidFill>
                  <a:srgbClr val="17262C"/>
                </a:solidFill>
                <a:latin typeface="Noto Sans KR"/>
                <a:ea typeface="Noto Sans KR"/>
                <a:cs typeface="Noto Sans KR"/>
              </a:defRPr>
            </a:lvl3pPr>
            <a:lvl4pPr algn="l">
              <a:defRPr sz="2025" b="1">
                <a:solidFill>
                  <a:srgbClr val="17262C"/>
                </a:solidFill>
                <a:latin typeface="Noto Sans KR"/>
                <a:ea typeface="Noto Sans KR"/>
                <a:cs typeface="Noto Sans KR"/>
              </a:defRPr>
            </a:lvl4pPr>
            <a:lvl5pPr algn="l">
              <a:defRPr sz="2025" b="1">
                <a:solidFill>
                  <a:srgbClr val="17262C"/>
                </a:solidFill>
                <a:latin typeface="Noto Sans KR"/>
                <a:ea typeface="Noto Sans KR"/>
                <a:cs typeface="Noto Sans KR"/>
              </a:defRPr>
            </a:lvl5pPr>
            <a:lvl6pPr algn="l">
              <a:defRPr sz="2025" b="1">
                <a:solidFill>
                  <a:srgbClr val="17262C"/>
                </a:solidFill>
                <a:latin typeface="Noto Sans KR"/>
                <a:ea typeface="Noto Sans KR"/>
                <a:cs typeface="Noto Sans KR"/>
              </a:defRPr>
            </a:lvl6pPr>
            <a:lvl7pPr algn="l">
              <a:defRPr sz="2025" b="1">
                <a:solidFill>
                  <a:srgbClr val="17262C"/>
                </a:solidFill>
                <a:latin typeface="Noto Sans KR"/>
                <a:ea typeface="Noto Sans KR"/>
                <a:cs typeface="Noto Sans KR"/>
              </a:defRPr>
            </a:lvl7pPr>
            <a:lvl8pPr algn="l">
              <a:defRPr sz="2025" b="1">
                <a:solidFill>
                  <a:srgbClr val="17262C"/>
                </a:solidFill>
                <a:latin typeface="Noto Sans KR"/>
                <a:ea typeface="Noto Sans KR"/>
                <a:cs typeface="Noto Sans KR"/>
              </a:defRPr>
            </a:lvl8pPr>
            <a:lvl9pPr algn="l">
              <a:defRPr sz="2025" b="1">
                <a:solidFill>
                  <a:srgbClr val="17262C"/>
                </a:solidFill>
                <a:latin typeface="Noto Sans KR"/>
                <a:ea typeface="Noto Sans KR"/>
                <a:cs typeface="Noto Sans KR"/>
              </a:defRPr>
            </a:lvl9pPr>
          </a:lstStyle>
          <a:p xmlns:a="http://schemas.openxmlformats.org/drawingml/2006/main">
            <a:pPr algn="l">
              <a:defRPr sz="2025" b="1">
                <a:solidFill>
                  <a:srgbClr val="17262C"/>
                </a:solidFill>
                <a:latin typeface="Noto Sans KR"/>
                <a:ea typeface="Noto Sans KR"/>
                <a:cs typeface="Noto Sans KR"/>
              </a:defRPr>
            </a:pPr>
            <a:r>
              <a:rPr sz="2025" b="1">
                <a:solidFill>
                  <a:srgbClr val="17262C"/>
                </a:solidFill>
                <a:latin typeface="Noto Sans KR"/>
                <a:ea typeface="Noto Sans KR"/>
                <a:cs typeface="Noto Sans KR"/>
              </a:rPr>
              <a:t>긴 입력의 비용</a:t>
            </a:r>
          </a:p>
        </p:txBody>
      </p:sp>
      <p:sp>
        <p:nvSpPr>
          <p:cNvPr id="7" name="O(n²d)">
            <a:extLst xmlns:a="http://schemas.openxmlformats.org/drawingml/2006/main">
              <a:ext uri="{FF2B5EF4-FFF2-40B4-BE49-F238E27FC236}">
                <a16:creationId xmlns:a16="http://schemas.microsoft.com/office/drawing/2014/main" id="{B975F4D3-AC74-4D94-9F14-397D7E86D964}"/>
              </a:ext>
            </a:extLst>
          </p:cNvPr>
          <p:cNvSpPr>
            <a:spLocks xmlns:a="http://schemas.openxmlformats.org/drawingml/2006/main" noGrp="1"/>
          </p:cNvSpPr>
          <p:nvPr/>
        </p:nvSpPr>
        <p:spPr>
          <a:xfrm xmlns:a="http://schemas.openxmlformats.org/drawingml/2006/main">
            <a:off x="7315200" y="3000375"/>
            <a:ext cx="42672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900" b="1">
                <a:solidFill>
                  <a:srgbClr val="17262C"/>
                </a:solidFill>
                <a:latin typeface="Noto Sans KR"/>
                <a:ea typeface="Noto Sans KR"/>
                <a:cs typeface="Noto Sans KR"/>
              </a:defRPr>
            </a:defPPr>
            <a:lvl1pPr algn="l">
              <a:defRPr sz="3900" b="1">
                <a:solidFill>
                  <a:srgbClr val="17262C"/>
                </a:solidFill>
                <a:latin typeface="Noto Sans KR"/>
                <a:ea typeface="Noto Sans KR"/>
                <a:cs typeface="Noto Sans KR"/>
              </a:defRPr>
            </a:lvl1pPr>
            <a:lvl2pPr algn="l">
              <a:defRPr sz="3900" b="1">
                <a:solidFill>
                  <a:srgbClr val="17262C"/>
                </a:solidFill>
                <a:latin typeface="Noto Sans KR"/>
                <a:ea typeface="Noto Sans KR"/>
                <a:cs typeface="Noto Sans KR"/>
              </a:defRPr>
            </a:lvl2pPr>
            <a:lvl3pPr algn="l">
              <a:defRPr sz="3900" b="1">
                <a:solidFill>
                  <a:srgbClr val="17262C"/>
                </a:solidFill>
                <a:latin typeface="Noto Sans KR"/>
                <a:ea typeface="Noto Sans KR"/>
                <a:cs typeface="Noto Sans KR"/>
              </a:defRPr>
            </a:lvl3pPr>
            <a:lvl4pPr algn="l">
              <a:defRPr sz="3900" b="1">
                <a:solidFill>
                  <a:srgbClr val="17262C"/>
                </a:solidFill>
                <a:latin typeface="Noto Sans KR"/>
                <a:ea typeface="Noto Sans KR"/>
                <a:cs typeface="Noto Sans KR"/>
              </a:defRPr>
            </a:lvl4pPr>
            <a:lvl5pPr algn="l">
              <a:defRPr sz="3900" b="1">
                <a:solidFill>
                  <a:srgbClr val="17262C"/>
                </a:solidFill>
                <a:latin typeface="Noto Sans KR"/>
                <a:ea typeface="Noto Sans KR"/>
                <a:cs typeface="Noto Sans KR"/>
              </a:defRPr>
            </a:lvl5pPr>
            <a:lvl6pPr algn="l">
              <a:defRPr sz="3900" b="1">
                <a:solidFill>
                  <a:srgbClr val="17262C"/>
                </a:solidFill>
                <a:latin typeface="Noto Sans KR"/>
                <a:ea typeface="Noto Sans KR"/>
                <a:cs typeface="Noto Sans KR"/>
              </a:defRPr>
            </a:lvl6pPr>
            <a:lvl7pPr algn="l">
              <a:defRPr sz="3900" b="1">
                <a:solidFill>
                  <a:srgbClr val="17262C"/>
                </a:solidFill>
                <a:latin typeface="Noto Sans KR"/>
                <a:ea typeface="Noto Sans KR"/>
                <a:cs typeface="Noto Sans KR"/>
              </a:defRPr>
            </a:lvl7pPr>
            <a:lvl8pPr algn="l">
              <a:defRPr sz="3900" b="1">
                <a:solidFill>
                  <a:srgbClr val="17262C"/>
                </a:solidFill>
                <a:latin typeface="Noto Sans KR"/>
                <a:ea typeface="Noto Sans KR"/>
                <a:cs typeface="Noto Sans KR"/>
              </a:defRPr>
            </a:lvl8pPr>
            <a:lvl9pPr algn="l">
              <a:defRPr sz="3900" b="1">
                <a:solidFill>
                  <a:srgbClr val="17262C"/>
                </a:solidFill>
                <a:latin typeface="Noto Sans KR"/>
                <a:ea typeface="Noto Sans KR"/>
                <a:cs typeface="Noto Sans KR"/>
              </a:defRPr>
            </a:lvl9pPr>
          </a:lstStyle>
          <a:p xmlns:a="http://schemas.openxmlformats.org/drawingml/2006/main">
            <a:pPr algn="l">
              <a:defRPr sz="3900" b="1">
                <a:solidFill>
                  <a:srgbClr val="17262C"/>
                </a:solidFill>
                <a:latin typeface="Noto Sans KR"/>
                <a:ea typeface="Noto Sans KR"/>
                <a:cs typeface="Noto Sans KR"/>
              </a:defRPr>
            </a:pPr>
            <a:r>
              <a:rPr sz="3900" b="1">
                <a:solidFill>
                  <a:srgbClr val="17262C"/>
                </a:solidFill>
                <a:latin typeface="Noto Sans KR"/>
                <a:ea typeface="Noto Sans KR"/>
                <a:cs typeface="Noto Sans KR"/>
              </a:rPr>
              <a:t>O(n²d)</a:t>
            </a:r>
          </a:p>
        </p:txBody>
      </p:sp>
      <p:sp>
        <p:nvSpPr>
          <p:cNvPr id="8" name="전체 self-attention의 층당 계산량">
            <a:extLst xmlns:a="http://schemas.openxmlformats.org/drawingml/2006/main">
              <a:ext uri="{FF2B5EF4-FFF2-40B4-BE49-F238E27FC236}">
                <a16:creationId xmlns:a16="http://schemas.microsoft.com/office/drawing/2014/main" id="{D47AF909-3218-4961-9680-DC54B55A7E87}"/>
              </a:ext>
            </a:extLst>
          </p:cNvPr>
          <p:cNvSpPr>
            <a:spLocks xmlns:a="http://schemas.openxmlformats.org/drawingml/2006/main" noGrp="1"/>
          </p:cNvSpPr>
          <p:nvPr/>
        </p:nvSpPr>
        <p:spPr>
          <a:xfrm xmlns:a="http://schemas.openxmlformats.org/drawingml/2006/main">
            <a:off x="7315200" y="4010025"/>
            <a:ext cx="4267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2025" b="0">
                <a:solidFill>
                  <a:srgbClr val="17262C"/>
                </a:solidFill>
                <a:latin typeface="Noto Sans KR"/>
                <a:ea typeface="Noto Sans KR"/>
                <a:cs typeface="Noto Sans KR"/>
              </a:defRPr>
            </a:defPPr>
            <a:lvl1pPr algn="l">
              <a:defRPr sz="2025" b="0">
                <a:solidFill>
                  <a:srgbClr val="17262C"/>
                </a:solidFill>
                <a:latin typeface="Noto Sans KR"/>
                <a:ea typeface="Noto Sans KR"/>
                <a:cs typeface="Noto Sans KR"/>
              </a:defRPr>
            </a:lvl1pPr>
            <a:lvl2pPr algn="l">
              <a:defRPr sz="2025" b="0">
                <a:solidFill>
                  <a:srgbClr val="17262C"/>
                </a:solidFill>
                <a:latin typeface="Noto Sans KR"/>
                <a:ea typeface="Noto Sans KR"/>
                <a:cs typeface="Noto Sans KR"/>
              </a:defRPr>
            </a:lvl2pPr>
            <a:lvl3pPr algn="l">
              <a:defRPr sz="2025" b="0">
                <a:solidFill>
                  <a:srgbClr val="17262C"/>
                </a:solidFill>
                <a:latin typeface="Noto Sans KR"/>
                <a:ea typeface="Noto Sans KR"/>
                <a:cs typeface="Noto Sans KR"/>
              </a:defRPr>
            </a:lvl3pPr>
            <a:lvl4pPr algn="l">
              <a:defRPr sz="2025" b="0">
                <a:solidFill>
                  <a:srgbClr val="17262C"/>
                </a:solidFill>
                <a:latin typeface="Noto Sans KR"/>
                <a:ea typeface="Noto Sans KR"/>
                <a:cs typeface="Noto Sans KR"/>
              </a:defRPr>
            </a:lvl4pPr>
            <a:lvl5pPr algn="l">
              <a:defRPr sz="2025" b="0">
                <a:solidFill>
                  <a:srgbClr val="17262C"/>
                </a:solidFill>
                <a:latin typeface="Noto Sans KR"/>
                <a:ea typeface="Noto Sans KR"/>
                <a:cs typeface="Noto Sans KR"/>
              </a:defRPr>
            </a:lvl5pPr>
            <a:lvl6pPr algn="l">
              <a:defRPr sz="2025" b="0">
                <a:solidFill>
                  <a:srgbClr val="17262C"/>
                </a:solidFill>
                <a:latin typeface="Noto Sans KR"/>
                <a:ea typeface="Noto Sans KR"/>
                <a:cs typeface="Noto Sans KR"/>
              </a:defRPr>
            </a:lvl6pPr>
            <a:lvl7pPr algn="l">
              <a:defRPr sz="2025" b="0">
                <a:solidFill>
                  <a:srgbClr val="17262C"/>
                </a:solidFill>
                <a:latin typeface="Noto Sans KR"/>
                <a:ea typeface="Noto Sans KR"/>
                <a:cs typeface="Noto Sans KR"/>
              </a:defRPr>
            </a:lvl7pPr>
            <a:lvl8pPr algn="l">
              <a:defRPr sz="2025" b="0">
                <a:solidFill>
                  <a:srgbClr val="17262C"/>
                </a:solidFill>
                <a:latin typeface="Noto Sans KR"/>
                <a:ea typeface="Noto Sans KR"/>
                <a:cs typeface="Noto Sans KR"/>
              </a:defRPr>
            </a:lvl8pPr>
            <a:lvl9pPr algn="l">
              <a:defRPr sz="2025" b="0">
                <a:solidFill>
                  <a:srgbClr val="17262C"/>
                </a:solidFill>
                <a:latin typeface="Noto Sans KR"/>
                <a:ea typeface="Noto Sans KR"/>
                <a:cs typeface="Noto Sans KR"/>
              </a:defRPr>
            </a:lvl9pPr>
          </a:lstStyle>
          <a:p xmlns:a="http://schemas.openxmlformats.org/drawingml/2006/main">
            <a:pPr algn="l">
              <a:defRPr sz="2025" b="0">
                <a:solidFill>
                  <a:srgbClr val="17262C"/>
                </a:solidFill>
                <a:latin typeface="Noto Sans KR"/>
                <a:ea typeface="Noto Sans KR"/>
                <a:cs typeface="Noto Sans KR"/>
              </a:defRPr>
            </a:pPr>
            <a:r>
              <a:rPr sz="2025" b="0">
                <a:solidFill>
                  <a:srgbClr val="17262C"/>
                </a:solidFill>
                <a:latin typeface="Noto Sans KR"/>
                <a:ea typeface="Noto Sans KR"/>
                <a:cs typeface="Noto Sans KR"/>
              </a:rPr>
              <a:t>전체 self-attention의</a:t>
            </a:r>
          </a:p>
          <a:p xmlns:a="http://schemas.openxmlformats.org/drawingml/2006/main">
            <a:pPr algn="l">
              <a:defRPr sz="2025" b="0">
                <a:solidFill>
                  <a:srgbClr val="17262C"/>
                </a:solidFill>
                <a:latin typeface="Noto Sans KR"/>
                <a:ea typeface="Noto Sans KR"/>
                <a:cs typeface="Noto Sans KR"/>
              </a:defRPr>
            </a:pPr>
            <a:r>
              <a:rPr sz="2025" b="0">
                <a:solidFill>
                  <a:srgbClr val="17262C"/>
                </a:solidFill>
                <a:latin typeface="Noto Sans KR"/>
                <a:ea typeface="Noto Sans KR"/>
                <a:cs typeface="Noto Sans KR"/>
              </a:rPr>
              <a:t>층당 계산량</a:t>
            </a:r>
          </a:p>
        </p:txBody>
      </p:sp>
      <p:sp>
        <p:nvSpPr>
          <p:cNvPr id="9" name="토큰 쌍의 수는 n²로 증가 생성 단계의 순차성도 남음">
            <a:extLst xmlns:a="http://schemas.openxmlformats.org/drawingml/2006/main">
              <a:ext uri="{FF2B5EF4-FFF2-40B4-BE49-F238E27FC236}">
                <a16:creationId xmlns:a16="http://schemas.microsoft.com/office/drawing/2014/main" id="{60710F94-8B1F-4A9D-9695-B54AB03A655B}"/>
              </a:ext>
            </a:extLst>
          </p:cNvPr>
          <p:cNvSpPr>
            <a:spLocks xmlns:a="http://schemas.openxmlformats.org/drawingml/2006/main" noGrp="1"/>
          </p:cNvSpPr>
          <p:nvPr/>
        </p:nvSpPr>
        <p:spPr>
          <a:xfrm xmlns:a="http://schemas.openxmlformats.org/drawingml/2006/main">
            <a:off x="7315200" y="5219700"/>
            <a:ext cx="4267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725" b="0">
                <a:solidFill>
                  <a:srgbClr val="657578"/>
                </a:solidFill>
                <a:latin typeface="Noto Sans KR"/>
                <a:ea typeface="Noto Sans KR"/>
                <a:cs typeface="Noto Sans KR"/>
              </a:defRPr>
            </a:defPPr>
            <a:lvl1pPr algn="l">
              <a:defRPr sz="1725" b="0">
                <a:solidFill>
                  <a:srgbClr val="657578"/>
                </a:solidFill>
                <a:latin typeface="Noto Sans KR"/>
                <a:ea typeface="Noto Sans KR"/>
                <a:cs typeface="Noto Sans KR"/>
              </a:defRPr>
            </a:lvl1pPr>
            <a:lvl2pPr algn="l">
              <a:defRPr sz="1725" b="0">
                <a:solidFill>
                  <a:srgbClr val="657578"/>
                </a:solidFill>
                <a:latin typeface="Noto Sans KR"/>
                <a:ea typeface="Noto Sans KR"/>
                <a:cs typeface="Noto Sans KR"/>
              </a:defRPr>
            </a:lvl2pPr>
            <a:lvl3pPr algn="l">
              <a:defRPr sz="1725" b="0">
                <a:solidFill>
                  <a:srgbClr val="657578"/>
                </a:solidFill>
                <a:latin typeface="Noto Sans KR"/>
                <a:ea typeface="Noto Sans KR"/>
                <a:cs typeface="Noto Sans KR"/>
              </a:defRPr>
            </a:lvl3pPr>
            <a:lvl4pPr algn="l">
              <a:defRPr sz="1725" b="0">
                <a:solidFill>
                  <a:srgbClr val="657578"/>
                </a:solidFill>
                <a:latin typeface="Noto Sans KR"/>
                <a:ea typeface="Noto Sans KR"/>
                <a:cs typeface="Noto Sans KR"/>
              </a:defRPr>
            </a:lvl4pPr>
            <a:lvl5pPr algn="l">
              <a:defRPr sz="1725" b="0">
                <a:solidFill>
                  <a:srgbClr val="657578"/>
                </a:solidFill>
                <a:latin typeface="Noto Sans KR"/>
                <a:ea typeface="Noto Sans KR"/>
                <a:cs typeface="Noto Sans KR"/>
              </a:defRPr>
            </a:lvl5pPr>
            <a:lvl6pPr algn="l">
              <a:defRPr sz="1725" b="0">
                <a:solidFill>
                  <a:srgbClr val="657578"/>
                </a:solidFill>
                <a:latin typeface="Noto Sans KR"/>
                <a:ea typeface="Noto Sans KR"/>
                <a:cs typeface="Noto Sans KR"/>
              </a:defRPr>
            </a:lvl6pPr>
            <a:lvl7pPr algn="l">
              <a:defRPr sz="1725" b="0">
                <a:solidFill>
                  <a:srgbClr val="657578"/>
                </a:solidFill>
                <a:latin typeface="Noto Sans KR"/>
                <a:ea typeface="Noto Sans KR"/>
                <a:cs typeface="Noto Sans KR"/>
              </a:defRPr>
            </a:lvl7pPr>
            <a:lvl8pPr algn="l">
              <a:defRPr sz="1725" b="0">
                <a:solidFill>
                  <a:srgbClr val="657578"/>
                </a:solidFill>
                <a:latin typeface="Noto Sans KR"/>
                <a:ea typeface="Noto Sans KR"/>
                <a:cs typeface="Noto Sans KR"/>
              </a:defRPr>
            </a:lvl8pPr>
            <a:lvl9pPr algn="l">
              <a:defRPr sz="1725" b="0">
                <a:solidFill>
                  <a:srgbClr val="657578"/>
                </a:solidFill>
                <a:latin typeface="Noto Sans KR"/>
                <a:ea typeface="Noto Sans KR"/>
                <a:cs typeface="Noto Sans KR"/>
              </a:defRPr>
            </a:lvl9pPr>
          </a:lstStyle>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토큰 쌍의 수는 n²로 증가</a:t>
            </a:r>
          </a:p>
          <a:p xmlns:a="http://schemas.openxmlformats.org/drawingml/2006/main">
            <a:pPr algn="l">
              <a:defRPr sz="1725" b="0">
                <a:solidFill>
                  <a:srgbClr val="657578"/>
                </a:solidFill>
                <a:latin typeface="Noto Sans KR"/>
                <a:ea typeface="Noto Sans KR"/>
                <a:cs typeface="Noto Sans KR"/>
              </a:defRPr>
            </a:pPr>
            <a:r>
              <a:rPr sz="1725" b="0">
                <a:solidFill>
                  <a:srgbClr val="657578"/>
                </a:solidFill>
                <a:latin typeface="Noto Sans KR"/>
                <a:ea typeface="Noto Sans KR"/>
                <a:cs typeface="Noto Sans KR"/>
              </a:rPr>
              <a:t>생성 단계의 순차성도 남음</a:t>
            </a:r>
          </a:p>
        </p:txBody>
      </p:sp>
      <p:sp>
        <p:nvSpPr>
          <p:cNvPr id="10" name="n: 시퀀스 길이 · d: 표현 차원 · BLEU는 백분율이나 정답률이 아님">
            <a:extLst xmlns:a="http://schemas.openxmlformats.org/drawingml/2006/main">
              <a:ext uri="{FF2B5EF4-FFF2-40B4-BE49-F238E27FC236}">
                <a16:creationId xmlns:a16="http://schemas.microsoft.com/office/drawing/2014/main" id="{D2BE7282-43FA-4BCA-A274-6BD6B159A121}"/>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425" b="0">
                <a:solidFill>
                  <a:srgbClr val="657578"/>
                </a:solidFill>
                <a:latin typeface="Noto Sans KR"/>
                <a:ea typeface="Noto Sans KR"/>
                <a:cs typeface="Noto Sans KR"/>
              </a:defRPr>
            </a:defPPr>
            <a:lvl1pPr algn="l">
              <a:defRPr sz="1425" b="0">
                <a:solidFill>
                  <a:srgbClr val="657578"/>
                </a:solidFill>
                <a:latin typeface="Noto Sans KR"/>
                <a:ea typeface="Noto Sans KR"/>
                <a:cs typeface="Noto Sans KR"/>
              </a:defRPr>
            </a:lvl1pPr>
            <a:lvl2pPr algn="l">
              <a:defRPr sz="1425" b="0">
                <a:solidFill>
                  <a:srgbClr val="657578"/>
                </a:solidFill>
                <a:latin typeface="Noto Sans KR"/>
                <a:ea typeface="Noto Sans KR"/>
                <a:cs typeface="Noto Sans KR"/>
              </a:defRPr>
            </a:lvl2pPr>
            <a:lvl3pPr algn="l">
              <a:defRPr sz="1425" b="0">
                <a:solidFill>
                  <a:srgbClr val="657578"/>
                </a:solidFill>
                <a:latin typeface="Noto Sans KR"/>
                <a:ea typeface="Noto Sans KR"/>
                <a:cs typeface="Noto Sans KR"/>
              </a:defRPr>
            </a:lvl3pPr>
            <a:lvl4pPr algn="l">
              <a:defRPr sz="1425" b="0">
                <a:solidFill>
                  <a:srgbClr val="657578"/>
                </a:solidFill>
                <a:latin typeface="Noto Sans KR"/>
                <a:ea typeface="Noto Sans KR"/>
                <a:cs typeface="Noto Sans KR"/>
              </a:defRPr>
            </a:lvl4pPr>
            <a:lvl5pPr algn="l">
              <a:defRPr sz="1425" b="0">
                <a:solidFill>
                  <a:srgbClr val="657578"/>
                </a:solidFill>
                <a:latin typeface="Noto Sans KR"/>
                <a:ea typeface="Noto Sans KR"/>
                <a:cs typeface="Noto Sans KR"/>
              </a:defRPr>
            </a:lvl5pPr>
            <a:lvl6pPr algn="l">
              <a:defRPr sz="1425" b="0">
                <a:solidFill>
                  <a:srgbClr val="657578"/>
                </a:solidFill>
                <a:latin typeface="Noto Sans KR"/>
                <a:ea typeface="Noto Sans KR"/>
                <a:cs typeface="Noto Sans KR"/>
              </a:defRPr>
            </a:lvl6pPr>
            <a:lvl7pPr algn="l">
              <a:defRPr sz="1425" b="0">
                <a:solidFill>
                  <a:srgbClr val="657578"/>
                </a:solidFill>
                <a:latin typeface="Noto Sans KR"/>
                <a:ea typeface="Noto Sans KR"/>
                <a:cs typeface="Noto Sans KR"/>
              </a:defRPr>
            </a:lvl7pPr>
            <a:lvl8pPr algn="l">
              <a:defRPr sz="1425" b="0">
                <a:solidFill>
                  <a:srgbClr val="657578"/>
                </a:solidFill>
                <a:latin typeface="Noto Sans KR"/>
                <a:ea typeface="Noto Sans KR"/>
                <a:cs typeface="Noto Sans KR"/>
              </a:defRPr>
            </a:lvl8pPr>
            <a:lvl9pPr algn="l">
              <a:defRPr sz="1425" b="0">
                <a:solidFill>
                  <a:srgbClr val="657578"/>
                </a:solidFill>
                <a:latin typeface="Noto Sans KR"/>
                <a:ea typeface="Noto Sans KR"/>
                <a:cs typeface="Noto Sans KR"/>
              </a:defRPr>
            </a:lvl9pPr>
          </a:lstStyle>
          <a:p xmlns:a="http://schemas.openxmlformats.org/drawingml/2006/main">
            <a:pPr algn="l">
              <a:defRPr sz="1425" b="0">
                <a:solidFill>
                  <a:srgbClr val="657578"/>
                </a:solidFill>
                <a:latin typeface="Noto Sans KR"/>
                <a:ea typeface="Noto Sans KR"/>
                <a:cs typeface="Noto Sans KR"/>
              </a:defRPr>
            </a:pPr>
            <a:r>
              <a:rPr sz="1425" b="0">
                <a:solidFill>
                  <a:srgbClr val="657578"/>
                </a:solidFill>
                <a:latin typeface="Noto Sans KR"/>
                <a:ea typeface="Noto Sans KR"/>
                <a:cs typeface="Noto Sans KR"/>
              </a:rPr>
              <a:t>n: 시퀀스 길이 · d: 표현 차원 · BLEU는 백분율이나 정답률이 아님</a:t>
            </a:r>
          </a:p>
        </p:txBody>
      </p:sp>
    </p:spTree>
    <p:extLst>
      <p:ext uri="{BB962C8B-B14F-4D97-AF65-F5344CB8AC3E}">
        <p14:creationId xmlns:p14="http://schemas.microsoft.com/office/powerpoint/2010/main" val="960309985"/>
      </p:ext>
    </p:extLst>
  </p:cSld>
</p:sld>
</file>

<file path=ppt/slides/slide11.xml><?xml version="1.0" encoding="utf-8"?>
<p:sld xmlns:p="http://schemas.openxmlformats.org/presentationml/2006/main">
  <p:cSld>
    <p:bg>
      <p:bgPr>
        <a:solidFill xmlns:a="http://schemas.openxmlformats.org/drawingml/2006/main">
          <a:srgbClr val="FCFDFC"/>
        </a:solidFill>
      </p:bgPr>
    </p:bg>
    <p:spTree>
      <p:nvGrpSpPr>
        <p:cNvPr id="1" name=""/>
        <p:cNvGrpSpPr/>
        <p:nvPr/>
      </p:nvGrpSpPr>
      <p:grpSpPr>
        <a:xfrm xmlns:a="http://schemas.openxmlformats.org/drawingml/2006/main"/>
      </p:grpSpPr>
      <p:sp>
        <p:nvSpPr>
          <p:cNvPr id="13" name="정리">
            <a:extLst xmlns:a="http://schemas.openxmlformats.org/drawingml/2006/main">
              <a:ext uri="{FF2B5EF4-FFF2-40B4-BE49-F238E27FC236}">
                <a16:creationId xmlns:a16="http://schemas.microsoft.com/office/drawing/2014/main" id="{B6461B79-CAA3-4B9E-88B4-FBF61B9FFDDA}"/>
              </a:ext>
            </a:extLst>
          </p:cNvPr>
          <p:cNvSpPr>
            <a:spLocks xmlns:a="http://schemas.openxmlformats.org/drawingml/2006/main" noGrp="1"/>
          </p:cNvSpPr>
          <p:nvPr/>
        </p:nvSpPr>
        <p:spPr>
          <a:xfrm xmlns:a="http://schemas.openxmlformats.org/drawingml/2006/main">
            <a:off x="609600" y="457200"/>
            <a:ext cx="10382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3150" b="1">
                <a:solidFill>
                  <a:srgbClr val="17262C"/>
                </a:solidFill>
                <a:latin typeface="Noto Sans KR"/>
                <a:ea typeface="Noto Sans KR"/>
                <a:cs typeface="Noto Sans KR"/>
              </a:defRPr>
            </a:defPPr>
            <a:lvl1pPr algn="l">
              <a:defRPr sz="3150" b="1">
                <a:solidFill>
                  <a:srgbClr val="17262C"/>
                </a:solidFill>
                <a:latin typeface="Noto Sans KR"/>
                <a:ea typeface="Noto Sans KR"/>
                <a:cs typeface="Noto Sans KR"/>
              </a:defRPr>
            </a:lvl1pPr>
            <a:lvl2pPr algn="l">
              <a:defRPr sz="3150" b="1">
                <a:solidFill>
                  <a:srgbClr val="17262C"/>
                </a:solidFill>
                <a:latin typeface="Noto Sans KR"/>
                <a:ea typeface="Noto Sans KR"/>
                <a:cs typeface="Noto Sans KR"/>
              </a:defRPr>
            </a:lvl2pPr>
            <a:lvl3pPr algn="l">
              <a:defRPr sz="3150" b="1">
                <a:solidFill>
                  <a:srgbClr val="17262C"/>
                </a:solidFill>
                <a:latin typeface="Noto Sans KR"/>
                <a:ea typeface="Noto Sans KR"/>
                <a:cs typeface="Noto Sans KR"/>
              </a:defRPr>
            </a:lvl3pPr>
            <a:lvl4pPr algn="l">
              <a:defRPr sz="3150" b="1">
                <a:solidFill>
                  <a:srgbClr val="17262C"/>
                </a:solidFill>
                <a:latin typeface="Noto Sans KR"/>
                <a:ea typeface="Noto Sans KR"/>
                <a:cs typeface="Noto Sans KR"/>
              </a:defRPr>
            </a:lvl4pPr>
            <a:lvl5pPr algn="l">
              <a:defRPr sz="3150" b="1">
                <a:solidFill>
                  <a:srgbClr val="17262C"/>
                </a:solidFill>
                <a:latin typeface="Noto Sans KR"/>
                <a:ea typeface="Noto Sans KR"/>
                <a:cs typeface="Noto Sans KR"/>
              </a:defRPr>
            </a:lvl5pPr>
            <a:lvl6pPr algn="l">
              <a:defRPr sz="3150" b="1">
                <a:solidFill>
                  <a:srgbClr val="17262C"/>
                </a:solidFill>
                <a:latin typeface="Noto Sans KR"/>
                <a:ea typeface="Noto Sans KR"/>
                <a:cs typeface="Noto Sans KR"/>
              </a:defRPr>
            </a:lvl6pPr>
            <a:lvl7pPr algn="l">
              <a:defRPr sz="3150" b="1">
                <a:solidFill>
                  <a:srgbClr val="17262C"/>
                </a:solidFill>
                <a:latin typeface="Noto Sans KR"/>
                <a:ea typeface="Noto Sans KR"/>
                <a:cs typeface="Noto Sans KR"/>
              </a:defRPr>
            </a:lvl7pPr>
            <a:lvl8pPr algn="l">
              <a:defRPr sz="3150" b="1">
                <a:solidFill>
                  <a:srgbClr val="17262C"/>
                </a:solidFill>
                <a:latin typeface="Noto Sans KR"/>
                <a:ea typeface="Noto Sans KR"/>
                <a:cs typeface="Noto Sans KR"/>
              </a:defRPr>
            </a:lvl8pPr>
            <a:lvl9pPr algn="l">
              <a:defRPr sz="3150" b="1">
                <a:solidFill>
                  <a:srgbClr val="17262C"/>
                </a:solidFill>
                <a:latin typeface="Noto Sans KR"/>
                <a:ea typeface="Noto Sans KR"/>
                <a:cs typeface="Noto Sans KR"/>
              </a:defRPr>
            </a:lvl9pPr>
          </a:lstStyle>
          <a:p xmlns:a="http://schemas.openxmlformats.org/drawingml/2006/main">
            <a:pPr algn="l">
              <a:defRPr sz="3150" b="1">
                <a:solidFill>
                  <a:srgbClr val="17262C"/>
                </a:solidFill>
                <a:latin typeface="Noto Sans KR"/>
                <a:ea typeface="Noto Sans KR"/>
                <a:cs typeface="Noto Sans KR"/>
              </a:defRPr>
            </a:pPr>
            <a:r>
              <a:rPr sz="3150" b="1">
                <a:solidFill>
                  <a:srgbClr val="17262C"/>
                </a:solidFill>
                <a:latin typeface="Noto Sans KR"/>
                <a:ea typeface="Noto Sans KR"/>
                <a:cs typeface="Noto Sans KR"/>
              </a:rPr>
              <a:t>정리</a:t>
            </a:r>
          </a:p>
        </p:txBody>
      </p:sp>
      <p:sp>
        <p:nvSpPr>
          <p:cNvPr id="2" name="11">
            <a:extLst xmlns:a="http://schemas.openxmlformats.org/drawingml/2006/main">
              <a:ext uri="{FF2B5EF4-FFF2-40B4-BE49-F238E27FC236}">
                <a16:creationId xmlns:a16="http://schemas.microsoft.com/office/drawing/2014/main" id="{9C0B39C1-8BD5-40F5-A345-CC1D85E3125F}"/>
              </a:ext>
            </a:extLst>
          </p:cNvPr>
          <p:cNvSpPr>
            <a:spLocks xmlns:a="http://schemas.openxmlformats.org/drawingml/2006/main" noGrp="1"/>
          </p:cNvSpPr>
          <p:nvPr/>
        </p:nvSpPr>
        <p:spPr>
          <a:xfrm xmlns:a="http://schemas.openxmlformats.org/drawingml/2006/main">
            <a:off x="11049000" y="533400"/>
            <a:ext cx="533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r">
              <a:defRPr sz="1350" b="0">
                <a:solidFill>
                  <a:srgbClr val="657578"/>
                </a:solidFill>
                <a:latin typeface="Noto Sans KR"/>
                <a:ea typeface="Noto Sans KR"/>
                <a:cs typeface="Noto Sans KR"/>
              </a:defRPr>
            </a:defPPr>
            <a:lvl1pPr algn="r">
              <a:defRPr sz="1350" b="0">
                <a:solidFill>
                  <a:srgbClr val="657578"/>
                </a:solidFill>
                <a:latin typeface="Noto Sans KR"/>
                <a:ea typeface="Noto Sans KR"/>
                <a:cs typeface="Noto Sans KR"/>
              </a:defRPr>
            </a:lvl1pPr>
            <a:lvl2pPr algn="r">
              <a:defRPr sz="1350" b="0">
                <a:solidFill>
                  <a:srgbClr val="657578"/>
                </a:solidFill>
                <a:latin typeface="Noto Sans KR"/>
                <a:ea typeface="Noto Sans KR"/>
                <a:cs typeface="Noto Sans KR"/>
              </a:defRPr>
            </a:lvl2pPr>
            <a:lvl3pPr algn="r">
              <a:defRPr sz="1350" b="0">
                <a:solidFill>
                  <a:srgbClr val="657578"/>
                </a:solidFill>
                <a:latin typeface="Noto Sans KR"/>
                <a:ea typeface="Noto Sans KR"/>
                <a:cs typeface="Noto Sans KR"/>
              </a:defRPr>
            </a:lvl3pPr>
            <a:lvl4pPr algn="r">
              <a:defRPr sz="1350" b="0">
                <a:solidFill>
                  <a:srgbClr val="657578"/>
                </a:solidFill>
                <a:latin typeface="Noto Sans KR"/>
                <a:ea typeface="Noto Sans KR"/>
                <a:cs typeface="Noto Sans KR"/>
              </a:defRPr>
            </a:lvl4pPr>
            <a:lvl5pPr algn="r">
              <a:defRPr sz="1350" b="0">
                <a:solidFill>
                  <a:srgbClr val="657578"/>
                </a:solidFill>
                <a:latin typeface="Noto Sans KR"/>
                <a:ea typeface="Noto Sans KR"/>
                <a:cs typeface="Noto Sans KR"/>
              </a:defRPr>
            </a:lvl5pPr>
            <a:lvl6pPr algn="r">
              <a:defRPr sz="1350" b="0">
                <a:solidFill>
                  <a:srgbClr val="657578"/>
                </a:solidFill>
                <a:latin typeface="Noto Sans KR"/>
                <a:ea typeface="Noto Sans KR"/>
                <a:cs typeface="Noto Sans KR"/>
              </a:defRPr>
            </a:lvl6pPr>
            <a:lvl7pPr algn="r">
              <a:defRPr sz="1350" b="0">
                <a:solidFill>
                  <a:srgbClr val="657578"/>
                </a:solidFill>
                <a:latin typeface="Noto Sans KR"/>
                <a:ea typeface="Noto Sans KR"/>
                <a:cs typeface="Noto Sans KR"/>
              </a:defRPr>
            </a:lvl7pPr>
            <a:lvl8pPr algn="r">
              <a:defRPr sz="1350" b="0">
                <a:solidFill>
                  <a:srgbClr val="657578"/>
                </a:solidFill>
                <a:latin typeface="Noto Sans KR"/>
                <a:ea typeface="Noto Sans KR"/>
                <a:cs typeface="Noto Sans KR"/>
              </a:defRPr>
            </a:lvl8pPr>
            <a:lvl9pPr algn="r">
              <a:defRPr sz="1350" b="0">
                <a:solidFill>
                  <a:srgbClr val="657578"/>
                </a:solidFill>
                <a:latin typeface="Noto Sans KR"/>
                <a:ea typeface="Noto Sans KR"/>
                <a:cs typeface="Noto Sans KR"/>
              </a:defRPr>
            </a:lvl9pPr>
          </a:lstStyle>
          <a:p xmlns:a="http://schemas.openxmlformats.org/drawingml/2006/main">
            <a:pPr algn="r">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11</a:t>
            </a:r>
          </a:p>
        </p:txBody>
      </p:sp>
      <p:sp>
        <p:nvSpPr>
          <p:cNvPr id="3" name="관계를 계산해 문맥을 만든다">
            <a:extLst xmlns:a="http://schemas.openxmlformats.org/drawingml/2006/main">
              <a:ext uri="{FF2B5EF4-FFF2-40B4-BE49-F238E27FC236}">
                <a16:creationId xmlns:a16="http://schemas.microsoft.com/office/drawing/2014/main" id="{8763E711-317A-4BEF-9E6C-FB0EC48920D0}"/>
              </a:ext>
            </a:extLst>
          </p:cNvPr>
          <p:cNvSpPr>
            <a:spLocks xmlns:a="http://schemas.openxmlformats.org/drawingml/2006/main" noGrp="1"/>
          </p:cNvSpPr>
          <p:nvPr/>
        </p:nvSpPr>
        <p:spPr>
          <a:xfrm xmlns:a="http://schemas.openxmlformats.org/drawingml/2006/main">
            <a:off x="609600" y="2305050"/>
            <a:ext cx="6762750" cy="1590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4575" b="1">
                <a:solidFill>
                  <a:srgbClr val="17262C"/>
                </a:solidFill>
                <a:latin typeface="Noto Sans KR"/>
                <a:ea typeface="Noto Sans KR"/>
                <a:cs typeface="Noto Sans KR"/>
              </a:defRPr>
            </a:defPPr>
            <a:lvl1pPr algn="l">
              <a:defRPr sz="4575" b="1">
                <a:solidFill>
                  <a:srgbClr val="17262C"/>
                </a:solidFill>
                <a:latin typeface="Noto Sans KR"/>
                <a:ea typeface="Noto Sans KR"/>
                <a:cs typeface="Noto Sans KR"/>
              </a:defRPr>
            </a:lvl1pPr>
            <a:lvl2pPr algn="l">
              <a:defRPr sz="4575" b="1">
                <a:solidFill>
                  <a:srgbClr val="17262C"/>
                </a:solidFill>
                <a:latin typeface="Noto Sans KR"/>
                <a:ea typeface="Noto Sans KR"/>
                <a:cs typeface="Noto Sans KR"/>
              </a:defRPr>
            </a:lvl2pPr>
            <a:lvl3pPr algn="l">
              <a:defRPr sz="4575" b="1">
                <a:solidFill>
                  <a:srgbClr val="17262C"/>
                </a:solidFill>
                <a:latin typeface="Noto Sans KR"/>
                <a:ea typeface="Noto Sans KR"/>
                <a:cs typeface="Noto Sans KR"/>
              </a:defRPr>
            </a:lvl3pPr>
            <a:lvl4pPr algn="l">
              <a:defRPr sz="4575" b="1">
                <a:solidFill>
                  <a:srgbClr val="17262C"/>
                </a:solidFill>
                <a:latin typeface="Noto Sans KR"/>
                <a:ea typeface="Noto Sans KR"/>
                <a:cs typeface="Noto Sans KR"/>
              </a:defRPr>
            </a:lvl4pPr>
            <a:lvl5pPr algn="l">
              <a:defRPr sz="4575" b="1">
                <a:solidFill>
                  <a:srgbClr val="17262C"/>
                </a:solidFill>
                <a:latin typeface="Noto Sans KR"/>
                <a:ea typeface="Noto Sans KR"/>
                <a:cs typeface="Noto Sans KR"/>
              </a:defRPr>
            </a:lvl5pPr>
            <a:lvl6pPr algn="l">
              <a:defRPr sz="4575" b="1">
                <a:solidFill>
                  <a:srgbClr val="17262C"/>
                </a:solidFill>
                <a:latin typeface="Noto Sans KR"/>
                <a:ea typeface="Noto Sans KR"/>
                <a:cs typeface="Noto Sans KR"/>
              </a:defRPr>
            </a:lvl6pPr>
            <a:lvl7pPr algn="l">
              <a:defRPr sz="4575" b="1">
                <a:solidFill>
                  <a:srgbClr val="17262C"/>
                </a:solidFill>
                <a:latin typeface="Noto Sans KR"/>
                <a:ea typeface="Noto Sans KR"/>
                <a:cs typeface="Noto Sans KR"/>
              </a:defRPr>
            </a:lvl7pPr>
            <a:lvl8pPr algn="l">
              <a:defRPr sz="4575" b="1">
                <a:solidFill>
                  <a:srgbClr val="17262C"/>
                </a:solidFill>
                <a:latin typeface="Noto Sans KR"/>
                <a:ea typeface="Noto Sans KR"/>
                <a:cs typeface="Noto Sans KR"/>
              </a:defRPr>
            </a:lvl8pPr>
            <a:lvl9pPr algn="l">
              <a:defRPr sz="4575" b="1">
                <a:solidFill>
                  <a:srgbClr val="17262C"/>
                </a:solidFill>
                <a:latin typeface="Noto Sans KR"/>
                <a:ea typeface="Noto Sans KR"/>
                <a:cs typeface="Noto Sans KR"/>
              </a:defRPr>
            </a:lvl9pPr>
          </a:lstStyle>
          <a:p xmlns:a="http://schemas.openxmlformats.org/drawingml/2006/main">
            <a:pPr algn="l">
              <a:defRPr sz="4575" b="1">
                <a:solidFill>
                  <a:srgbClr val="17262C"/>
                </a:solidFill>
                <a:latin typeface="Noto Sans KR"/>
                <a:ea typeface="Noto Sans KR"/>
                <a:cs typeface="Noto Sans KR"/>
              </a:defRPr>
            </a:pPr>
            <a:r>
              <a:rPr sz="4575" b="1">
                <a:solidFill>
                  <a:srgbClr val="17262C"/>
                </a:solidFill>
                <a:latin typeface="Noto Sans KR"/>
                <a:ea typeface="Noto Sans KR"/>
                <a:cs typeface="Noto Sans KR"/>
              </a:rPr>
              <a:t>관계를 계산해</a:t>
            </a:r>
          </a:p>
          <a:p xmlns:a="http://schemas.openxmlformats.org/drawingml/2006/main">
            <a:pPr algn="l">
              <a:defRPr sz="4575" b="1">
                <a:solidFill>
                  <a:srgbClr val="17262C"/>
                </a:solidFill>
                <a:latin typeface="Noto Sans KR"/>
                <a:ea typeface="Noto Sans KR"/>
                <a:cs typeface="Noto Sans KR"/>
              </a:defRPr>
            </a:pPr>
            <a:r>
              <a:rPr sz="4575" b="1">
                <a:solidFill>
                  <a:srgbClr val="17262C"/>
                </a:solidFill>
                <a:latin typeface="Noto Sans KR"/>
                <a:ea typeface="Noto Sans KR"/>
                <a:cs typeface="Noto Sans KR"/>
              </a:rPr>
              <a:t>문맥을 만든다</a:t>
            </a:r>
          </a:p>
        </p:txBody>
      </p:sp>
      <p:sp>
        <p:nvSpPr>
          <p:cNvPr id="4" name="Attention">
            <a:extLst xmlns:a="http://schemas.openxmlformats.org/drawingml/2006/main">
              <a:ext uri="{FF2B5EF4-FFF2-40B4-BE49-F238E27FC236}">
                <a16:creationId xmlns:a16="http://schemas.microsoft.com/office/drawing/2014/main" id="{B7E03CFB-ECCA-4EFA-813A-980F81DD0168}"/>
              </a:ext>
            </a:extLst>
          </p:cNvPr>
          <p:cNvSpPr>
            <a:spLocks xmlns:a="http://schemas.openxmlformats.org/drawingml/2006/main" noGrp="1"/>
          </p:cNvSpPr>
          <p:nvPr/>
        </p:nvSpPr>
        <p:spPr>
          <a:xfrm xmlns:a="http://schemas.openxmlformats.org/drawingml/2006/main">
            <a:off x="7753350" y="2200275"/>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Attention</a:t>
            </a:r>
          </a:p>
        </p:txBody>
      </p:sp>
      <p:sp>
        <p:nvSpPr>
          <p:cNvPr id="5" name="입력에 따라 계산한 가중합">
            <a:extLst xmlns:a="http://schemas.openxmlformats.org/drawingml/2006/main">
              <a:ext uri="{FF2B5EF4-FFF2-40B4-BE49-F238E27FC236}">
                <a16:creationId xmlns:a16="http://schemas.microsoft.com/office/drawing/2014/main" id="{C7F2BE28-A02C-477D-8099-308E1BC49094}"/>
              </a:ext>
            </a:extLst>
          </p:cNvPr>
          <p:cNvSpPr>
            <a:spLocks xmlns:a="http://schemas.openxmlformats.org/drawingml/2006/main" noGrp="1"/>
          </p:cNvSpPr>
          <p:nvPr/>
        </p:nvSpPr>
        <p:spPr>
          <a:xfrm xmlns:a="http://schemas.openxmlformats.org/drawingml/2006/main">
            <a:off x="7753350" y="2619375"/>
            <a:ext cx="382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입력에 따라 계산한 가중합</a:t>
            </a:r>
          </a:p>
        </p:txBody>
      </p:sp>
      <p:sp>
        <p:nvSpPr>
          <p:cNvPr id="6" name="">
            <a:extLst xmlns:a="http://schemas.openxmlformats.org/drawingml/2006/main">
              <a:ext uri="{FF2B5EF4-FFF2-40B4-BE49-F238E27FC236}">
                <a16:creationId xmlns:a16="http://schemas.microsoft.com/office/drawing/2014/main" id="{15AB2D51-C3E7-40E4-AD8F-9B3853E14494}"/>
              </a:ext>
            </a:extLst>
          </p:cNvPr>
          <p:cNvSpPr>
            <a:spLocks xmlns:a="http://schemas.openxmlformats.org/drawingml/2006/main" noGrp="1"/>
          </p:cNvSpPr>
          <p:nvPr/>
        </p:nvSpPr>
        <p:spPr>
          <a:xfrm xmlns:a="http://schemas.openxmlformats.org/drawingml/2006/main">
            <a:off x="7753350" y="3295650"/>
            <a:ext cx="38290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7" name="Transformer">
            <a:extLst xmlns:a="http://schemas.openxmlformats.org/drawingml/2006/main">
              <a:ext uri="{FF2B5EF4-FFF2-40B4-BE49-F238E27FC236}">
                <a16:creationId xmlns:a16="http://schemas.microsoft.com/office/drawing/2014/main" id="{4BA95394-AE05-4044-8B48-E6A7EF37D604}"/>
              </a:ext>
            </a:extLst>
          </p:cNvPr>
          <p:cNvSpPr>
            <a:spLocks xmlns:a="http://schemas.openxmlformats.org/drawingml/2006/main" noGrp="1"/>
          </p:cNvSpPr>
          <p:nvPr/>
        </p:nvSpPr>
        <p:spPr>
          <a:xfrm xmlns:a="http://schemas.openxmlformats.org/drawingml/2006/main">
            <a:off x="7753350" y="3467100"/>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Transformer</a:t>
            </a:r>
          </a:p>
        </p:txBody>
      </p:sp>
      <p:sp>
        <p:nvSpPr>
          <p:cNvPr id="8" name="위치 정보·FFN·잔차 연결과 결합">
            <a:extLst xmlns:a="http://schemas.openxmlformats.org/drawingml/2006/main">
              <a:ext uri="{FF2B5EF4-FFF2-40B4-BE49-F238E27FC236}">
                <a16:creationId xmlns:a16="http://schemas.microsoft.com/office/drawing/2014/main" id="{A08CBFE7-9E48-48F6-B5C4-E0D34754A2E0}"/>
              </a:ext>
            </a:extLst>
          </p:cNvPr>
          <p:cNvSpPr>
            <a:spLocks xmlns:a="http://schemas.openxmlformats.org/drawingml/2006/main" noGrp="1"/>
          </p:cNvSpPr>
          <p:nvPr/>
        </p:nvSpPr>
        <p:spPr>
          <a:xfrm xmlns:a="http://schemas.openxmlformats.org/drawingml/2006/main">
            <a:off x="7753350" y="3886200"/>
            <a:ext cx="382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위치 정보·FFN·잔차 연결과 결합</a:t>
            </a:r>
          </a:p>
        </p:txBody>
      </p:sp>
      <p:sp>
        <p:nvSpPr>
          <p:cNvPr id="9" name="">
            <a:extLst xmlns:a="http://schemas.openxmlformats.org/drawingml/2006/main">
              <a:ext uri="{FF2B5EF4-FFF2-40B4-BE49-F238E27FC236}">
                <a16:creationId xmlns:a16="http://schemas.microsoft.com/office/drawing/2014/main" id="{1313064E-FBB4-4805-AA47-B463395EF801}"/>
              </a:ext>
            </a:extLst>
          </p:cNvPr>
          <p:cNvSpPr>
            <a:spLocks xmlns:a="http://schemas.openxmlformats.org/drawingml/2006/main" noGrp="1"/>
          </p:cNvSpPr>
          <p:nvPr/>
        </p:nvSpPr>
        <p:spPr>
          <a:xfrm xmlns:a="http://schemas.openxmlformats.org/drawingml/2006/main">
            <a:off x="7753350" y="4562475"/>
            <a:ext cx="3829050" cy="0"/>
          </a:xfrm>
          <a:prstGeom xmlns:a="http://schemas.openxmlformats.org/drawingml/2006/main" prst="line">
            <a:avLst/>
          </a:prstGeom>
          <a:noFill xmlns:a="http://schemas.openxmlformats.org/drawingml/2006/main"/>
          <a:ln xmlns:a="http://schemas.openxmlformats.org/drawingml/2006/main" w="9525">
            <a:solidFill>
              <a:srgbClr val="B3C3C1"/>
            </a:solidFill>
          </a:ln>
        </p:spPr>
      </p:sp>
      <p:sp>
        <p:nvSpPr>
          <p:cNvPr id="10" name="의의와 한계">
            <a:extLst xmlns:a="http://schemas.openxmlformats.org/drawingml/2006/main">
              <a:ext uri="{FF2B5EF4-FFF2-40B4-BE49-F238E27FC236}">
                <a16:creationId xmlns:a16="http://schemas.microsoft.com/office/drawing/2014/main" id="{92158C90-B0FA-43C0-83B8-DDEFA6375CBC}"/>
              </a:ext>
            </a:extLst>
          </p:cNvPr>
          <p:cNvSpPr>
            <a:spLocks xmlns:a="http://schemas.openxmlformats.org/drawingml/2006/main" noGrp="1"/>
          </p:cNvSpPr>
          <p:nvPr/>
        </p:nvSpPr>
        <p:spPr>
          <a:xfrm xmlns:a="http://schemas.openxmlformats.org/drawingml/2006/main">
            <a:off x="7753350" y="4733925"/>
            <a:ext cx="3829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500" b="0">
                <a:solidFill>
                  <a:srgbClr val="657578"/>
                </a:solidFill>
                <a:latin typeface="Noto Sans KR"/>
                <a:ea typeface="Noto Sans KR"/>
                <a:cs typeface="Noto Sans KR"/>
              </a:defRPr>
            </a:defPPr>
            <a:lvl1pPr algn="l">
              <a:defRPr sz="1500" b="0">
                <a:solidFill>
                  <a:srgbClr val="657578"/>
                </a:solidFill>
                <a:latin typeface="Noto Sans KR"/>
                <a:ea typeface="Noto Sans KR"/>
                <a:cs typeface="Noto Sans KR"/>
              </a:defRPr>
            </a:lvl1pPr>
            <a:lvl2pPr algn="l">
              <a:defRPr sz="1500" b="0">
                <a:solidFill>
                  <a:srgbClr val="657578"/>
                </a:solidFill>
                <a:latin typeface="Noto Sans KR"/>
                <a:ea typeface="Noto Sans KR"/>
                <a:cs typeface="Noto Sans KR"/>
              </a:defRPr>
            </a:lvl2pPr>
            <a:lvl3pPr algn="l">
              <a:defRPr sz="1500" b="0">
                <a:solidFill>
                  <a:srgbClr val="657578"/>
                </a:solidFill>
                <a:latin typeface="Noto Sans KR"/>
                <a:ea typeface="Noto Sans KR"/>
                <a:cs typeface="Noto Sans KR"/>
              </a:defRPr>
            </a:lvl3pPr>
            <a:lvl4pPr algn="l">
              <a:defRPr sz="1500" b="0">
                <a:solidFill>
                  <a:srgbClr val="657578"/>
                </a:solidFill>
                <a:latin typeface="Noto Sans KR"/>
                <a:ea typeface="Noto Sans KR"/>
                <a:cs typeface="Noto Sans KR"/>
              </a:defRPr>
            </a:lvl4pPr>
            <a:lvl5pPr algn="l">
              <a:defRPr sz="1500" b="0">
                <a:solidFill>
                  <a:srgbClr val="657578"/>
                </a:solidFill>
                <a:latin typeface="Noto Sans KR"/>
                <a:ea typeface="Noto Sans KR"/>
                <a:cs typeface="Noto Sans KR"/>
              </a:defRPr>
            </a:lvl5pPr>
            <a:lvl6pPr algn="l">
              <a:defRPr sz="1500" b="0">
                <a:solidFill>
                  <a:srgbClr val="657578"/>
                </a:solidFill>
                <a:latin typeface="Noto Sans KR"/>
                <a:ea typeface="Noto Sans KR"/>
                <a:cs typeface="Noto Sans KR"/>
              </a:defRPr>
            </a:lvl6pPr>
            <a:lvl7pPr algn="l">
              <a:defRPr sz="1500" b="0">
                <a:solidFill>
                  <a:srgbClr val="657578"/>
                </a:solidFill>
                <a:latin typeface="Noto Sans KR"/>
                <a:ea typeface="Noto Sans KR"/>
                <a:cs typeface="Noto Sans KR"/>
              </a:defRPr>
            </a:lvl7pPr>
            <a:lvl8pPr algn="l">
              <a:defRPr sz="1500" b="0">
                <a:solidFill>
                  <a:srgbClr val="657578"/>
                </a:solidFill>
                <a:latin typeface="Noto Sans KR"/>
                <a:ea typeface="Noto Sans KR"/>
                <a:cs typeface="Noto Sans KR"/>
              </a:defRPr>
            </a:lvl8pPr>
            <a:lvl9pPr algn="l">
              <a:defRPr sz="1500" b="0">
                <a:solidFill>
                  <a:srgbClr val="657578"/>
                </a:solidFill>
                <a:latin typeface="Noto Sans KR"/>
                <a:ea typeface="Noto Sans KR"/>
                <a:cs typeface="Noto Sans KR"/>
              </a:defRPr>
            </a:lvl9pPr>
          </a:lstStyle>
          <a:p xmlns:a="http://schemas.openxmlformats.org/drawingml/2006/main">
            <a:pPr algn="l">
              <a:defRPr sz="1500" b="0">
                <a:solidFill>
                  <a:srgbClr val="657578"/>
                </a:solidFill>
                <a:latin typeface="Noto Sans KR"/>
                <a:ea typeface="Noto Sans KR"/>
                <a:cs typeface="Noto Sans KR"/>
              </a:defRPr>
            </a:pPr>
            <a:r>
              <a:rPr sz="1500" b="0">
                <a:solidFill>
                  <a:srgbClr val="657578"/>
                </a:solidFill>
                <a:latin typeface="Noto Sans KR"/>
                <a:ea typeface="Noto Sans KR"/>
                <a:cs typeface="Noto Sans KR"/>
              </a:rPr>
              <a:t>의의와 한계</a:t>
            </a:r>
          </a:p>
        </p:txBody>
      </p:sp>
      <p:sp>
        <p:nvSpPr>
          <p:cNvPr id="11" name="학습 병렬화, 긴 입력과 생성의 비용">
            <a:extLst xmlns:a="http://schemas.openxmlformats.org/drawingml/2006/main">
              <a:ext uri="{FF2B5EF4-FFF2-40B4-BE49-F238E27FC236}">
                <a16:creationId xmlns:a16="http://schemas.microsoft.com/office/drawing/2014/main" id="{E91EC9E0-7B48-4322-9DD9-BB2B5C673681}"/>
              </a:ext>
            </a:extLst>
          </p:cNvPr>
          <p:cNvSpPr>
            <a:spLocks xmlns:a="http://schemas.openxmlformats.org/drawingml/2006/main" noGrp="1"/>
          </p:cNvSpPr>
          <p:nvPr/>
        </p:nvSpPr>
        <p:spPr>
          <a:xfrm xmlns:a="http://schemas.openxmlformats.org/drawingml/2006/main">
            <a:off x="7753350" y="5153025"/>
            <a:ext cx="38290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950" b="1">
                <a:solidFill>
                  <a:srgbClr val="17262C"/>
                </a:solidFill>
                <a:latin typeface="Noto Sans KR"/>
                <a:ea typeface="Noto Sans KR"/>
                <a:cs typeface="Noto Sans KR"/>
              </a:defRPr>
            </a:defPPr>
            <a:lvl1pPr algn="l">
              <a:defRPr sz="1950" b="1">
                <a:solidFill>
                  <a:srgbClr val="17262C"/>
                </a:solidFill>
                <a:latin typeface="Noto Sans KR"/>
                <a:ea typeface="Noto Sans KR"/>
                <a:cs typeface="Noto Sans KR"/>
              </a:defRPr>
            </a:lvl1pPr>
            <a:lvl2pPr algn="l">
              <a:defRPr sz="1950" b="1">
                <a:solidFill>
                  <a:srgbClr val="17262C"/>
                </a:solidFill>
                <a:latin typeface="Noto Sans KR"/>
                <a:ea typeface="Noto Sans KR"/>
                <a:cs typeface="Noto Sans KR"/>
              </a:defRPr>
            </a:lvl2pPr>
            <a:lvl3pPr algn="l">
              <a:defRPr sz="1950" b="1">
                <a:solidFill>
                  <a:srgbClr val="17262C"/>
                </a:solidFill>
                <a:latin typeface="Noto Sans KR"/>
                <a:ea typeface="Noto Sans KR"/>
                <a:cs typeface="Noto Sans KR"/>
              </a:defRPr>
            </a:lvl3pPr>
            <a:lvl4pPr algn="l">
              <a:defRPr sz="1950" b="1">
                <a:solidFill>
                  <a:srgbClr val="17262C"/>
                </a:solidFill>
                <a:latin typeface="Noto Sans KR"/>
                <a:ea typeface="Noto Sans KR"/>
                <a:cs typeface="Noto Sans KR"/>
              </a:defRPr>
            </a:lvl4pPr>
            <a:lvl5pPr algn="l">
              <a:defRPr sz="1950" b="1">
                <a:solidFill>
                  <a:srgbClr val="17262C"/>
                </a:solidFill>
                <a:latin typeface="Noto Sans KR"/>
                <a:ea typeface="Noto Sans KR"/>
                <a:cs typeface="Noto Sans KR"/>
              </a:defRPr>
            </a:lvl5pPr>
            <a:lvl6pPr algn="l">
              <a:defRPr sz="1950" b="1">
                <a:solidFill>
                  <a:srgbClr val="17262C"/>
                </a:solidFill>
                <a:latin typeface="Noto Sans KR"/>
                <a:ea typeface="Noto Sans KR"/>
                <a:cs typeface="Noto Sans KR"/>
              </a:defRPr>
            </a:lvl6pPr>
            <a:lvl7pPr algn="l">
              <a:defRPr sz="1950" b="1">
                <a:solidFill>
                  <a:srgbClr val="17262C"/>
                </a:solidFill>
                <a:latin typeface="Noto Sans KR"/>
                <a:ea typeface="Noto Sans KR"/>
                <a:cs typeface="Noto Sans KR"/>
              </a:defRPr>
            </a:lvl7pPr>
            <a:lvl8pPr algn="l">
              <a:defRPr sz="1950" b="1">
                <a:solidFill>
                  <a:srgbClr val="17262C"/>
                </a:solidFill>
                <a:latin typeface="Noto Sans KR"/>
                <a:ea typeface="Noto Sans KR"/>
                <a:cs typeface="Noto Sans KR"/>
              </a:defRPr>
            </a:lvl8pPr>
            <a:lvl9pPr algn="l">
              <a:defRPr sz="1950" b="1">
                <a:solidFill>
                  <a:srgbClr val="17262C"/>
                </a:solidFill>
                <a:latin typeface="Noto Sans KR"/>
                <a:ea typeface="Noto Sans KR"/>
                <a:cs typeface="Noto Sans KR"/>
              </a:defRPr>
            </a:lvl9pPr>
          </a:lstStyle>
          <a:p xmlns:a="http://schemas.openxmlformats.org/drawingml/2006/main">
            <a:pPr algn="l">
              <a:defRPr sz="1950" b="1">
                <a:solidFill>
                  <a:srgbClr val="17262C"/>
                </a:solidFill>
                <a:latin typeface="Noto Sans KR"/>
                <a:ea typeface="Noto Sans KR"/>
                <a:cs typeface="Noto Sans KR"/>
              </a:defRPr>
            </a:pPr>
            <a:r>
              <a:rPr sz="1950" b="1">
                <a:solidFill>
                  <a:srgbClr val="17262C"/>
                </a:solidFill>
                <a:latin typeface="Noto Sans KR"/>
                <a:ea typeface="Noto Sans KR"/>
                <a:cs typeface="Noto Sans KR"/>
              </a:rPr>
              <a:t>학습 병렬화, 긴 입력과 생성의 비용</a:t>
            </a:r>
          </a:p>
        </p:txBody>
      </p:sp>
      <p:sp>
        <p:nvSpPr>
          <p:cNvPr id="12" name="출처: Vaswani et al., Attention Is All You Need, NIPS 2017 · arXiv:1706.">
            <a:extLst xmlns:a="http://schemas.openxmlformats.org/drawingml/2006/main">
              <a:ext uri="{FF2B5EF4-FFF2-40B4-BE49-F238E27FC236}">
                <a16:creationId xmlns:a16="http://schemas.microsoft.com/office/drawing/2014/main" id="{4CA1D883-9437-4AB1-89DC-008AA3017ADB}"/>
              </a:ext>
            </a:extLst>
          </p:cNvPr>
          <p:cNvSpPr>
            <a:spLocks xmlns:a="http://schemas.openxmlformats.org/drawingml/2006/main" noGrp="1"/>
          </p:cNvSpPr>
          <p:nvPr/>
        </p:nvSpPr>
        <p:spPr>
          <a:xfrm xmlns:a="http://schemas.openxmlformats.org/drawingml/2006/main">
            <a:off x="609600" y="6334125"/>
            <a:ext cx="109728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noAutofit/>
          </a:bodyPr>
          <a:lstStyle xmlns:a="http://schemas.openxmlformats.org/drawingml/2006/main">
            <a:defPPr algn="l">
              <a:defRPr sz="1350" b="0">
                <a:solidFill>
                  <a:srgbClr val="657578"/>
                </a:solidFill>
                <a:latin typeface="Noto Sans KR"/>
                <a:ea typeface="Noto Sans KR"/>
                <a:cs typeface="Noto Sans KR"/>
              </a:defRPr>
            </a:defPPr>
            <a:lvl1pPr algn="l">
              <a:defRPr sz="1350" b="0">
                <a:solidFill>
                  <a:srgbClr val="657578"/>
                </a:solidFill>
                <a:latin typeface="Noto Sans KR"/>
                <a:ea typeface="Noto Sans KR"/>
                <a:cs typeface="Noto Sans KR"/>
              </a:defRPr>
            </a:lvl1pPr>
            <a:lvl2pPr algn="l">
              <a:defRPr sz="1350" b="0">
                <a:solidFill>
                  <a:srgbClr val="657578"/>
                </a:solidFill>
                <a:latin typeface="Noto Sans KR"/>
                <a:ea typeface="Noto Sans KR"/>
                <a:cs typeface="Noto Sans KR"/>
              </a:defRPr>
            </a:lvl2pPr>
            <a:lvl3pPr algn="l">
              <a:defRPr sz="1350" b="0">
                <a:solidFill>
                  <a:srgbClr val="657578"/>
                </a:solidFill>
                <a:latin typeface="Noto Sans KR"/>
                <a:ea typeface="Noto Sans KR"/>
                <a:cs typeface="Noto Sans KR"/>
              </a:defRPr>
            </a:lvl3pPr>
            <a:lvl4pPr algn="l">
              <a:defRPr sz="1350" b="0">
                <a:solidFill>
                  <a:srgbClr val="657578"/>
                </a:solidFill>
                <a:latin typeface="Noto Sans KR"/>
                <a:ea typeface="Noto Sans KR"/>
                <a:cs typeface="Noto Sans KR"/>
              </a:defRPr>
            </a:lvl4pPr>
            <a:lvl5pPr algn="l">
              <a:defRPr sz="1350" b="0">
                <a:solidFill>
                  <a:srgbClr val="657578"/>
                </a:solidFill>
                <a:latin typeface="Noto Sans KR"/>
                <a:ea typeface="Noto Sans KR"/>
                <a:cs typeface="Noto Sans KR"/>
              </a:defRPr>
            </a:lvl5pPr>
            <a:lvl6pPr algn="l">
              <a:defRPr sz="1350" b="0">
                <a:solidFill>
                  <a:srgbClr val="657578"/>
                </a:solidFill>
                <a:latin typeface="Noto Sans KR"/>
                <a:ea typeface="Noto Sans KR"/>
                <a:cs typeface="Noto Sans KR"/>
              </a:defRPr>
            </a:lvl6pPr>
            <a:lvl7pPr algn="l">
              <a:defRPr sz="1350" b="0">
                <a:solidFill>
                  <a:srgbClr val="657578"/>
                </a:solidFill>
                <a:latin typeface="Noto Sans KR"/>
                <a:ea typeface="Noto Sans KR"/>
                <a:cs typeface="Noto Sans KR"/>
              </a:defRPr>
            </a:lvl7pPr>
            <a:lvl8pPr algn="l">
              <a:defRPr sz="1350" b="0">
                <a:solidFill>
                  <a:srgbClr val="657578"/>
                </a:solidFill>
                <a:latin typeface="Noto Sans KR"/>
                <a:ea typeface="Noto Sans KR"/>
                <a:cs typeface="Noto Sans KR"/>
              </a:defRPr>
            </a:lvl8pPr>
            <a:lvl9pPr algn="l">
              <a:defRPr sz="1350" b="0">
                <a:solidFill>
                  <a:srgbClr val="657578"/>
                </a:solidFill>
                <a:latin typeface="Noto Sans KR"/>
                <a:ea typeface="Noto Sans KR"/>
                <a:cs typeface="Noto Sans KR"/>
              </a:defRPr>
            </a:lvl9pPr>
          </a:lstStyle>
          <a:p xmlns:a="http://schemas.openxmlformats.org/drawingml/2006/main">
            <a:pPr algn="l">
              <a:defRPr sz="1350" b="0">
                <a:solidFill>
                  <a:srgbClr val="657578"/>
                </a:solidFill>
                <a:latin typeface="Noto Sans KR"/>
                <a:ea typeface="Noto Sans KR"/>
                <a:cs typeface="Noto Sans KR"/>
              </a:defRPr>
            </a:pPr>
            <a:r>
              <a:rPr sz="1350" b="0">
                <a:solidFill>
                  <a:srgbClr val="657578"/>
                </a:solidFill>
                <a:latin typeface="Noto Sans KR"/>
                <a:ea typeface="Noto Sans KR"/>
                <a:cs typeface="Noto Sans KR"/>
              </a:rPr>
              <a:t>출처: Vaswani et al., Attention Is All You Need, NIPS 2017 · arXiv:1706.03762</a:t>
            </a:r>
          </a:p>
        </p:txBody>
      </p:sp>
    </p:spTree>
    <p:extLst>
      <p:ext uri="{BB962C8B-B14F-4D97-AF65-F5344CB8AC3E}">
        <p14:creationId xmlns:p14="http://schemas.microsoft.com/office/powerpoint/2010/main" val="19366716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2026-10-22T14:52:04.6030000Z</dcterms:created>
  <dcterms:modified xsi:type="dcterms:W3CDTF">2026-10-22T14:52:04.6030000Z</dcterms:modified>
</coreProperties>
</file>