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93b385e77c5480d" /><Relationship Type="http://schemas.openxmlformats.org/officeDocument/2006/relationships/extended-properties" Target="/docProps/app.xml" Id="Re9e0085c0ad6462c" /><Relationship Type="http://schemas.openxmlformats.org/officeDocument/2006/relationships/officeDocument" Target="/ppt/presentation.xml" Id="Red5e28c0ab2f43e1" /></Relationships>
</file>

<file path=ppt/presentation.xml><?xml version="1.0" encoding="utf-8"?>
<p:presentation xmlns:p="http://schemas.openxmlformats.org/presentationml/2006/main">
  <p:sldMasterIdLst>
    <p:sldMasterId xmlns:r="http://schemas.openxmlformats.org/officeDocument/2006/relationships" id="2147483648" r:id="Rd5baebafa3f149f0"/>
  </p:sldMasterIdLst>
  <p:notesMasterIdLst>
    <p:notesMasterId xmlns:r="http://schemas.openxmlformats.org/officeDocument/2006/relationships" r:id="R6e36e7d04ae84178"/>
  </p:notesMasterIdLst>
  <p:sldIdLst>
    <p:sldId xmlns:r="http://schemas.openxmlformats.org/officeDocument/2006/relationships" id="256" r:id="R968865f618c94902"/>
    <p:sldId xmlns:r="http://schemas.openxmlformats.org/officeDocument/2006/relationships" id="257" r:id="R39f8acb827754d5f"/>
    <p:sldId xmlns:r="http://schemas.openxmlformats.org/officeDocument/2006/relationships" id="258" r:id="R944f6fc563634c6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9da93df58dc4d8f" /><Relationship Type="http://schemas.openxmlformats.org/officeDocument/2006/relationships/slideMaster" Target="/ppt/slideMasters/slideMaster1.xml" Id="Rd5baebafa3f149f0" /><Relationship Type="http://schemas.openxmlformats.org/officeDocument/2006/relationships/notesMaster" Target="/ppt/notesMasters/notesMaster1.xml" Id="R6e36e7d04ae84178" /><Relationship Type="http://schemas.openxmlformats.org/officeDocument/2006/relationships/presProps" Target="/ppt/presProps.xml" Id="R8772e79b23dc419f" /><Relationship Type="http://schemas.openxmlformats.org/officeDocument/2006/relationships/tableStyles" Target="/ppt/tableStyles.xml" Id="R5bbe19b7585b44a7" /><Relationship Type="http://schemas.openxmlformats.org/officeDocument/2006/relationships/slide" Target="/ppt/slides/slide1.xml" Id="R968865f618c94902" /><Relationship Type="http://schemas.openxmlformats.org/officeDocument/2006/relationships/slide" Target="/ppt/slides/slide2.xml" Id="R39f8acb827754d5f" /><Relationship Type="http://schemas.openxmlformats.org/officeDocument/2006/relationships/slide" Target="/ppt/slides/slide3.xml" Id="R944f6fc563634c6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6b31f5f3194467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2c265e3a08f4cfe" /><Relationship Type="http://schemas.openxmlformats.org/officeDocument/2006/relationships/notesMaster" Target="/ppt/notesMasters/notesMaster1.xml" Id="Rbf00c65166c440fd" /></Relationships>
</file>

<file path=ppt/notesSlides/_rels/notesSlide2.xml.rels>&#65279;<?xml version="1.0" encoding="utf-8"?><Relationships xmlns="http://schemas.openxmlformats.org/package/2006/relationships"><Relationship Type="http://schemas.openxmlformats.org/officeDocument/2006/relationships/slide" Target="/ppt/slides/slide2.xml" Id="Rb56f9dfc53f948e9" /><Relationship Type="http://schemas.openxmlformats.org/officeDocument/2006/relationships/notesMaster" Target="/ppt/notesMasters/notesMaster1.xml" Id="R4d6d467295ac44a9" /></Relationships>
</file>

<file path=ppt/notesSlides/_rels/notesSlide3.xml.rels>&#65279;<?xml version="1.0" encoding="utf-8"?><Relationships xmlns="http://schemas.openxmlformats.org/package/2006/relationships"><Relationship Type="http://schemas.openxmlformats.org/officeDocument/2006/relationships/slide" Target="/ppt/slides/slide3.xml" Id="Ra1a0a5ce4fb04d7c" /><Relationship Type="http://schemas.openxmlformats.org/officeDocument/2006/relationships/notesMaster" Target="/ppt/notesMasters/notesMaster1.xml" Id="R2d96efc0b77249b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도입: 국가인공지능전략위원회의 대한민국 인공지능행동계획에서 공공AX의 위치를 소개한다. 3대 정책축과 12대 전략분야 중 공공AX는 두 번째 축의 공공 인공지능 대전환에 해당한다. 전체 세부분야는 말로 풀어서 설명하고 화면은 해당 위치에 집중한다.</a:t>
            </a:r>
          </a:p>
          <a:p xmlns:a="http://schemas.openxmlformats.org/drawingml/2006/main">
            <a:r>
              <a:t>출처: 외교부 「대한민국 AI 행동계획」 https://www.mofa.go.kr/www/wpge/m_29685/contents.do (2026.2.25 최종 확정 및 3대 정책축·12대 전략분야); 국가인공지능전략위원회 https://www.aikorea.go.kr/upload/contents/contents_01.html (정책축 명칭). 공공AX.pdf 본문 88~89쪽.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분류는 국가인공지능행동계획의 공식 전략체계가 아니라 발표자의 재구성이다. 원문의 과제 50~64번을 화면에서는 순서에 따라 ①~⑮로 표시했다. 4대 전략목표는 행정업무, 국민 서비스, 생태계, 신뢰이며 추진 지원과 성과관리는 이를 가로지르는 공통 관리체계이다.</a:t>
            </a:r>
          </a:p>
          <a:p xmlns:a="http://schemas.openxmlformats.org/drawingml/2006/main">
            <a:r>
              <a:t>출처: 공공AX.pdf 본문 89쪽의 15개 과제, 본문 88~106쪽 세부 설명. 발표자료 목차_수정.md 슬라이드 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행정업무 혁신은 협업 방식, 이를 뒷받침하는 업무 기반, 이를 실행하는 사람을 함께 바꾸는 과제로 설명한다. 첫째, 공무원과 AI가 함께 일할 수 있도록 공통 기반과 업무자료의 표준화를 추진한다. 둘째, 부처별로 분절된 문서·업무·데이터를 연결해 정책의 흐름과 맥락을 활용하도록 한다. 셋째, 공무원이 AI 실무역량을 갖추고 현장 문제를 해결하도록 직무별 교육과 실습을 강화한다. 실제 완료된 성과가 아니라 행동계획이 권고하는 방향으로 표현한다. 기술 원리 설명은 추가하지 않는다.</a:t>
            </a:r>
          </a:p>
          <a:p xmlns:a="http://schemas.openxmlformats.org/drawingml/2006/main">
            <a:r>
              <a:t>출처: 공공AX.pdf 본문 89~91쪽(과제 50·51), 93쪽(과제 53). 과제 순번 ①·②·④는 발표자료 목차_수정.md의 순서와 같다.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4d2596157544b1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c9c6f257eea84d8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b7cc6fdf943441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b2c8eadd8fa440a"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fbe9335e3e2c408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0865f53a7f5f406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5B8FDE6-B449-4699-A757-351899976635}"/>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D3FE1FBB-30F2-4642-95EF-6E41584C2745}"/>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F0FFD5BD-495D-4F68-9107-01E4442F14FF}"/>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E570387-9BF7-4654-9E1C-AF3DC1C60CA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F3708FFD-2FCA-4208-8566-B2200EB4F5BC}"/>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E2EBAA3B-FCA7-4B34-8F47-C97DE9B94ED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83222BC-003E-426E-AF7B-8ED3F4199E0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0EB69813-F3AD-42B4-BCC2-1223C4C4B02B}"/>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A666FFC-25FC-4217-872B-66EF217AF62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6057771-9550-4834-BA8F-EE883649A8B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bb0e69cfc2a41b3" /><Relationship Type="http://schemas.openxmlformats.org/officeDocument/2006/relationships/slideLayout" Target="/ppt/slideLayouts/slideLayout1.xml" Id="Rf288922ab10640d7" /><Relationship Type="http://schemas.openxmlformats.org/officeDocument/2006/relationships/slideLayout" Target="/ppt/slideLayouts/slideLayout2.xml" Id="R7778951a885a47b6" /><Relationship Type="http://schemas.openxmlformats.org/officeDocument/2006/relationships/slideLayout" Target="/ppt/slideLayouts/slideLayout3.xml" Id="Rc0bf2d38108f4e6b" /><Relationship Type="http://schemas.openxmlformats.org/officeDocument/2006/relationships/slideLayout" Target="/ppt/slideLayouts/slideLayout4.xml" Id="R864a168a23e843aa" /><Relationship Type="http://schemas.openxmlformats.org/officeDocument/2006/relationships/slideLayout" Target="/ppt/slideLayouts/slideLayout5.xml" Id="Rca2e82a474864500" /><Relationship Type="http://schemas.openxmlformats.org/officeDocument/2006/relationships/slideLayout" Target="/ppt/slideLayouts/slideLayout6.xml" Id="Rcc8e17aa04744f7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288922ab10640d7"/>
    <p:sldLayoutId xmlns:r="http://schemas.openxmlformats.org/officeDocument/2006/relationships" id="2147483650" r:id="R7778951a885a47b6"/>
    <p:sldLayoutId xmlns:r="http://schemas.openxmlformats.org/officeDocument/2006/relationships" id="2147483651" r:id="Rc0bf2d38108f4e6b"/>
    <p:sldLayoutId xmlns:r="http://schemas.openxmlformats.org/officeDocument/2006/relationships" id="2147483652" r:id="R864a168a23e843aa"/>
    <p:sldLayoutId xmlns:r="http://schemas.openxmlformats.org/officeDocument/2006/relationships" id="2147483653" r:id="Rca2e82a474864500"/>
    <p:sldLayoutId xmlns:r="http://schemas.openxmlformats.org/officeDocument/2006/relationships" id="2147483654" r:id="Rcc8e17aa04744f7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71b8c151f4564c3f" /><Relationship Type="http://schemas.openxmlformats.org/officeDocument/2006/relationships/image" Target="/ppt/media/image.png" Id="R15650272c09443f2" /><Relationship Type="http://schemas.openxmlformats.org/officeDocument/2006/relationships/notesSlide" Target="/ppt/notesSlides/notesSlide1.xml" Id="R484936fd810440ee"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ddedba82ffb2424e" /><Relationship Type="http://schemas.openxmlformats.org/officeDocument/2006/relationships/image" Target="/ppt/media/image2.png" Id="Rc7d0298675014924" /><Relationship Type="http://schemas.openxmlformats.org/officeDocument/2006/relationships/notesSlide" Target="/ppt/notesSlides/notesSlide2.xml" Id="Rc4fbd023ff6645b6"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1eea5075228b4607" /><Relationship Type="http://schemas.openxmlformats.org/officeDocument/2006/relationships/image" Target="/ppt/media/image3.png" Id="R5a2347e4817e48d9" /><Relationship Type="http://schemas.openxmlformats.org/officeDocument/2006/relationships/notesSlide" Target="/ppt/notesSlides/notesSlide3.xml" Id="R15de3ad70c15421e"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9" name="">
            <a:extLst xmlns:a="http://schemas.openxmlformats.org/drawingml/2006/main">
              <a:ext uri="{FF2B5EF4-FFF2-40B4-BE49-F238E27FC236}">
                <a16:creationId xmlns:a16="http://schemas.microsoft.com/office/drawing/2014/main" id="{248E84D0-389F-4DAB-86E4-0D9C57DF573B}"/>
              </a:ext>
            </a:extLst>
          </p:cNvPr>
          <p:cNvPicPr>
            <a:picLocks xmlns:a="http://schemas.openxmlformats.org/drawingml/2006/main" noChangeAspect="1"/>
          </p:cNvPicPr>
          <p:nvPr/>
        </p:nvPicPr>
        <p:blipFill>
          <a:blip xmlns:r="http://schemas.openxmlformats.org/officeDocument/2006/relationships" xmlns:a="http://schemas.openxmlformats.org/drawingml/2006/main" r:embed="R15650272c09443f2"/>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01">
            <a:extLst xmlns:a="http://schemas.openxmlformats.org/drawingml/2006/main">
              <a:ext uri="{FF2B5EF4-FFF2-40B4-BE49-F238E27FC236}">
                <a16:creationId xmlns:a16="http://schemas.microsoft.com/office/drawing/2014/main" id="{ED9A8310-062F-4667-8C83-66180F40EEF3}"/>
              </a:ext>
            </a:extLst>
          </p:cNvPr>
          <p:cNvSpPr>
            <a:spLocks xmlns:a="http://schemas.openxmlformats.org/drawingml/2006/main" noGrp="1"/>
          </p:cNvSpPr>
          <p:nvPr/>
        </p:nvSpPr>
        <p:spPr>
          <a:xfrm xmlns:a="http://schemas.openxmlformats.org/drawingml/2006/main">
            <a:off x="11049000" y="626745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350" b="0">
                <a:solidFill>
                  <a:srgbClr val="5D7183"/>
                </a:solidFill>
                <a:latin typeface="Malgun Gothic"/>
                <a:ea typeface="Malgun Gothic"/>
                <a:cs typeface="Malgun Gothic"/>
              </a:defRPr>
            </a:defPPr>
            <a:lvl1pPr algn="r">
              <a:defRPr sz="1350" b="0">
                <a:solidFill>
                  <a:srgbClr val="5D7183"/>
                </a:solidFill>
                <a:latin typeface="Malgun Gothic"/>
                <a:ea typeface="Malgun Gothic"/>
                <a:cs typeface="Malgun Gothic"/>
              </a:defRPr>
            </a:lvl1pPr>
            <a:lvl2pPr algn="r">
              <a:defRPr sz="1350" b="0">
                <a:solidFill>
                  <a:srgbClr val="5D7183"/>
                </a:solidFill>
                <a:latin typeface="Malgun Gothic"/>
                <a:ea typeface="Malgun Gothic"/>
                <a:cs typeface="Malgun Gothic"/>
              </a:defRPr>
            </a:lvl2pPr>
            <a:lvl3pPr algn="r">
              <a:defRPr sz="1350" b="0">
                <a:solidFill>
                  <a:srgbClr val="5D7183"/>
                </a:solidFill>
                <a:latin typeface="Malgun Gothic"/>
                <a:ea typeface="Malgun Gothic"/>
                <a:cs typeface="Malgun Gothic"/>
              </a:defRPr>
            </a:lvl3pPr>
            <a:lvl4pPr algn="r">
              <a:defRPr sz="1350" b="0">
                <a:solidFill>
                  <a:srgbClr val="5D7183"/>
                </a:solidFill>
                <a:latin typeface="Malgun Gothic"/>
                <a:ea typeface="Malgun Gothic"/>
                <a:cs typeface="Malgun Gothic"/>
              </a:defRPr>
            </a:lvl4pPr>
            <a:lvl5pPr algn="r">
              <a:defRPr sz="1350" b="0">
                <a:solidFill>
                  <a:srgbClr val="5D7183"/>
                </a:solidFill>
                <a:latin typeface="Malgun Gothic"/>
                <a:ea typeface="Malgun Gothic"/>
                <a:cs typeface="Malgun Gothic"/>
              </a:defRPr>
            </a:lvl5pPr>
            <a:lvl6pPr algn="r">
              <a:defRPr sz="1350" b="0">
                <a:solidFill>
                  <a:srgbClr val="5D7183"/>
                </a:solidFill>
                <a:latin typeface="Malgun Gothic"/>
                <a:ea typeface="Malgun Gothic"/>
                <a:cs typeface="Malgun Gothic"/>
              </a:defRPr>
            </a:lvl6pPr>
            <a:lvl7pPr algn="r">
              <a:defRPr sz="1350" b="0">
                <a:solidFill>
                  <a:srgbClr val="5D7183"/>
                </a:solidFill>
                <a:latin typeface="Malgun Gothic"/>
                <a:ea typeface="Malgun Gothic"/>
                <a:cs typeface="Malgun Gothic"/>
              </a:defRPr>
            </a:lvl7pPr>
            <a:lvl8pPr algn="r">
              <a:defRPr sz="1350" b="0">
                <a:solidFill>
                  <a:srgbClr val="5D7183"/>
                </a:solidFill>
                <a:latin typeface="Malgun Gothic"/>
                <a:ea typeface="Malgun Gothic"/>
                <a:cs typeface="Malgun Gothic"/>
              </a:defRPr>
            </a:lvl8pPr>
            <a:lvl9pPr algn="r">
              <a:defRPr sz="1350" b="0">
                <a:solidFill>
                  <a:srgbClr val="5D7183"/>
                </a:solidFill>
                <a:latin typeface="Malgun Gothic"/>
                <a:ea typeface="Malgun Gothic"/>
                <a:cs typeface="Malgun Gothic"/>
              </a:defRPr>
            </a:lvl9pPr>
          </a:lstStyle>
          <a:p xmlns:a="http://schemas.openxmlformats.org/drawingml/2006/main">
            <a:pPr algn="r">
              <a:defRPr sz="1350" b="0">
                <a:solidFill>
                  <a:srgbClr val="5D7183"/>
                </a:solidFill>
                <a:latin typeface="Malgun Gothic"/>
                <a:ea typeface="Malgun Gothic"/>
                <a:cs typeface="Malgun Gothic"/>
              </a:defRPr>
            </a:pPr>
            <a:r>
              <a:rPr sz="1350" b="0">
                <a:solidFill>
                  <a:srgbClr val="5D7183"/>
                </a:solidFill>
                <a:latin typeface="Malgun Gothic"/>
                <a:ea typeface="Malgun Gothic"/>
                <a:cs typeface="Malgun Gothic"/>
              </a:rPr>
              <a:t>01</a:t>
            </a:r>
          </a:p>
        </p:txBody>
      </p:sp>
      <p:sp>
        <p:nvSpPr>
          <p:cNvPr id="3" name="공공AX">
            <a:extLst xmlns:a="http://schemas.openxmlformats.org/drawingml/2006/main">
              <a:ext uri="{FF2B5EF4-FFF2-40B4-BE49-F238E27FC236}">
                <a16:creationId xmlns:a16="http://schemas.microsoft.com/office/drawing/2014/main" id="{A7394AC8-63F2-4BCB-A943-B93446F511F4}"/>
              </a:ext>
            </a:extLst>
          </p:cNvPr>
          <p:cNvSpPr>
            <a:spLocks xmlns:a="http://schemas.openxmlformats.org/drawingml/2006/main" noGrp="1"/>
          </p:cNvSpPr>
          <p:nvPr/>
        </p:nvSpPr>
        <p:spPr>
          <a:xfrm xmlns:a="http://schemas.openxmlformats.org/drawingml/2006/main">
            <a:off x="609600" y="514350"/>
            <a:ext cx="60007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5700" b="1">
                <a:solidFill>
                  <a:srgbClr val="182F49"/>
                </a:solidFill>
                <a:latin typeface="Malgun Gothic"/>
                <a:ea typeface="Malgun Gothic"/>
                <a:cs typeface="Malgun Gothic"/>
              </a:defRPr>
            </a:defPPr>
            <a:lvl1pPr algn="l">
              <a:defRPr sz="5700" b="1">
                <a:solidFill>
                  <a:srgbClr val="182F49"/>
                </a:solidFill>
                <a:latin typeface="Malgun Gothic"/>
                <a:ea typeface="Malgun Gothic"/>
                <a:cs typeface="Malgun Gothic"/>
              </a:defRPr>
            </a:lvl1pPr>
            <a:lvl2pPr algn="l">
              <a:defRPr sz="5700" b="1">
                <a:solidFill>
                  <a:srgbClr val="182F49"/>
                </a:solidFill>
                <a:latin typeface="Malgun Gothic"/>
                <a:ea typeface="Malgun Gothic"/>
                <a:cs typeface="Malgun Gothic"/>
              </a:defRPr>
            </a:lvl2pPr>
            <a:lvl3pPr algn="l">
              <a:defRPr sz="5700" b="1">
                <a:solidFill>
                  <a:srgbClr val="182F49"/>
                </a:solidFill>
                <a:latin typeface="Malgun Gothic"/>
                <a:ea typeface="Malgun Gothic"/>
                <a:cs typeface="Malgun Gothic"/>
              </a:defRPr>
            </a:lvl3pPr>
            <a:lvl4pPr algn="l">
              <a:defRPr sz="5700" b="1">
                <a:solidFill>
                  <a:srgbClr val="182F49"/>
                </a:solidFill>
                <a:latin typeface="Malgun Gothic"/>
                <a:ea typeface="Malgun Gothic"/>
                <a:cs typeface="Malgun Gothic"/>
              </a:defRPr>
            </a:lvl4pPr>
            <a:lvl5pPr algn="l">
              <a:defRPr sz="5700" b="1">
                <a:solidFill>
                  <a:srgbClr val="182F49"/>
                </a:solidFill>
                <a:latin typeface="Malgun Gothic"/>
                <a:ea typeface="Malgun Gothic"/>
                <a:cs typeface="Malgun Gothic"/>
              </a:defRPr>
            </a:lvl5pPr>
            <a:lvl6pPr algn="l">
              <a:defRPr sz="5700" b="1">
                <a:solidFill>
                  <a:srgbClr val="182F49"/>
                </a:solidFill>
                <a:latin typeface="Malgun Gothic"/>
                <a:ea typeface="Malgun Gothic"/>
                <a:cs typeface="Malgun Gothic"/>
              </a:defRPr>
            </a:lvl6pPr>
            <a:lvl7pPr algn="l">
              <a:defRPr sz="5700" b="1">
                <a:solidFill>
                  <a:srgbClr val="182F49"/>
                </a:solidFill>
                <a:latin typeface="Malgun Gothic"/>
                <a:ea typeface="Malgun Gothic"/>
                <a:cs typeface="Malgun Gothic"/>
              </a:defRPr>
            </a:lvl7pPr>
            <a:lvl8pPr algn="l">
              <a:defRPr sz="5700" b="1">
                <a:solidFill>
                  <a:srgbClr val="182F49"/>
                </a:solidFill>
                <a:latin typeface="Malgun Gothic"/>
                <a:ea typeface="Malgun Gothic"/>
                <a:cs typeface="Malgun Gothic"/>
              </a:defRPr>
            </a:lvl8pPr>
            <a:lvl9pPr algn="l">
              <a:defRPr sz="5700" b="1">
                <a:solidFill>
                  <a:srgbClr val="182F49"/>
                </a:solidFill>
                <a:latin typeface="Malgun Gothic"/>
                <a:ea typeface="Malgun Gothic"/>
                <a:cs typeface="Malgun Gothic"/>
              </a:defRPr>
            </a:lvl9pPr>
          </a:lstStyle>
          <a:p xmlns:a="http://schemas.openxmlformats.org/drawingml/2006/main">
            <a:pPr algn="l">
              <a:defRPr sz="5700" b="1">
                <a:solidFill>
                  <a:srgbClr val="182F49"/>
                </a:solidFill>
                <a:latin typeface="Malgun Gothic"/>
                <a:ea typeface="Malgun Gothic"/>
                <a:cs typeface="Malgun Gothic"/>
              </a:defRPr>
            </a:pPr>
            <a:r>
              <a:rPr sz="5700" b="1">
                <a:solidFill>
                  <a:srgbClr val="182F49"/>
                </a:solidFill>
                <a:latin typeface="Malgun Gothic"/>
                <a:ea typeface="Malgun Gothic"/>
                <a:cs typeface="Malgun Gothic"/>
              </a:rPr>
              <a:t>공공AX</a:t>
            </a:r>
          </a:p>
        </p:txBody>
      </p:sp>
      <p:sp>
        <p:nvSpPr>
          <p:cNvPr id="4" name="AI Native 정부는 어떻게 사회를 바꾸는가">
            <a:extLst xmlns:a="http://schemas.openxmlformats.org/drawingml/2006/main">
              <a:ext uri="{FF2B5EF4-FFF2-40B4-BE49-F238E27FC236}">
                <a16:creationId xmlns:a16="http://schemas.microsoft.com/office/drawing/2014/main" id="{18A99F95-E24C-4441-BDEF-D119CA51D182}"/>
              </a:ext>
            </a:extLst>
          </p:cNvPr>
          <p:cNvSpPr>
            <a:spLocks xmlns:a="http://schemas.openxmlformats.org/drawingml/2006/main" noGrp="1"/>
          </p:cNvSpPr>
          <p:nvPr/>
        </p:nvSpPr>
        <p:spPr>
          <a:xfrm xmlns:a="http://schemas.openxmlformats.org/drawingml/2006/main">
            <a:off x="647700" y="1571625"/>
            <a:ext cx="56197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300" b="1">
                <a:solidFill>
                  <a:srgbClr val="182F49"/>
                </a:solidFill>
                <a:latin typeface="Malgun Gothic"/>
                <a:ea typeface="Malgun Gothic"/>
                <a:cs typeface="Malgun Gothic"/>
              </a:defRPr>
            </a:defPPr>
            <a:lvl1pPr algn="l">
              <a:defRPr sz="3300" b="1">
                <a:solidFill>
                  <a:srgbClr val="182F49"/>
                </a:solidFill>
                <a:latin typeface="Malgun Gothic"/>
                <a:ea typeface="Malgun Gothic"/>
                <a:cs typeface="Malgun Gothic"/>
              </a:defRPr>
            </a:lvl1pPr>
            <a:lvl2pPr algn="l">
              <a:defRPr sz="3300" b="1">
                <a:solidFill>
                  <a:srgbClr val="182F49"/>
                </a:solidFill>
                <a:latin typeface="Malgun Gothic"/>
                <a:ea typeface="Malgun Gothic"/>
                <a:cs typeface="Malgun Gothic"/>
              </a:defRPr>
            </a:lvl2pPr>
            <a:lvl3pPr algn="l">
              <a:defRPr sz="3300" b="1">
                <a:solidFill>
                  <a:srgbClr val="182F49"/>
                </a:solidFill>
                <a:latin typeface="Malgun Gothic"/>
                <a:ea typeface="Malgun Gothic"/>
                <a:cs typeface="Malgun Gothic"/>
              </a:defRPr>
            </a:lvl3pPr>
            <a:lvl4pPr algn="l">
              <a:defRPr sz="3300" b="1">
                <a:solidFill>
                  <a:srgbClr val="182F49"/>
                </a:solidFill>
                <a:latin typeface="Malgun Gothic"/>
                <a:ea typeface="Malgun Gothic"/>
                <a:cs typeface="Malgun Gothic"/>
              </a:defRPr>
            </a:lvl4pPr>
            <a:lvl5pPr algn="l">
              <a:defRPr sz="3300" b="1">
                <a:solidFill>
                  <a:srgbClr val="182F49"/>
                </a:solidFill>
                <a:latin typeface="Malgun Gothic"/>
                <a:ea typeface="Malgun Gothic"/>
                <a:cs typeface="Malgun Gothic"/>
              </a:defRPr>
            </a:lvl5pPr>
            <a:lvl6pPr algn="l">
              <a:defRPr sz="3300" b="1">
                <a:solidFill>
                  <a:srgbClr val="182F49"/>
                </a:solidFill>
                <a:latin typeface="Malgun Gothic"/>
                <a:ea typeface="Malgun Gothic"/>
                <a:cs typeface="Malgun Gothic"/>
              </a:defRPr>
            </a:lvl6pPr>
            <a:lvl7pPr algn="l">
              <a:defRPr sz="3300" b="1">
                <a:solidFill>
                  <a:srgbClr val="182F49"/>
                </a:solidFill>
                <a:latin typeface="Malgun Gothic"/>
                <a:ea typeface="Malgun Gothic"/>
                <a:cs typeface="Malgun Gothic"/>
              </a:defRPr>
            </a:lvl7pPr>
            <a:lvl8pPr algn="l">
              <a:defRPr sz="3300" b="1">
                <a:solidFill>
                  <a:srgbClr val="182F49"/>
                </a:solidFill>
                <a:latin typeface="Malgun Gothic"/>
                <a:ea typeface="Malgun Gothic"/>
                <a:cs typeface="Malgun Gothic"/>
              </a:defRPr>
            </a:lvl8pPr>
            <a:lvl9pPr algn="l">
              <a:defRPr sz="3300" b="1">
                <a:solidFill>
                  <a:srgbClr val="182F49"/>
                </a:solidFill>
                <a:latin typeface="Malgun Gothic"/>
                <a:ea typeface="Malgun Gothic"/>
                <a:cs typeface="Malgun Gothic"/>
              </a:defRPr>
            </a:lvl9pPr>
          </a:lstStyle>
          <a:p xmlns:a="http://schemas.openxmlformats.org/drawingml/2006/main">
            <a:pPr algn="l">
              <a:defRPr sz="3300" b="1">
                <a:solidFill>
                  <a:srgbClr val="182F49"/>
                </a:solidFill>
                <a:latin typeface="Malgun Gothic"/>
                <a:ea typeface="Malgun Gothic"/>
                <a:cs typeface="Malgun Gothic"/>
              </a:defRPr>
            </a:pPr>
            <a:r>
              <a:rPr sz="3300" b="1">
                <a:solidFill>
                  <a:srgbClr val="182F49"/>
                </a:solidFill>
                <a:latin typeface="Malgun Gothic"/>
                <a:ea typeface="Malgun Gothic"/>
                <a:cs typeface="Malgun Gothic"/>
              </a:rPr>
              <a:t>AI Native 정부는</a:t>
            </a:r>
          </a:p>
          <a:p xmlns:a="http://schemas.openxmlformats.org/drawingml/2006/main">
            <a:pPr algn="l">
              <a:defRPr sz="3300" b="1">
                <a:solidFill>
                  <a:srgbClr val="182F49"/>
                </a:solidFill>
                <a:latin typeface="Malgun Gothic"/>
                <a:ea typeface="Malgun Gothic"/>
                <a:cs typeface="Malgun Gothic"/>
              </a:defRPr>
            </a:pPr>
            <a:r>
              <a:rPr sz="3300" b="1">
                <a:solidFill>
                  <a:srgbClr val="182F49"/>
                </a:solidFill>
                <a:latin typeface="Malgun Gothic"/>
                <a:ea typeface="Malgun Gothic"/>
                <a:cs typeface="Malgun Gothic"/>
              </a:rPr>
              <a:t>어떻게 사회를 바꾸는가</a:t>
            </a:r>
          </a:p>
        </p:txBody>
      </p:sp>
      <p:sp>
        <p:nvSpPr>
          <p:cNvPr id="5" name="대한민국 인공지능 행동계획">
            <a:extLst xmlns:a="http://schemas.openxmlformats.org/drawingml/2006/main">
              <a:ext uri="{FF2B5EF4-FFF2-40B4-BE49-F238E27FC236}">
                <a16:creationId xmlns:a16="http://schemas.microsoft.com/office/drawing/2014/main" id="{E9C1D4EF-8DC3-4CF8-B3BC-928E52BC818D}"/>
              </a:ext>
            </a:extLst>
          </p:cNvPr>
          <p:cNvSpPr>
            <a:spLocks xmlns:a="http://schemas.openxmlformats.org/drawingml/2006/main" noGrp="1"/>
          </p:cNvSpPr>
          <p:nvPr/>
        </p:nvSpPr>
        <p:spPr>
          <a:xfrm xmlns:a="http://schemas.openxmlformats.org/drawingml/2006/main">
            <a:off x="647700" y="3257550"/>
            <a:ext cx="5524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250" b="1">
                <a:solidFill>
                  <a:srgbClr val="182F49"/>
                </a:solidFill>
                <a:latin typeface="Malgun Gothic"/>
                <a:ea typeface="Malgun Gothic"/>
                <a:cs typeface="Malgun Gothic"/>
              </a:defRPr>
            </a:defPPr>
            <a:lvl1pPr algn="l">
              <a:defRPr sz="2250" b="1">
                <a:solidFill>
                  <a:srgbClr val="182F49"/>
                </a:solidFill>
                <a:latin typeface="Malgun Gothic"/>
                <a:ea typeface="Malgun Gothic"/>
                <a:cs typeface="Malgun Gothic"/>
              </a:defRPr>
            </a:lvl1pPr>
            <a:lvl2pPr algn="l">
              <a:defRPr sz="2250" b="1">
                <a:solidFill>
                  <a:srgbClr val="182F49"/>
                </a:solidFill>
                <a:latin typeface="Malgun Gothic"/>
                <a:ea typeface="Malgun Gothic"/>
                <a:cs typeface="Malgun Gothic"/>
              </a:defRPr>
            </a:lvl2pPr>
            <a:lvl3pPr algn="l">
              <a:defRPr sz="2250" b="1">
                <a:solidFill>
                  <a:srgbClr val="182F49"/>
                </a:solidFill>
                <a:latin typeface="Malgun Gothic"/>
                <a:ea typeface="Malgun Gothic"/>
                <a:cs typeface="Malgun Gothic"/>
              </a:defRPr>
            </a:lvl3pPr>
            <a:lvl4pPr algn="l">
              <a:defRPr sz="2250" b="1">
                <a:solidFill>
                  <a:srgbClr val="182F49"/>
                </a:solidFill>
                <a:latin typeface="Malgun Gothic"/>
                <a:ea typeface="Malgun Gothic"/>
                <a:cs typeface="Malgun Gothic"/>
              </a:defRPr>
            </a:lvl4pPr>
            <a:lvl5pPr algn="l">
              <a:defRPr sz="2250" b="1">
                <a:solidFill>
                  <a:srgbClr val="182F49"/>
                </a:solidFill>
                <a:latin typeface="Malgun Gothic"/>
                <a:ea typeface="Malgun Gothic"/>
                <a:cs typeface="Malgun Gothic"/>
              </a:defRPr>
            </a:lvl5pPr>
            <a:lvl6pPr algn="l">
              <a:defRPr sz="2250" b="1">
                <a:solidFill>
                  <a:srgbClr val="182F49"/>
                </a:solidFill>
                <a:latin typeface="Malgun Gothic"/>
                <a:ea typeface="Malgun Gothic"/>
                <a:cs typeface="Malgun Gothic"/>
              </a:defRPr>
            </a:lvl6pPr>
            <a:lvl7pPr algn="l">
              <a:defRPr sz="2250" b="1">
                <a:solidFill>
                  <a:srgbClr val="182F49"/>
                </a:solidFill>
                <a:latin typeface="Malgun Gothic"/>
                <a:ea typeface="Malgun Gothic"/>
                <a:cs typeface="Malgun Gothic"/>
              </a:defRPr>
            </a:lvl7pPr>
            <a:lvl8pPr algn="l">
              <a:defRPr sz="2250" b="1">
                <a:solidFill>
                  <a:srgbClr val="182F49"/>
                </a:solidFill>
                <a:latin typeface="Malgun Gothic"/>
                <a:ea typeface="Malgun Gothic"/>
                <a:cs typeface="Malgun Gothic"/>
              </a:defRPr>
            </a:lvl8pPr>
            <a:lvl9pPr algn="l">
              <a:defRPr sz="2250" b="1">
                <a:solidFill>
                  <a:srgbClr val="182F49"/>
                </a:solidFill>
                <a:latin typeface="Malgun Gothic"/>
                <a:ea typeface="Malgun Gothic"/>
                <a:cs typeface="Malgun Gothic"/>
              </a:defRPr>
            </a:lvl9pPr>
          </a:lstStyle>
          <a:p xmlns:a="http://schemas.openxmlformats.org/drawingml/2006/main">
            <a:pPr algn="l">
              <a:defRPr sz="2250" b="1">
                <a:solidFill>
                  <a:srgbClr val="182F49"/>
                </a:solidFill>
                <a:latin typeface="Malgun Gothic"/>
                <a:ea typeface="Malgun Gothic"/>
                <a:cs typeface="Malgun Gothic"/>
              </a:defRPr>
            </a:pPr>
            <a:r>
              <a:rPr sz="2250" b="1">
                <a:solidFill>
                  <a:srgbClr val="182F49"/>
                </a:solidFill>
                <a:latin typeface="Malgun Gothic"/>
                <a:ea typeface="Malgun Gothic"/>
                <a:cs typeface="Malgun Gothic"/>
              </a:rPr>
              <a:t>대한민국 인공지능 행동계획</a:t>
            </a:r>
          </a:p>
        </p:txBody>
      </p:sp>
      <p:sp>
        <p:nvSpPr>
          <p:cNvPr id="6" name="2026. 2. 25. 확정">
            <a:extLst xmlns:a="http://schemas.openxmlformats.org/drawingml/2006/main">
              <a:ext uri="{FF2B5EF4-FFF2-40B4-BE49-F238E27FC236}">
                <a16:creationId xmlns:a16="http://schemas.microsoft.com/office/drawing/2014/main" id="{4E790B0D-588A-47CB-A35F-931EF7D2D2CB}"/>
              </a:ext>
            </a:extLst>
          </p:cNvPr>
          <p:cNvSpPr>
            <a:spLocks xmlns:a="http://schemas.openxmlformats.org/drawingml/2006/main" noGrp="1"/>
          </p:cNvSpPr>
          <p:nvPr/>
        </p:nvSpPr>
        <p:spPr>
          <a:xfrm xmlns:a="http://schemas.openxmlformats.org/drawingml/2006/main">
            <a:off x="647700" y="381952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800" b="0">
                <a:solidFill>
                  <a:srgbClr val="5D7183"/>
                </a:solidFill>
                <a:latin typeface="Malgun Gothic"/>
                <a:ea typeface="Malgun Gothic"/>
                <a:cs typeface="Malgun Gothic"/>
              </a:defRPr>
            </a:defPPr>
            <a:lvl1pPr algn="l">
              <a:defRPr sz="1800" b="0">
                <a:solidFill>
                  <a:srgbClr val="5D7183"/>
                </a:solidFill>
                <a:latin typeface="Malgun Gothic"/>
                <a:ea typeface="Malgun Gothic"/>
                <a:cs typeface="Malgun Gothic"/>
              </a:defRPr>
            </a:lvl1pPr>
            <a:lvl2pPr algn="l">
              <a:defRPr sz="1800" b="0">
                <a:solidFill>
                  <a:srgbClr val="5D7183"/>
                </a:solidFill>
                <a:latin typeface="Malgun Gothic"/>
                <a:ea typeface="Malgun Gothic"/>
                <a:cs typeface="Malgun Gothic"/>
              </a:defRPr>
            </a:lvl2pPr>
            <a:lvl3pPr algn="l">
              <a:defRPr sz="1800" b="0">
                <a:solidFill>
                  <a:srgbClr val="5D7183"/>
                </a:solidFill>
                <a:latin typeface="Malgun Gothic"/>
                <a:ea typeface="Malgun Gothic"/>
                <a:cs typeface="Malgun Gothic"/>
              </a:defRPr>
            </a:lvl3pPr>
            <a:lvl4pPr algn="l">
              <a:defRPr sz="1800" b="0">
                <a:solidFill>
                  <a:srgbClr val="5D7183"/>
                </a:solidFill>
                <a:latin typeface="Malgun Gothic"/>
                <a:ea typeface="Malgun Gothic"/>
                <a:cs typeface="Malgun Gothic"/>
              </a:defRPr>
            </a:lvl4pPr>
            <a:lvl5pPr algn="l">
              <a:defRPr sz="1800" b="0">
                <a:solidFill>
                  <a:srgbClr val="5D7183"/>
                </a:solidFill>
                <a:latin typeface="Malgun Gothic"/>
                <a:ea typeface="Malgun Gothic"/>
                <a:cs typeface="Malgun Gothic"/>
              </a:defRPr>
            </a:lvl5pPr>
            <a:lvl6pPr algn="l">
              <a:defRPr sz="1800" b="0">
                <a:solidFill>
                  <a:srgbClr val="5D7183"/>
                </a:solidFill>
                <a:latin typeface="Malgun Gothic"/>
                <a:ea typeface="Malgun Gothic"/>
                <a:cs typeface="Malgun Gothic"/>
              </a:defRPr>
            </a:lvl6pPr>
            <a:lvl7pPr algn="l">
              <a:defRPr sz="1800" b="0">
                <a:solidFill>
                  <a:srgbClr val="5D7183"/>
                </a:solidFill>
                <a:latin typeface="Malgun Gothic"/>
                <a:ea typeface="Malgun Gothic"/>
                <a:cs typeface="Malgun Gothic"/>
              </a:defRPr>
            </a:lvl7pPr>
            <a:lvl8pPr algn="l">
              <a:defRPr sz="1800" b="0">
                <a:solidFill>
                  <a:srgbClr val="5D7183"/>
                </a:solidFill>
                <a:latin typeface="Malgun Gothic"/>
                <a:ea typeface="Malgun Gothic"/>
                <a:cs typeface="Malgun Gothic"/>
              </a:defRPr>
            </a:lvl8pPr>
            <a:lvl9pPr algn="l">
              <a:defRPr sz="1800" b="0">
                <a:solidFill>
                  <a:srgbClr val="5D7183"/>
                </a:solidFill>
                <a:latin typeface="Malgun Gothic"/>
                <a:ea typeface="Malgun Gothic"/>
                <a:cs typeface="Malgun Gothic"/>
              </a:defRPr>
            </a:lvl9pPr>
          </a:lstStyle>
          <a:p xmlns:a="http://schemas.openxmlformats.org/drawingml/2006/main">
            <a:pPr algn="l">
              <a:defRPr sz="1800" b="0">
                <a:solidFill>
                  <a:srgbClr val="5D7183"/>
                </a:solidFill>
                <a:latin typeface="Malgun Gothic"/>
                <a:ea typeface="Malgun Gothic"/>
                <a:cs typeface="Malgun Gothic"/>
              </a:defRPr>
            </a:pPr>
            <a:r>
              <a:rPr sz="1800" b="0">
                <a:solidFill>
                  <a:srgbClr val="5D7183"/>
                </a:solidFill>
                <a:latin typeface="Malgun Gothic"/>
                <a:ea typeface="Malgun Gothic"/>
                <a:cs typeface="Malgun Gothic"/>
              </a:rPr>
              <a:t>2026. 2. 25. 확정</a:t>
            </a:r>
          </a:p>
        </p:txBody>
      </p:sp>
      <p:sp>
        <p:nvSpPr>
          <p:cNvPr id="7" name="202485-010007 김동현">
            <a:extLst xmlns:a="http://schemas.openxmlformats.org/drawingml/2006/main">
              <a:ext uri="{FF2B5EF4-FFF2-40B4-BE49-F238E27FC236}">
                <a16:creationId xmlns:a16="http://schemas.microsoft.com/office/drawing/2014/main" id="{7F9BFD45-DCE2-4073-9FC7-A2A09628ED1D}"/>
              </a:ext>
            </a:extLst>
          </p:cNvPr>
          <p:cNvSpPr>
            <a:spLocks xmlns:a="http://schemas.openxmlformats.org/drawingml/2006/main" noGrp="1"/>
          </p:cNvSpPr>
          <p:nvPr/>
        </p:nvSpPr>
        <p:spPr>
          <a:xfrm xmlns:a="http://schemas.openxmlformats.org/drawingml/2006/main">
            <a:off x="647700" y="5657850"/>
            <a:ext cx="4762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800" b="0">
                <a:solidFill>
                  <a:srgbClr val="182F49"/>
                </a:solidFill>
                <a:latin typeface="Malgun Gothic"/>
                <a:ea typeface="Malgun Gothic"/>
                <a:cs typeface="Malgun Gothic"/>
              </a:defRPr>
            </a:defPPr>
            <a:lvl1pPr algn="l">
              <a:defRPr sz="1800" b="0">
                <a:solidFill>
                  <a:srgbClr val="182F49"/>
                </a:solidFill>
                <a:latin typeface="Malgun Gothic"/>
                <a:ea typeface="Malgun Gothic"/>
                <a:cs typeface="Malgun Gothic"/>
              </a:defRPr>
            </a:lvl1pPr>
            <a:lvl2pPr algn="l">
              <a:defRPr sz="1800" b="0">
                <a:solidFill>
                  <a:srgbClr val="182F49"/>
                </a:solidFill>
                <a:latin typeface="Malgun Gothic"/>
                <a:ea typeface="Malgun Gothic"/>
                <a:cs typeface="Malgun Gothic"/>
              </a:defRPr>
            </a:lvl2pPr>
            <a:lvl3pPr algn="l">
              <a:defRPr sz="1800" b="0">
                <a:solidFill>
                  <a:srgbClr val="182F49"/>
                </a:solidFill>
                <a:latin typeface="Malgun Gothic"/>
                <a:ea typeface="Malgun Gothic"/>
                <a:cs typeface="Malgun Gothic"/>
              </a:defRPr>
            </a:lvl3pPr>
            <a:lvl4pPr algn="l">
              <a:defRPr sz="1800" b="0">
                <a:solidFill>
                  <a:srgbClr val="182F49"/>
                </a:solidFill>
                <a:latin typeface="Malgun Gothic"/>
                <a:ea typeface="Malgun Gothic"/>
                <a:cs typeface="Malgun Gothic"/>
              </a:defRPr>
            </a:lvl4pPr>
            <a:lvl5pPr algn="l">
              <a:defRPr sz="1800" b="0">
                <a:solidFill>
                  <a:srgbClr val="182F49"/>
                </a:solidFill>
                <a:latin typeface="Malgun Gothic"/>
                <a:ea typeface="Malgun Gothic"/>
                <a:cs typeface="Malgun Gothic"/>
              </a:defRPr>
            </a:lvl5pPr>
            <a:lvl6pPr algn="l">
              <a:defRPr sz="1800" b="0">
                <a:solidFill>
                  <a:srgbClr val="182F49"/>
                </a:solidFill>
                <a:latin typeface="Malgun Gothic"/>
                <a:ea typeface="Malgun Gothic"/>
                <a:cs typeface="Malgun Gothic"/>
              </a:defRPr>
            </a:lvl6pPr>
            <a:lvl7pPr algn="l">
              <a:defRPr sz="1800" b="0">
                <a:solidFill>
                  <a:srgbClr val="182F49"/>
                </a:solidFill>
                <a:latin typeface="Malgun Gothic"/>
                <a:ea typeface="Malgun Gothic"/>
                <a:cs typeface="Malgun Gothic"/>
              </a:defRPr>
            </a:lvl7pPr>
            <a:lvl8pPr algn="l">
              <a:defRPr sz="1800" b="0">
                <a:solidFill>
                  <a:srgbClr val="182F49"/>
                </a:solidFill>
                <a:latin typeface="Malgun Gothic"/>
                <a:ea typeface="Malgun Gothic"/>
                <a:cs typeface="Malgun Gothic"/>
              </a:defRPr>
            </a:lvl8pPr>
            <a:lvl9pPr algn="l">
              <a:defRPr sz="1800" b="0">
                <a:solidFill>
                  <a:srgbClr val="182F49"/>
                </a:solidFill>
                <a:latin typeface="Malgun Gothic"/>
                <a:ea typeface="Malgun Gothic"/>
                <a:cs typeface="Malgun Gothic"/>
              </a:defRPr>
            </a:lvl9pPr>
          </a:lstStyle>
          <a:p xmlns:a="http://schemas.openxmlformats.org/drawingml/2006/main">
            <a:pPr algn="l">
              <a:defRPr sz="1800" b="0">
                <a:solidFill>
                  <a:srgbClr val="182F49"/>
                </a:solidFill>
                <a:latin typeface="Malgun Gothic"/>
                <a:ea typeface="Malgun Gothic"/>
                <a:cs typeface="Malgun Gothic"/>
              </a:defRPr>
            </a:pPr>
            <a:r>
              <a:rPr sz="1800" b="0">
                <a:solidFill>
                  <a:srgbClr val="182F49"/>
                </a:solidFill>
                <a:latin typeface="Malgun Gothic"/>
                <a:ea typeface="Malgun Gothic"/>
                <a:cs typeface="Malgun Gothic"/>
              </a:rPr>
              <a:t>202485-010007 김동현</a:t>
            </a:r>
          </a:p>
        </p:txBody>
      </p:sp>
      <p:sp>
        <p:nvSpPr>
          <p:cNvPr id="8" name="3대 정책 축 · 12대 전략분야">
            <a:extLst xmlns:a="http://schemas.openxmlformats.org/drawingml/2006/main">
              <a:ext uri="{FF2B5EF4-FFF2-40B4-BE49-F238E27FC236}">
                <a16:creationId xmlns:a16="http://schemas.microsoft.com/office/drawing/2014/main" id="{E24F9325-E659-4E62-811F-54C8897F0923}"/>
              </a:ext>
            </a:extLst>
          </p:cNvPr>
          <p:cNvSpPr>
            <a:spLocks xmlns:a="http://schemas.openxmlformats.org/drawingml/2006/main" noGrp="1"/>
          </p:cNvSpPr>
          <p:nvPr/>
        </p:nvSpPr>
        <p:spPr>
          <a:xfrm xmlns:a="http://schemas.openxmlformats.org/drawingml/2006/main">
            <a:off x="6953250" y="619125"/>
            <a:ext cx="428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950" b="1">
                <a:solidFill>
                  <a:srgbClr val="182F49"/>
                </a:solidFill>
                <a:latin typeface="Malgun Gothic"/>
                <a:ea typeface="Malgun Gothic"/>
                <a:cs typeface="Malgun Gothic"/>
              </a:defRPr>
            </a:defPPr>
            <a:lvl1pPr algn="l">
              <a:defRPr sz="1950" b="1">
                <a:solidFill>
                  <a:srgbClr val="182F49"/>
                </a:solidFill>
                <a:latin typeface="Malgun Gothic"/>
                <a:ea typeface="Malgun Gothic"/>
                <a:cs typeface="Malgun Gothic"/>
              </a:defRPr>
            </a:lvl1pPr>
            <a:lvl2pPr algn="l">
              <a:defRPr sz="1950" b="1">
                <a:solidFill>
                  <a:srgbClr val="182F49"/>
                </a:solidFill>
                <a:latin typeface="Malgun Gothic"/>
                <a:ea typeface="Malgun Gothic"/>
                <a:cs typeface="Malgun Gothic"/>
              </a:defRPr>
            </a:lvl2pPr>
            <a:lvl3pPr algn="l">
              <a:defRPr sz="1950" b="1">
                <a:solidFill>
                  <a:srgbClr val="182F49"/>
                </a:solidFill>
                <a:latin typeface="Malgun Gothic"/>
                <a:ea typeface="Malgun Gothic"/>
                <a:cs typeface="Malgun Gothic"/>
              </a:defRPr>
            </a:lvl3pPr>
            <a:lvl4pPr algn="l">
              <a:defRPr sz="1950" b="1">
                <a:solidFill>
                  <a:srgbClr val="182F49"/>
                </a:solidFill>
                <a:latin typeface="Malgun Gothic"/>
                <a:ea typeface="Malgun Gothic"/>
                <a:cs typeface="Malgun Gothic"/>
              </a:defRPr>
            </a:lvl4pPr>
            <a:lvl5pPr algn="l">
              <a:defRPr sz="1950" b="1">
                <a:solidFill>
                  <a:srgbClr val="182F49"/>
                </a:solidFill>
                <a:latin typeface="Malgun Gothic"/>
                <a:ea typeface="Malgun Gothic"/>
                <a:cs typeface="Malgun Gothic"/>
              </a:defRPr>
            </a:lvl5pPr>
            <a:lvl6pPr algn="l">
              <a:defRPr sz="1950" b="1">
                <a:solidFill>
                  <a:srgbClr val="182F49"/>
                </a:solidFill>
                <a:latin typeface="Malgun Gothic"/>
                <a:ea typeface="Malgun Gothic"/>
                <a:cs typeface="Malgun Gothic"/>
              </a:defRPr>
            </a:lvl6pPr>
            <a:lvl7pPr algn="l">
              <a:defRPr sz="1950" b="1">
                <a:solidFill>
                  <a:srgbClr val="182F49"/>
                </a:solidFill>
                <a:latin typeface="Malgun Gothic"/>
                <a:ea typeface="Malgun Gothic"/>
                <a:cs typeface="Malgun Gothic"/>
              </a:defRPr>
            </a:lvl7pPr>
            <a:lvl8pPr algn="l">
              <a:defRPr sz="1950" b="1">
                <a:solidFill>
                  <a:srgbClr val="182F49"/>
                </a:solidFill>
                <a:latin typeface="Malgun Gothic"/>
                <a:ea typeface="Malgun Gothic"/>
                <a:cs typeface="Malgun Gothic"/>
              </a:defRPr>
            </a:lvl8pPr>
            <a:lvl9pPr algn="l">
              <a:defRPr sz="1950" b="1">
                <a:solidFill>
                  <a:srgbClr val="182F49"/>
                </a:solidFill>
                <a:latin typeface="Malgun Gothic"/>
                <a:ea typeface="Malgun Gothic"/>
                <a:cs typeface="Malgun Gothic"/>
              </a:defRPr>
            </a:lvl9pPr>
          </a:lstStyle>
          <a:p xmlns:a="http://schemas.openxmlformats.org/drawingml/2006/main">
            <a:pPr algn="l">
              <a:defRPr sz="1950" b="1">
                <a:solidFill>
                  <a:srgbClr val="182F49"/>
                </a:solidFill>
                <a:latin typeface="Malgun Gothic"/>
                <a:ea typeface="Malgun Gothic"/>
                <a:cs typeface="Malgun Gothic"/>
              </a:defRPr>
            </a:pPr>
            <a:r>
              <a:rPr sz="1950" b="1">
                <a:solidFill>
                  <a:srgbClr val="182F49"/>
                </a:solidFill>
                <a:latin typeface="Malgun Gothic"/>
                <a:ea typeface="Malgun Gothic"/>
                <a:cs typeface="Malgun Gothic"/>
              </a:rPr>
              <a:t>3대 정책 축 · 12대 전략분야</a:t>
            </a:r>
          </a:p>
        </p:txBody>
      </p:sp>
      <p:sp>
        <p:nvSpPr>
          <p:cNvPr id="9" name="01">
            <a:extLst xmlns:a="http://schemas.openxmlformats.org/drawingml/2006/main">
              <a:ext uri="{FF2B5EF4-FFF2-40B4-BE49-F238E27FC236}">
                <a16:creationId xmlns:a16="http://schemas.microsoft.com/office/drawing/2014/main" id="{E88BCF6D-43F3-4065-AE96-904455053118}"/>
              </a:ext>
            </a:extLst>
          </p:cNvPr>
          <p:cNvSpPr>
            <a:spLocks xmlns:a="http://schemas.openxmlformats.org/drawingml/2006/main" noGrp="1"/>
          </p:cNvSpPr>
          <p:nvPr/>
        </p:nvSpPr>
        <p:spPr>
          <a:xfrm xmlns:a="http://schemas.openxmlformats.org/drawingml/2006/main">
            <a:off x="6953250" y="1476375"/>
            <a:ext cx="4572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00" b="1">
                <a:solidFill>
                  <a:srgbClr val="5D7183"/>
                </a:solidFill>
                <a:latin typeface="Malgun Gothic"/>
                <a:ea typeface="Malgun Gothic"/>
                <a:cs typeface="Malgun Gothic"/>
              </a:defRPr>
            </a:defPPr>
            <a:lvl1pPr algn="l">
              <a:defRPr sz="2100" b="1">
                <a:solidFill>
                  <a:srgbClr val="5D7183"/>
                </a:solidFill>
                <a:latin typeface="Malgun Gothic"/>
                <a:ea typeface="Malgun Gothic"/>
                <a:cs typeface="Malgun Gothic"/>
              </a:defRPr>
            </a:lvl1pPr>
            <a:lvl2pPr algn="l">
              <a:defRPr sz="2100" b="1">
                <a:solidFill>
                  <a:srgbClr val="5D7183"/>
                </a:solidFill>
                <a:latin typeface="Malgun Gothic"/>
                <a:ea typeface="Malgun Gothic"/>
                <a:cs typeface="Malgun Gothic"/>
              </a:defRPr>
            </a:lvl2pPr>
            <a:lvl3pPr algn="l">
              <a:defRPr sz="2100" b="1">
                <a:solidFill>
                  <a:srgbClr val="5D7183"/>
                </a:solidFill>
                <a:latin typeface="Malgun Gothic"/>
                <a:ea typeface="Malgun Gothic"/>
                <a:cs typeface="Malgun Gothic"/>
              </a:defRPr>
            </a:lvl3pPr>
            <a:lvl4pPr algn="l">
              <a:defRPr sz="2100" b="1">
                <a:solidFill>
                  <a:srgbClr val="5D7183"/>
                </a:solidFill>
                <a:latin typeface="Malgun Gothic"/>
                <a:ea typeface="Malgun Gothic"/>
                <a:cs typeface="Malgun Gothic"/>
              </a:defRPr>
            </a:lvl4pPr>
            <a:lvl5pPr algn="l">
              <a:defRPr sz="2100" b="1">
                <a:solidFill>
                  <a:srgbClr val="5D7183"/>
                </a:solidFill>
                <a:latin typeface="Malgun Gothic"/>
                <a:ea typeface="Malgun Gothic"/>
                <a:cs typeface="Malgun Gothic"/>
              </a:defRPr>
            </a:lvl5pPr>
            <a:lvl6pPr algn="l">
              <a:defRPr sz="2100" b="1">
                <a:solidFill>
                  <a:srgbClr val="5D7183"/>
                </a:solidFill>
                <a:latin typeface="Malgun Gothic"/>
                <a:ea typeface="Malgun Gothic"/>
                <a:cs typeface="Malgun Gothic"/>
              </a:defRPr>
            </a:lvl6pPr>
            <a:lvl7pPr algn="l">
              <a:defRPr sz="2100" b="1">
                <a:solidFill>
                  <a:srgbClr val="5D7183"/>
                </a:solidFill>
                <a:latin typeface="Malgun Gothic"/>
                <a:ea typeface="Malgun Gothic"/>
                <a:cs typeface="Malgun Gothic"/>
              </a:defRPr>
            </a:lvl7pPr>
            <a:lvl8pPr algn="l">
              <a:defRPr sz="2100" b="1">
                <a:solidFill>
                  <a:srgbClr val="5D7183"/>
                </a:solidFill>
                <a:latin typeface="Malgun Gothic"/>
                <a:ea typeface="Malgun Gothic"/>
                <a:cs typeface="Malgun Gothic"/>
              </a:defRPr>
            </a:lvl8pPr>
            <a:lvl9pPr algn="l">
              <a:defRPr sz="2100" b="1">
                <a:solidFill>
                  <a:srgbClr val="5D7183"/>
                </a:solidFill>
                <a:latin typeface="Malgun Gothic"/>
                <a:ea typeface="Malgun Gothic"/>
                <a:cs typeface="Malgun Gothic"/>
              </a:defRPr>
            </a:lvl9pPr>
          </a:lstStyle>
          <a:p xmlns:a="http://schemas.openxmlformats.org/drawingml/2006/main">
            <a:pPr algn="l">
              <a:defRPr sz="2100" b="1">
                <a:solidFill>
                  <a:srgbClr val="5D7183"/>
                </a:solidFill>
                <a:latin typeface="Malgun Gothic"/>
                <a:ea typeface="Malgun Gothic"/>
                <a:cs typeface="Malgun Gothic"/>
              </a:defRPr>
            </a:pPr>
            <a:r>
              <a:rPr sz="2100" b="1">
                <a:solidFill>
                  <a:srgbClr val="5D7183"/>
                </a:solidFill>
                <a:latin typeface="Malgun Gothic"/>
                <a:ea typeface="Malgun Gothic"/>
                <a:cs typeface="Malgun Gothic"/>
              </a:rPr>
              <a:t>01</a:t>
            </a:r>
          </a:p>
        </p:txBody>
      </p:sp>
      <p:sp>
        <p:nvSpPr>
          <p:cNvPr id="10" name="AI 혁신 생태계 조성">
            <a:extLst xmlns:a="http://schemas.openxmlformats.org/drawingml/2006/main">
              <a:ext uri="{FF2B5EF4-FFF2-40B4-BE49-F238E27FC236}">
                <a16:creationId xmlns:a16="http://schemas.microsoft.com/office/drawing/2014/main" id="{56F069EA-3E80-47E6-9DFD-7A3886F258AA}"/>
              </a:ext>
            </a:extLst>
          </p:cNvPr>
          <p:cNvSpPr>
            <a:spLocks xmlns:a="http://schemas.openxmlformats.org/drawingml/2006/main" noGrp="1"/>
          </p:cNvSpPr>
          <p:nvPr/>
        </p:nvSpPr>
        <p:spPr>
          <a:xfrm xmlns:a="http://schemas.openxmlformats.org/drawingml/2006/main">
            <a:off x="7572375" y="1476375"/>
            <a:ext cx="3714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1">
                <a:solidFill>
                  <a:srgbClr val="182F49"/>
                </a:solidFill>
                <a:latin typeface="Malgun Gothic"/>
                <a:ea typeface="Malgun Gothic"/>
                <a:cs typeface="Malgun Gothic"/>
              </a:defRPr>
            </a:defPPr>
            <a:lvl1pPr algn="l">
              <a:defRPr sz="2175" b="1">
                <a:solidFill>
                  <a:srgbClr val="182F49"/>
                </a:solidFill>
                <a:latin typeface="Malgun Gothic"/>
                <a:ea typeface="Malgun Gothic"/>
                <a:cs typeface="Malgun Gothic"/>
              </a:defRPr>
            </a:lvl1pPr>
            <a:lvl2pPr algn="l">
              <a:defRPr sz="2175" b="1">
                <a:solidFill>
                  <a:srgbClr val="182F49"/>
                </a:solidFill>
                <a:latin typeface="Malgun Gothic"/>
                <a:ea typeface="Malgun Gothic"/>
                <a:cs typeface="Malgun Gothic"/>
              </a:defRPr>
            </a:lvl2pPr>
            <a:lvl3pPr algn="l">
              <a:defRPr sz="2175" b="1">
                <a:solidFill>
                  <a:srgbClr val="182F49"/>
                </a:solidFill>
                <a:latin typeface="Malgun Gothic"/>
                <a:ea typeface="Malgun Gothic"/>
                <a:cs typeface="Malgun Gothic"/>
              </a:defRPr>
            </a:lvl3pPr>
            <a:lvl4pPr algn="l">
              <a:defRPr sz="2175" b="1">
                <a:solidFill>
                  <a:srgbClr val="182F49"/>
                </a:solidFill>
                <a:latin typeface="Malgun Gothic"/>
                <a:ea typeface="Malgun Gothic"/>
                <a:cs typeface="Malgun Gothic"/>
              </a:defRPr>
            </a:lvl4pPr>
            <a:lvl5pPr algn="l">
              <a:defRPr sz="2175" b="1">
                <a:solidFill>
                  <a:srgbClr val="182F49"/>
                </a:solidFill>
                <a:latin typeface="Malgun Gothic"/>
                <a:ea typeface="Malgun Gothic"/>
                <a:cs typeface="Malgun Gothic"/>
              </a:defRPr>
            </a:lvl5pPr>
            <a:lvl6pPr algn="l">
              <a:defRPr sz="2175" b="1">
                <a:solidFill>
                  <a:srgbClr val="182F49"/>
                </a:solidFill>
                <a:latin typeface="Malgun Gothic"/>
                <a:ea typeface="Malgun Gothic"/>
                <a:cs typeface="Malgun Gothic"/>
              </a:defRPr>
            </a:lvl6pPr>
            <a:lvl7pPr algn="l">
              <a:defRPr sz="2175" b="1">
                <a:solidFill>
                  <a:srgbClr val="182F49"/>
                </a:solidFill>
                <a:latin typeface="Malgun Gothic"/>
                <a:ea typeface="Malgun Gothic"/>
                <a:cs typeface="Malgun Gothic"/>
              </a:defRPr>
            </a:lvl7pPr>
            <a:lvl8pPr algn="l">
              <a:defRPr sz="2175" b="1">
                <a:solidFill>
                  <a:srgbClr val="182F49"/>
                </a:solidFill>
                <a:latin typeface="Malgun Gothic"/>
                <a:ea typeface="Malgun Gothic"/>
                <a:cs typeface="Malgun Gothic"/>
              </a:defRPr>
            </a:lvl8pPr>
            <a:lvl9pPr algn="l">
              <a:defRPr sz="2175" b="1">
                <a:solidFill>
                  <a:srgbClr val="182F49"/>
                </a:solidFill>
                <a:latin typeface="Malgun Gothic"/>
                <a:ea typeface="Malgun Gothic"/>
                <a:cs typeface="Malgun Gothic"/>
              </a:defRPr>
            </a:lvl9pPr>
          </a:lstStyle>
          <a:p xmlns:a="http://schemas.openxmlformats.org/drawingml/2006/main">
            <a:pPr algn="l">
              <a:defRPr sz="2175" b="1">
                <a:solidFill>
                  <a:srgbClr val="182F49"/>
                </a:solidFill>
                <a:latin typeface="Malgun Gothic"/>
                <a:ea typeface="Malgun Gothic"/>
                <a:cs typeface="Malgun Gothic"/>
              </a:defRPr>
            </a:pPr>
            <a:r>
              <a:rPr sz="2175" b="1">
                <a:solidFill>
                  <a:srgbClr val="182F49"/>
                </a:solidFill>
                <a:latin typeface="Malgun Gothic"/>
                <a:ea typeface="Malgun Gothic"/>
                <a:cs typeface="Malgun Gothic"/>
              </a:rPr>
              <a:t>AI 혁신 생태계 조성</a:t>
            </a:r>
          </a:p>
        </p:txBody>
      </p:sp>
      <p:sp>
        <p:nvSpPr>
          <p:cNvPr id="11" name="">
            <a:extLst xmlns:a="http://schemas.openxmlformats.org/drawingml/2006/main">
              <a:ext uri="{FF2B5EF4-FFF2-40B4-BE49-F238E27FC236}">
                <a16:creationId xmlns:a16="http://schemas.microsoft.com/office/drawing/2014/main" id="{3DE457F2-474E-4CDC-AC26-F432B9561131}"/>
              </a:ext>
            </a:extLst>
          </p:cNvPr>
          <p:cNvSpPr>
            <a:spLocks xmlns:a="http://schemas.openxmlformats.org/drawingml/2006/main" noGrp="1"/>
          </p:cNvSpPr>
          <p:nvPr/>
        </p:nvSpPr>
        <p:spPr>
          <a:xfrm xmlns:a="http://schemas.openxmlformats.org/drawingml/2006/main">
            <a:off x="6953250" y="2181225"/>
            <a:ext cx="4286250" cy="0"/>
          </a:xfrm>
          <a:prstGeom xmlns:a="http://schemas.openxmlformats.org/drawingml/2006/main" prst="line">
            <a:avLst/>
          </a:prstGeom>
          <a:noFill xmlns:a="http://schemas.openxmlformats.org/drawingml/2006/main"/>
          <a:ln xmlns:a="http://schemas.openxmlformats.org/drawingml/2006/main" w="19050">
            <a:solidFill>
              <a:srgbClr val="B8DAD5"/>
            </a:solidFill>
            <a:prstDash val="solid"/>
          </a:ln>
        </p:spPr>
      </p:sp>
      <p:sp>
        <p:nvSpPr>
          <p:cNvPr id="12" name="">
            <a:extLst xmlns:a="http://schemas.openxmlformats.org/drawingml/2006/main">
              <a:ext uri="{FF2B5EF4-FFF2-40B4-BE49-F238E27FC236}">
                <a16:creationId xmlns:a16="http://schemas.microsoft.com/office/drawing/2014/main" id="{4795F03E-E4B6-41B3-AB38-5F4C845C2FA1}"/>
              </a:ext>
            </a:extLst>
          </p:cNvPr>
          <p:cNvSpPr>
            <a:spLocks xmlns:a="http://schemas.openxmlformats.org/drawingml/2006/main" noGrp="1"/>
          </p:cNvSpPr>
          <p:nvPr/>
        </p:nvSpPr>
        <p:spPr>
          <a:xfrm xmlns:a="http://schemas.openxmlformats.org/drawingml/2006/main">
            <a:off x="6781800" y="2638425"/>
            <a:ext cx="4667250" cy="1619250"/>
          </a:xfrm>
          <a:prstGeom xmlns:a="http://schemas.openxmlformats.org/drawingml/2006/main" prst="rect">
            <a:avLst/>
          </a:prstGeom>
          <a:solidFill xmlns:a="http://schemas.openxmlformats.org/drawingml/2006/main">
            <a:srgbClr val="EAF6F3"/>
          </a:solidFill>
          <a:ln xmlns:a="http://schemas.openxmlformats.org/drawingml/2006/main" w="0">
            <a:noFill/>
          </a:ln>
        </p:spPr>
      </p:sp>
      <p:sp>
        <p:nvSpPr>
          <p:cNvPr id="13" name="02">
            <a:extLst xmlns:a="http://schemas.openxmlformats.org/drawingml/2006/main">
              <a:ext uri="{FF2B5EF4-FFF2-40B4-BE49-F238E27FC236}">
                <a16:creationId xmlns:a16="http://schemas.microsoft.com/office/drawing/2014/main" id="{CDBA0394-9108-4E13-A70C-85ADAAC1814C}"/>
              </a:ext>
            </a:extLst>
          </p:cNvPr>
          <p:cNvSpPr>
            <a:spLocks xmlns:a="http://schemas.openxmlformats.org/drawingml/2006/main" noGrp="1"/>
          </p:cNvSpPr>
          <p:nvPr/>
        </p:nvSpPr>
        <p:spPr>
          <a:xfrm xmlns:a="http://schemas.openxmlformats.org/drawingml/2006/main">
            <a:off x="6953250" y="2809875"/>
            <a:ext cx="4572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00" b="1">
                <a:solidFill>
                  <a:srgbClr val="182F49"/>
                </a:solidFill>
                <a:latin typeface="Malgun Gothic"/>
                <a:ea typeface="Malgun Gothic"/>
                <a:cs typeface="Malgun Gothic"/>
              </a:defRPr>
            </a:defPPr>
            <a:lvl1pPr algn="l">
              <a:defRPr sz="2100" b="1">
                <a:solidFill>
                  <a:srgbClr val="182F49"/>
                </a:solidFill>
                <a:latin typeface="Malgun Gothic"/>
                <a:ea typeface="Malgun Gothic"/>
                <a:cs typeface="Malgun Gothic"/>
              </a:defRPr>
            </a:lvl1pPr>
            <a:lvl2pPr algn="l">
              <a:defRPr sz="2100" b="1">
                <a:solidFill>
                  <a:srgbClr val="182F49"/>
                </a:solidFill>
                <a:latin typeface="Malgun Gothic"/>
                <a:ea typeface="Malgun Gothic"/>
                <a:cs typeface="Malgun Gothic"/>
              </a:defRPr>
            </a:lvl2pPr>
            <a:lvl3pPr algn="l">
              <a:defRPr sz="2100" b="1">
                <a:solidFill>
                  <a:srgbClr val="182F49"/>
                </a:solidFill>
                <a:latin typeface="Malgun Gothic"/>
                <a:ea typeface="Malgun Gothic"/>
                <a:cs typeface="Malgun Gothic"/>
              </a:defRPr>
            </a:lvl3pPr>
            <a:lvl4pPr algn="l">
              <a:defRPr sz="2100" b="1">
                <a:solidFill>
                  <a:srgbClr val="182F49"/>
                </a:solidFill>
                <a:latin typeface="Malgun Gothic"/>
                <a:ea typeface="Malgun Gothic"/>
                <a:cs typeface="Malgun Gothic"/>
              </a:defRPr>
            </a:lvl4pPr>
            <a:lvl5pPr algn="l">
              <a:defRPr sz="2100" b="1">
                <a:solidFill>
                  <a:srgbClr val="182F49"/>
                </a:solidFill>
                <a:latin typeface="Malgun Gothic"/>
                <a:ea typeface="Malgun Gothic"/>
                <a:cs typeface="Malgun Gothic"/>
              </a:defRPr>
            </a:lvl5pPr>
            <a:lvl6pPr algn="l">
              <a:defRPr sz="2100" b="1">
                <a:solidFill>
                  <a:srgbClr val="182F49"/>
                </a:solidFill>
                <a:latin typeface="Malgun Gothic"/>
                <a:ea typeface="Malgun Gothic"/>
                <a:cs typeface="Malgun Gothic"/>
              </a:defRPr>
            </a:lvl6pPr>
            <a:lvl7pPr algn="l">
              <a:defRPr sz="2100" b="1">
                <a:solidFill>
                  <a:srgbClr val="182F49"/>
                </a:solidFill>
                <a:latin typeface="Malgun Gothic"/>
                <a:ea typeface="Malgun Gothic"/>
                <a:cs typeface="Malgun Gothic"/>
              </a:defRPr>
            </a:lvl7pPr>
            <a:lvl8pPr algn="l">
              <a:defRPr sz="2100" b="1">
                <a:solidFill>
                  <a:srgbClr val="182F49"/>
                </a:solidFill>
                <a:latin typeface="Malgun Gothic"/>
                <a:ea typeface="Malgun Gothic"/>
                <a:cs typeface="Malgun Gothic"/>
              </a:defRPr>
            </a:lvl8pPr>
            <a:lvl9pPr algn="l">
              <a:defRPr sz="2100" b="1">
                <a:solidFill>
                  <a:srgbClr val="182F49"/>
                </a:solidFill>
                <a:latin typeface="Malgun Gothic"/>
                <a:ea typeface="Malgun Gothic"/>
                <a:cs typeface="Malgun Gothic"/>
              </a:defRPr>
            </a:lvl9pPr>
          </a:lstStyle>
          <a:p xmlns:a="http://schemas.openxmlformats.org/drawingml/2006/main">
            <a:pPr algn="l">
              <a:defRPr sz="2100" b="1">
                <a:solidFill>
                  <a:srgbClr val="182F49"/>
                </a:solidFill>
                <a:latin typeface="Malgun Gothic"/>
                <a:ea typeface="Malgun Gothic"/>
                <a:cs typeface="Malgun Gothic"/>
              </a:defRPr>
            </a:pPr>
            <a:r>
              <a:rPr sz="2100" b="1">
                <a:solidFill>
                  <a:srgbClr val="182F49"/>
                </a:solidFill>
                <a:latin typeface="Malgun Gothic"/>
                <a:ea typeface="Malgun Gothic"/>
                <a:cs typeface="Malgun Gothic"/>
              </a:rPr>
              <a:t>02</a:t>
            </a:r>
          </a:p>
        </p:txBody>
      </p:sp>
      <p:sp>
        <p:nvSpPr>
          <p:cNvPr id="14" name="범국가 AI 기반 대전환">
            <a:extLst xmlns:a="http://schemas.openxmlformats.org/drawingml/2006/main">
              <a:ext uri="{FF2B5EF4-FFF2-40B4-BE49-F238E27FC236}">
                <a16:creationId xmlns:a16="http://schemas.microsoft.com/office/drawing/2014/main" id="{FFA6E9EC-124D-47B1-8531-C450E9D2AC69}"/>
              </a:ext>
            </a:extLst>
          </p:cNvPr>
          <p:cNvSpPr>
            <a:spLocks xmlns:a="http://schemas.openxmlformats.org/drawingml/2006/main" noGrp="1"/>
          </p:cNvSpPr>
          <p:nvPr/>
        </p:nvSpPr>
        <p:spPr>
          <a:xfrm xmlns:a="http://schemas.openxmlformats.org/drawingml/2006/main">
            <a:off x="7572375" y="2809875"/>
            <a:ext cx="3714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1">
                <a:solidFill>
                  <a:srgbClr val="182F49"/>
                </a:solidFill>
                <a:latin typeface="Malgun Gothic"/>
                <a:ea typeface="Malgun Gothic"/>
                <a:cs typeface="Malgun Gothic"/>
              </a:defRPr>
            </a:defPPr>
            <a:lvl1pPr algn="l">
              <a:defRPr sz="2175" b="1">
                <a:solidFill>
                  <a:srgbClr val="182F49"/>
                </a:solidFill>
                <a:latin typeface="Malgun Gothic"/>
                <a:ea typeface="Malgun Gothic"/>
                <a:cs typeface="Malgun Gothic"/>
              </a:defRPr>
            </a:lvl1pPr>
            <a:lvl2pPr algn="l">
              <a:defRPr sz="2175" b="1">
                <a:solidFill>
                  <a:srgbClr val="182F49"/>
                </a:solidFill>
                <a:latin typeface="Malgun Gothic"/>
                <a:ea typeface="Malgun Gothic"/>
                <a:cs typeface="Malgun Gothic"/>
              </a:defRPr>
            </a:lvl2pPr>
            <a:lvl3pPr algn="l">
              <a:defRPr sz="2175" b="1">
                <a:solidFill>
                  <a:srgbClr val="182F49"/>
                </a:solidFill>
                <a:latin typeface="Malgun Gothic"/>
                <a:ea typeface="Malgun Gothic"/>
                <a:cs typeface="Malgun Gothic"/>
              </a:defRPr>
            </a:lvl3pPr>
            <a:lvl4pPr algn="l">
              <a:defRPr sz="2175" b="1">
                <a:solidFill>
                  <a:srgbClr val="182F49"/>
                </a:solidFill>
                <a:latin typeface="Malgun Gothic"/>
                <a:ea typeface="Malgun Gothic"/>
                <a:cs typeface="Malgun Gothic"/>
              </a:defRPr>
            </a:lvl4pPr>
            <a:lvl5pPr algn="l">
              <a:defRPr sz="2175" b="1">
                <a:solidFill>
                  <a:srgbClr val="182F49"/>
                </a:solidFill>
                <a:latin typeface="Malgun Gothic"/>
                <a:ea typeface="Malgun Gothic"/>
                <a:cs typeface="Malgun Gothic"/>
              </a:defRPr>
            </a:lvl5pPr>
            <a:lvl6pPr algn="l">
              <a:defRPr sz="2175" b="1">
                <a:solidFill>
                  <a:srgbClr val="182F49"/>
                </a:solidFill>
                <a:latin typeface="Malgun Gothic"/>
                <a:ea typeface="Malgun Gothic"/>
                <a:cs typeface="Malgun Gothic"/>
              </a:defRPr>
            </a:lvl6pPr>
            <a:lvl7pPr algn="l">
              <a:defRPr sz="2175" b="1">
                <a:solidFill>
                  <a:srgbClr val="182F49"/>
                </a:solidFill>
                <a:latin typeface="Malgun Gothic"/>
                <a:ea typeface="Malgun Gothic"/>
                <a:cs typeface="Malgun Gothic"/>
              </a:defRPr>
            </a:lvl7pPr>
            <a:lvl8pPr algn="l">
              <a:defRPr sz="2175" b="1">
                <a:solidFill>
                  <a:srgbClr val="182F49"/>
                </a:solidFill>
                <a:latin typeface="Malgun Gothic"/>
                <a:ea typeface="Malgun Gothic"/>
                <a:cs typeface="Malgun Gothic"/>
              </a:defRPr>
            </a:lvl8pPr>
            <a:lvl9pPr algn="l">
              <a:defRPr sz="2175" b="1">
                <a:solidFill>
                  <a:srgbClr val="182F49"/>
                </a:solidFill>
                <a:latin typeface="Malgun Gothic"/>
                <a:ea typeface="Malgun Gothic"/>
                <a:cs typeface="Malgun Gothic"/>
              </a:defRPr>
            </a:lvl9pPr>
          </a:lstStyle>
          <a:p xmlns:a="http://schemas.openxmlformats.org/drawingml/2006/main">
            <a:pPr algn="l">
              <a:defRPr sz="2175" b="1">
                <a:solidFill>
                  <a:srgbClr val="182F49"/>
                </a:solidFill>
                <a:latin typeface="Malgun Gothic"/>
                <a:ea typeface="Malgun Gothic"/>
                <a:cs typeface="Malgun Gothic"/>
              </a:defRPr>
            </a:pPr>
            <a:r>
              <a:rPr sz="2175" b="1">
                <a:solidFill>
                  <a:srgbClr val="182F49"/>
                </a:solidFill>
                <a:latin typeface="Malgun Gothic"/>
                <a:ea typeface="Malgun Gothic"/>
                <a:cs typeface="Malgun Gothic"/>
              </a:rPr>
              <a:t>범국가 AI 기반 대전환</a:t>
            </a:r>
          </a:p>
        </p:txBody>
      </p:sp>
      <p:sp>
        <p:nvSpPr>
          <p:cNvPr id="15" name="공공 인공지능 대전환">
            <a:extLst xmlns:a="http://schemas.openxmlformats.org/drawingml/2006/main">
              <a:ext uri="{FF2B5EF4-FFF2-40B4-BE49-F238E27FC236}">
                <a16:creationId xmlns:a16="http://schemas.microsoft.com/office/drawing/2014/main" id="{F307E5FA-6AE5-480F-ABBE-09B770AE0F79}"/>
              </a:ext>
            </a:extLst>
          </p:cNvPr>
          <p:cNvSpPr>
            <a:spLocks xmlns:a="http://schemas.openxmlformats.org/drawingml/2006/main" noGrp="1"/>
          </p:cNvSpPr>
          <p:nvPr/>
        </p:nvSpPr>
        <p:spPr>
          <a:xfrm xmlns:a="http://schemas.openxmlformats.org/drawingml/2006/main">
            <a:off x="7572375" y="3400425"/>
            <a:ext cx="3714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00" b="1">
                <a:solidFill>
                  <a:srgbClr val="182F49"/>
                </a:solidFill>
                <a:latin typeface="Malgun Gothic"/>
                <a:ea typeface="Malgun Gothic"/>
                <a:cs typeface="Malgun Gothic"/>
              </a:defRPr>
            </a:defPPr>
            <a:lvl1pPr algn="l">
              <a:defRPr sz="2100" b="1">
                <a:solidFill>
                  <a:srgbClr val="182F49"/>
                </a:solidFill>
                <a:latin typeface="Malgun Gothic"/>
                <a:ea typeface="Malgun Gothic"/>
                <a:cs typeface="Malgun Gothic"/>
              </a:defRPr>
            </a:lvl1pPr>
            <a:lvl2pPr algn="l">
              <a:defRPr sz="2100" b="1">
                <a:solidFill>
                  <a:srgbClr val="182F49"/>
                </a:solidFill>
                <a:latin typeface="Malgun Gothic"/>
                <a:ea typeface="Malgun Gothic"/>
                <a:cs typeface="Malgun Gothic"/>
              </a:defRPr>
            </a:lvl2pPr>
            <a:lvl3pPr algn="l">
              <a:defRPr sz="2100" b="1">
                <a:solidFill>
                  <a:srgbClr val="182F49"/>
                </a:solidFill>
                <a:latin typeface="Malgun Gothic"/>
                <a:ea typeface="Malgun Gothic"/>
                <a:cs typeface="Malgun Gothic"/>
              </a:defRPr>
            </a:lvl3pPr>
            <a:lvl4pPr algn="l">
              <a:defRPr sz="2100" b="1">
                <a:solidFill>
                  <a:srgbClr val="182F49"/>
                </a:solidFill>
                <a:latin typeface="Malgun Gothic"/>
                <a:ea typeface="Malgun Gothic"/>
                <a:cs typeface="Malgun Gothic"/>
              </a:defRPr>
            </a:lvl4pPr>
            <a:lvl5pPr algn="l">
              <a:defRPr sz="2100" b="1">
                <a:solidFill>
                  <a:srgbClr val="182F49"/>
                </a:solidFill>
                <a:latin typeface="Malgun Gothic"/>
                <a:ea typeface="Malgun Gothic"/>
                <a:cs typeface="Malgun Gothic"/>
              </a:defRPr>
            </a:lvl5pPr>
            <a:lvl6pPr algn="l">
              <a:defRPr sz="2100" b="1">
                <a:solidFill>
                  <a:srgbClr val="182F49"/>
                </a:solidFill>
                <a:latin typeface="Malgun Gothic"/>
                <a:ea typeface="Malgun Gothic"/>
                <a:cs typeface="Malgun Gothic"/>
              </a:defRPr>
            </a:lvl6pPr>
            <a:lvl7pPr algn="l">
              <a:defRPr sz="2100" b="1">
                <a:solidFill>
                  <a:srgbClr val="182F49"/>
                </a:solidFill>
                <a:latin typeface="Malgun Gothic"/>
                <a:ea typeface="Malgun Gothic"/>
                <a:cs typeface="Malgun Gothic"/>
              </a:defRPr>
            </a:lvl7pPr>
            <a:lvl8pPr algn="l">
              <a:defRPr sz="2100" b="1">
                <a:solidFill>
                  <a:srgbClr val="182F49"/>
                </a:solidFill>
                <a:latin typeface="Malgun Gothic"/>
                <a:ea typeface="Malgun Gothic"/>
                <a:cs typeface="Malgun Gothic"/>
              </a:defRPr>
            </a:lvl8pPr>
            <a:lvl9pPr algn="l">
              <a:defRPr sz="2100" b="1">
                <a:solidFill>
                  <a:srgbClr val="182F49"/>
                </a:solidFill>
                <a:latin typeface="Malgun Gothic"/>
                <a:ea typeface="Malgun Gothic"/>
                <a:cs typeface="Malgun Gothic"/>
              </a:defRPr>
            </a:lvl9pPr>
          </a:lstStyle>
          <a:p xmlns:a="http://schemas.openxmlformats.org/drawingml/2006/main">
            <a:pPr algn="l">
              <a:defRPr sz="2100" b="1">
                <a:solidFill>
                  <a:srgbClr val="182F49"/>
                </a:solidFill>
                <a:latin typeface="Malgun Gothic"/>
                <a:ea typeface="Malgun Gothic"/>
                <a:cs typeface="Malgun Gothic"/>
              </a:defRPr>
            </a:pPr>
            <a:r>
              <a:rPr sz="2100" b="1">
                <a:solidFill>
                  <a:srgbClr val="182F49"/>
                </a:solidFill>
                <a:latin typeface="Malgun Gothic"/>
                <a:ea typeface="Malgun Gothic"/>
                <a:cs typeface="Malgun Gothic"/>
              </a:rPr>
              <a:t>공공 인공지능 대전환</a:t>
            </a:r>
          </a:p>
        </p:txBody>
      </p:sp>
      <p:sp>
        <p:nvSpPr>
          <p:cNvPr id="16" name="공공AX">
            <a:extLst xmlns:a="http://schemas.openxmlformats.org/drawingml/2006/main">
              <a:ext uri="{FF2B5EF4-FFF2-40B4-BE49-F238E27FC236}">
                <a16:creationId xmlns:a16="http://schemas.microsoft.com/office/drawing/2014/main" id="{82855E53-0B09-49B7-A3E3-9672699C8CB4}"/>
              </a:ext>
            </a:extLst>
          </p:cNvPr>
          <p:cNvSpPr>
            <a:spLocks xmlns:a="http://schemas.openxmlformats.org/drawingml/2006/main" noGrp="1"/>
          </p:cNvSpPr>
          <p:nvPr/>
        </p:nvSpPr>
        <p:spPr>
          <a:xfrm xmlns:a="http://schemas.openxmlformats.org/drawingml/2006/main">
            <a:off x="7572375" y="3838575"/>
            <a:ext cx="3714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650" b="0">
                <a:solidFill>
                  <a:srgbClr val="5D7183"/>
                </a:solidFill>
                <a:latin typeface="Malgun Gothic"/>
                <a:ea typeface="Malgun Gothic"/>
                <a:cs typeface="Malgun Gothic"/>
              </a:defRPr>
            </a:defPPr>
            <a:lvl1pPr algn="l">
              <a:defRPr sz="1650" b="0">
                <a:solidFill>
                  <a:srgbClr val="5D7183"/>
                </a:solidFill>
                <a:latin typeface="Malgun Gothic"/>
                <a:ea typeface="Malgun Gothic"/>
                <a:cs typeface="Malgun Gothic"/>
              </a:defRPr>
            </a:lvl1pPr>
            <a:lvl2pPr algn="l">
              <a:defRPr sz="1650" b="0">
                <a:solidFill>
                  <a:srgbClr val="5D7183"/>
                </a:solidFill>
                <a:latin typeface="Malgun Gothic"/>
                <a:ea typeface="Malgun Gothic"/>
                <a:cs typeface="Malgun Gothic"/>
              </a:defRPr>
            </a:lvl2pPr>
            <a:lvl3pPr algn="l">
              <a:defRPr sz="1650" b="0">
                <a:solidFill>
                  <a:srgbClr val="5D7183"/>
                </a:solidFill>
                <a:latin typeface="Malgun Gothic"/>
                <a:ea typeface="Malgun Gothic"/>
                <a:cs typeface="Malgun Gothic"/>
              </a:defRPr>
            </a:lvl3pPr>
            <a:lvl4pPr algn="l">
              <a:defRPr sz="1650" b="0">
                <a:solidFill>
                  <a:srgbClr val="5D7183"/>
                </a:solidFill>
                <a:latin typeface="Malgun Gothic"/>
                <a:ea typeface="Malgun Gothic"/>
                <a:cs typeface="Malgun Gothic"/>
              </a:defRPr>
            </a:lvl4pPr>
            <a:lvl5pPr algn="l">
              <a:defRPr sz="1650" b="0">
                <a:solidFill>
                  <a:srgbClr val="5D7183"/>
                </a:solidFill>
                <a:latin typeface="Malgun Gothic"/>
                <a:ea typeface="Malgun Gothic"/>
                <a:cs typeface="Malgun Gothic"/>
              </a:defRPr>
            </a:lvl5pPr>
            <a:lvl6pPr algn="l">
              <a:defRPr sz="1650" b="0">
                <a:solidFill>
                  <a:srgbClr val="5D7183"/>
                </a:solidFill>
                <a:latin typeface="Malgun Gothic"/>
                <a:ea typeface="Malgun Gothic"/>
                <a:cs typeface="Malgun Gothic"/>
              </a:defRPr>
            </a:lvl6pPr>
            <a:lvl7pPr algn="l">
              <a:defRPr sz="1650" b="0">
                <a:solidFill>
                  <a:srgbClr val="5D7183"/>
                </a:solidFill>
                <a:latin typeface="Malgun Gothic"/>
                <a:ea typeface="Malgun Gothic"/>
                <a:cs typeface="Malgun Gothic"/>
              </a:defRPr>
            </a:lvl7pPr>
            <a:lvl8pPr algn="l">
              <a:defRPr sz="1650" b="0">
                <a:solidFill>
                  <a:srgbClr val="5D7183"/>
                </a:solidFill>
                <a:latin typeface="Malgun Gothic"/>
                <a:ea typeface="Malgun Gothic"/>
                <a:cs typeface="Malgun Gothic"/>
              </a:defRPr>
            </a:lvl8pPr>
            <a:lvl9pPr algn="l">
              <a:defRPr sz="1650" b="0">
                <a:solidFill>
                  <a:srgbClr val="5D7183"/>
                </a:solidFill>
                <a:latin typeface="Malgun Gothic"/>
                <a:ea typeface="Malgun Gothic"/>
                <a:cs typeface="Malgun Gothic"/>
              </a:defRPr>
            </a:lvl9pPr>
          </a:lstStyle>
          <a:p xmlns:a="http://schemas.openxmlformats.org/drawingml/2006/main">
            <a:pPr algn="l">
              <a:defRPr sz="1650" b="0">
                <a:solidFill>
                  <a:srgbClr val="5D7183"/>
                </a:solidFill>
                <a:latin typeface="Malgun Gothic"/>
                <a:ea typeface="Malgun Gothic"/>
                <a:cs typeface="Malgun Gothic"/>
              </a:defRPr>
            </a:pPr>
            <a:r>
              <a:rPr sz="1650" b="0">
                <a:solidFill>
                  <a:srgbClr val="5D7183"/>
                </a:solidFill>
                <a:latin typeface="Malgun Gothic"/>
                <a:ea typeface="Malgun Gothic"/>
                <a:cs typeface="Malgun Gothic"/>
              </a:rPr>
              <a:t>공공AX</a:t>
            </a:r>
          </a:p>
        </p:txBody>
      </p:sp>
      <p:sp>
        <p:nvSpPr>
          <p:cNvPr id="17" name="03">
            <a:extLst xmlns:a="http://schemas.openxmlformats.org/drawingml/2006/main">
              <a:ext uri="{FF2B5EF4-FFF2-40B4-BE49-F238E27FC236}">
                <a16:creationId xmlns:a16="http://schemas.microsoft.com/office/drawing/2014/main" id="{6D1246CB-EE28-4CA5-8F84-C890A591669F}"/>
              </a:ext>
            </a:extLst>
          </p:cNvPr>
          <p:cNvSpPr>
            <a:spLocks xmlns:a="http://schemas.openxmlformats.org/drawingml/2006/main" noGrp="1"/>
          </p:cNvSpPr>
          <p:nvPr/>
        </p:nvSpPr>
        <p:spPr>
          <a:xfrm xmlns:a="http://schemas.openxmlformats.org/drawingml/2006/main">
            <a:off x="6953250" y="4610100"/>
            <a:ext cx="4572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00" b="1">
                <a:solidFill>
                  <a:srgbClr val="5D7183"/>
                </a:solidFill>
                <a:latin typeface="Malgun Gothic"/>
                <a:ea typeface="Malgun Gothic"/>
                <a:cs typeface="Malgun Gothic"/>
              </a:defRPr>
            </a:defPPr>
            <a:lvl1pPr algn="l">
              <a:defRPr sz="2100" b="1">
                <a:solidFill>
                  <a:srgbClr val="5D7183"/>
                </a:solidFill>
                <a:latin typeface="Malgun Gothic"/>
                <a:ea typeface="Malgun Gothic"/>
                <a:cs typeface="Malgun Gothic"/>
              </a:defRPr>
            </a:lvl1pPr>
            <a:lvl2pPr algn="l">
              <a:defRPr sz="2100" b="1">
                <a:solidFill>
                  <a:srgbClr val="5D7183"/>
                </a:solidFill>
                <a:latin typeface="Malgun Gothic"/>
                <a:ea typeface="Malgun Gothic"/>
                <a:cs typeface="Malgun Gothic"/>
              </a:defRPr>
            </a:lvl2pPr>
            <a:lvl3pPr algn="l">
              <a:defRPr sz="2100" b="1">
                <a:solidFill>
                  <a:srgbClr val="5D7183"/>
                </a:solidFill>
                <a:latin typeface="Malgun Gothic"/>
                <a:ea typeface="Malgun Gothic"/>
                <a:cs typeface="Malgun Gothic"/>
              </a:defRPr>
            </a:lvl3pPr>
            <a:lvl4pPr algn="l">
              <a:defRPr sz="2100" b="1">
                <a:solidFill>
                  <a:srgbClr val="5D7183"/>
                </a:solidFill>
                <a:latin typeface="Malgun Gothic"/>
                <a:ea typeface="Malgun Gothic"/>
                <a:cs typeface="Malgun Gothic"/>
              </a:defRPr>
            </a:lvl4pPr>
            <a:lvl5pPr algn="l">
              <a:defRPr sz="2100" b="1">
                <a:solidFill>
                  <a:srgbClr val="5D7183"/>
                </a:solidFill>
                <a:latin typeface="Malgun Gothic"/>
                <a:ea typeface="Malgun Gothic"/>
                <a:cs typeface="Malgun Gothic"/>
              </a:defRPr>
            </a:lvl5pPr>
            <a:lvl6pPr algn="l">
              <a:defRPr sz="2100" b="1">
                <a:solidFill>
                  <a:srgbClr val="5D7183"/>
                </a:solidFill>
                <a:latin typeface="Malgun Gothic"/>
                <a:ea typeface="Malgun Gothic"/>
                <a:cs typeface="Malgun Gothic"/>
              </a:defRPr>
            </a:lvl6pPr>
            <a:lvl7pPr algn="l">
              <a:defRPr sz="2100" b="1">
                <a:solidFill>
                  <a:srgbClr val="5D7183"/>
                </a:solidFill>
                <a:latin typeface="Malgun Gothic"/>
                <a:ea typeface="Malgun Gothic"/>
                <a:cs typeface="Malgun Gothic"/>
              </a:defRPr>
            </a:lvl7pPr>
            <a:lvl8pPr algn="l">
              <a:defRPr sz="2100" b="1">
                <a:solidFill>
                  <a:srgbClr val="5D7183"/>
                </a:solidFill>
                <a:latin typeface="Malgun Gothic"/>
                <a:ea typeface="Malgun Gothic"/>
                <a:cs typeface="Malgun Gothic"/>
              </a:defRPr>
            </a:lvl8pPr>
            <a:lvl9pPr algn="l">
              <a:defRPr sz="2100" b="1">
                <a:solidFill>
                  <a:srgbClr val="5D7183"/>
                </a:solidFill>
                <a:latin typeface="Malgun Gothic"/>
                <a:ea typeface="Malgun Gothic"/>
                <a:cs typeface="Malgun Gothic"/>
              </a:defRPr>
            </a:lvl9pPr>
          </a:lstStyle>
          <a:p xmlns:a="http://schemas.openxmlformats.org/drawingml/2006/main">
            <a:pPr algn="l">
              <a:defRPr sz="2100" b="1">
                <a:solidFill>
                  <a:srgbClr val="5D7183"/>
                </a:solidFill>
                <a:latin typeface="Malgun Gothic"/>
                <a:ea typeface="Malgun Gothic"/>
                <a:cs typeface="Malgun Gothic"/>
              </a:defRPr>
            </a:pPr>
            <a:r>
              <a:rPr sz="2100" b="1">
                <a:solidFill>
                  <a:srgbClr val="5D7183"/>
                </a:solidFill>
                <a:latin typeface="Malgun Gothic"/>
                <a:ea typeface="Malgun Gothic"/>
                <a:cs typeface="Malgun Gothic"/>
              </a:rPr>
              <a:t>03</a:t>
            </a:r>
          </a:p>
        </p:txBody>
      </p:sp>
      <p:sp>
        <p:nvSpPr>
          <p:cNvPr id="18" name="글로벌 AI 기본사회 기여">
            <a:extLst xmlns:a="http://schemas.openxmlformats.org/drawingml/2006/main">
              <a:ext uri="{FF2B5EF4-FFF2-40B4-BE49-F238E27FC236}">
                <a16:creationId xmlns:a16="http://schemas.microsoft.com/office/drawing/2014/main" id="{5CF722D7-1E7A-44B4-80CE-CD9DC08BC19D}"/>
              </a:ext>
            </a:extLst>
          </p:cNvPr>
          <p:cNvSpPr>
            <a:spLocks xmlns:a="http://schemas.openxmlformats.org/drawingml/2006/main" noGrp="1"/>
          </p:cNvSpPr>
          <p:nvPr/>
        </p:nvSpPr>
        <p:spPr>
          <a:xfrm xmlns:a="http://schemas.openxmlformats.org/drawingml/2006/main">
            <a:off x="7572375" y="4610100"/>
            <a:ext cx="3714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1">
                <a:solidFill>
                  <a:srgbClr val="182F49"/>
                </a:solidFill>
                <a:latin typeface="Malgun Gothic"/>
                <a:ea typeface="Malgun Gothic"/>
                <a:cs typeface="Malgun Gothic"/>
              </a:defRPr>
            </a:defPPr>
            <a:lvl1pPr algn="l">
              <a:defRPr sz="2175" b="1">
                <a:solidFill>
                  <a:srgbClr val="182F49"/>
                </a:solidFill>
                <a:latin typeface="Malgun Gothic"/>
                <a:ea typeface="Malgun Gothic"/>
                <a:cs typeface="Malgun Gothic"/>
              </a:defRPr>
            </a:lvl1pPr>
            <a:lvl2pPr algn="l">
              <a:defRPr sz="2175" b="1">
                <a:solidFill>
                  <a:srgbClr val="182F49"/>
                </a:solidFill>
                <a:latin typeface="Malgun Gothic"/>
                <a:ea typeface="Malgun Gothic"/>
                <a:cs typeface="Malgun Gothic"/>
              </a:defRPr>
            </a:lvl2pPr>
            <a:lvl3pPr algn="l">
              <a:defRPr sz="2175" b="1">
                <a:solidFill>
                  <a:srgbClr val="182F49"/>
                </a:solidFill>
                <a:latin typeface="Malgun Gothic"/>
                <a:ea typeface="Malgun Gothic"/>
                <a:cs typeface="Malgun Gothic"/>
              </a:defRPr>
            </a:lvl3pPr>
            <a:lvl4pPr algn="l">
              <a:defRPr sz="2175" b="1">
                <a:solidFill>
                  <a:srgbClr val="182F49"/>
                </a:solidFill>
                <a:latin typeface="Malgun Gothic"/>
                <a:ea typeface="Malgun Gothic"/>
                <a:cs typeface="Malgun Gothic"/>
              </a:defRPr>
            </a:lvl4pPr>
            <a:lvl5pPr algn="l">
              <a:defRPr sz="2175" b="1">
                <a:solidFill>
                  <a:srgbClr val="182F49"/>
                </a:solidFill>
                <a:latin typeface="Malgun Gothic"/>
                <a:ea typeface="Malgun Gothic"/>
                <a:cs typeface="Malgun Gothic"/>
              </a:defRPr>
            </a:lvl5pPr>
            <a:lvl6pPr algn="l">
              <a:defRPr sz="2175" b="1">
                <a:solidFill>
                  <a:srgbClr val="182F49"/>
                </a:solidFill>
                <a:latin typeface="Malgun Gothic"/>
                <a:ea typeface="Malgun Gothic"/>
                <a:cs typeface="Malgun Gothic"/>
              </a:defRPr>
            </a:lvl6pPr>
            <a:lvl7pPr algn="l">
              <a:defRPr sz="2175" b="1">
                <a:solidFill>
                  <a:srgbClr val="182F49"/>
                </a:solidFill>
                <a:latin typeface="Malgun Gothic"/>
                <a:ea typeface="Malgun Gothic"/>
                <a:cs typeface="Malgun Gothic"/>
              </a:defRPr>
            </a:lvl7pPr>
            <a:lvl8pPr algn="l">
              <a:defRPr sz="2175" b="1">
                <a:solidFill>
                  <a:srgbClr val="182F49"/>
                </a:solidFill>
                <a:latin typeface="Malgun Gothic"/>
                <a:ea typeface="Malgun Gothic"/>
                <a:cs typeface="Malgun Gothic"/>
              </a:defRPr>
            </a:lvl8pPr>
            <a:lvl9pPr algn="l">
              <a:defRPr sz="2175" b="1">
                <a:solidFill>
                  <a:srgbClr val="182F49"/>
                </a:solidFill>
                <a:latin typeface="Malgun Gothic"/>
                <a:ea typeface="Malgun Gothic"/>
                <a:cs typeface="Malgun Gothic"/>
              </a:defRPr>
            </a:lvl9pPr>
          </a:lstStyle>
          <a:p xmlns:a="http://schemas.openxmlformats.org/drawingml/2006/main">
            <a:pPr algn="l">
              <a:defRPr sz="2175" b="1">
                <a:solidFill>
                  <a:srgbClr val="182F49"/>
                </a:solidFill>
                <a:latin typeface="Malgun Gothic"/>
                <a:ea typeface="Malgun Gothic"/>
                <a:cs typeface="Malgun Gothic"/>
              </a:defRPr>
            </a:pPr>
            <a:r>
              <a:rPr sz="2175" b="1">
                <a:solidFill>
                  <a:srgbClr val="182F49"/>
                </a:solidFill>
                <a:latin typeface="Malgun Gothic"/>
                <a:ea typeface="Malgun Gothic"/>
                <a:cs typeface="Malgun Gothic"/>
              </a:rPr>
              <a:t>글로벌 AI 기본사회 기여</a:t>
            </a:r>
          </a:p>
        </p:txBody>
      </p:sp>
    </p:spTree>
    <p:extLst>
      <p:ext uri="{BB962C8B-B14F-4D97-AF65-F5344CB8AC3E}">
        <p14:creationId xmlns:p14="http://schemas.microsoft.com/office/powerpoint/2010/main" val="1740508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38" name="">
            <a:extLst xmlns:a="http://schemas.openxmlformats.org/drawingml/2006/main">
              <a:ext uri="{FF2B5EF4-FFF2-40B4-BE49-F238E27FC236}">
                <a16:creationId xmlns:a16="http://schemas.microsoft.com/office/drawing/2014/main" id="{7EBA0AD9-298A-4257-86A5-1E4C77DD520B}"/>
              </a:ext>
            </a:extLst>
          </p:cNvPr>
          <p:cNvPicPr>
            <a:picLocks xmlns:a="http://schemas.openxmlformats.org/drawingml/2006/main" noChangeAspect="1"/>
          </p:cNvPicPr>
          <p:nvPr/>
        </p:nvPicPr>
        <p:blipFill>
          <a:blip xmlns:r="http://schemas.openxmlformats.org/officeDocument/2006/relationships" xmlns:a="http://schemas.openxmlformats.org/drawingml/2006/main" r:embed="Rc7d0298675014924"/>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15개 과제의 재구성">
            <a:extLst xmlns:a="http://schemas.openxmlformats.org/drawingml/2006/main">
              <a:ext uri="{FF2B5EF4-FFF2-40B4-BE49-F238E27FC236}">
                <a16:creationId xmlns:a16="http://schemas.microsoft.com/office/drawing/2014/main" id="{0B213209-13C9-4E8C-BC64-33E82B73D6EE}"/>
              </a:ext>
            </a:extLst>
          </p:cNvPr>
          <p:cNvSpPr>
            <a:spLocks xmlns:a="http://schemas.openxmlformats.org/drawingml/2006/main" noGrp="1"/>
          </p:cNvSpPr>
          <p:nvPr/>
        </p:nvSpPr>
        <p:spPr>
          <a:xfrm xmlns:a="http://schemas.openxmlformats.org/drawingml/2006/main">
            <a:off x="609600" y="45720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150" b="1">
                <a:solidFill>
                  <a:srgbClr val="182F49"/>
                </a:solidFill>
                <a:latin typeface="Malgun Gothic"/>
                <a:ea typeface="Malgun Gothic"/>
                <a:cs typeface="Malgun Gothic"/>
              </a:defRPr>
            </a:defPPr>
            <a:lvl1pPr algn="l">
              <a:defRPr sz="3150" b="1">
                <a:solidFill>
                  <a:srgbClr val="182F49"/>
                </a:solidFill>
                <a:latin typeface="Malgun Gothic"/>
                <a:ea typeface="Malgun Gothic"/>
                <a:cs typeface="Malgun Gothic"/>
              </a:defRPr>
            </a:lvl1pPr>
            <a:lvl2pPr algn="l">
              <a:defRPr sz="3150" b="1">
                <a:solidFill>
                  <a:srgbClr val="182F49"/>
                </a:solidFill>
                <a:latin typeface="Malgun Gothic"/>
                <a:ea typeface="Malgun Gothic"/>
                <a:cs typeface="Malgun Gothic"/>
              </a:defRPr>
            </a:lvl2pPr>
            <a:lvl3pPr algn="l">
              <a:defRPr sz="3150" b="1">
                <a:solidFill>
                  <a:srgbClr val="182F49"/>
                </a:solidFill>
                <a:latin typeface="Malgun Gothic"/>
                <a:ea typeface="Malgun Gothic"/>
                <a:cs typeface="Malgun Gothic"/>
              </a:defRPr>
            </a:lvl3pPr>
            <a:lvl4pPr algn="l">
              <a:defRPr sz="3150" b="1">
                <a:solidFill>
                  <a:srgbClr val="182F49"/>
                </a:solidFill>
                <a:latin typeface="Malgun Gothic"/>
                <a:ea typeface="Malgun Gothic"/>
                <a:cs typeface="Malgun Gothic"/>
              </a:defRPr>
            </a:lvl4pPr>
            <a:lvl5pPr algn="l">
              <a:defRPr sz="3150" b="1">
                <a:solidFill>
                  <a:srgbClr val="182F49"/>
                </a:solidFill>
                <a:latin typeface="Malgun Gothic"/>
                <a:ea typeface="Malgun Gothic"/>
                <a:cs typeface="Malgun Gothic"/>
              </a:defRPr>
            </a:lvl5pPr>
            <a:lvl6pPr algn="l">
              <a:defRPr sz="3150" b="1">
                <a:solidFill>
                  <a:srgbClr val="182F49"/>
                </a:solidFill>
                <a:latin typeface="Malgun Gothic"/>
                <a:ea typeface="Malgun Gothic"/>
                <a:cs typeface="Malgun Gothic"/>
              </a:defRPr>
            </a:lvl6pPr>
            <a:lvl7pPr algn="l">
              <a:defRPr sz="3150" b="1">
                <a:solidFill>
                  <a:srgbClr val="182F49"/>
                </a:solidFill>
                <a:latin typeface="Malgun Gothic"/>
                <a:ea typeface="Malgun Gothic"/>
                <a:cs typeface="Malgun Gothic"/>
              </a:defRPr>
            </a:lvl7pPr>
            <a:lvl8pPr algn="l">
              <a:defRPr sz="3150" b="1">
                <a:solidFill>
                  <a:srgbClr val="182F49"/>
                </a:solidFill>
                <a:latin typeface="Malgun Gothic"/>
                <a:ea typeface="Malgun Gothic"/>
                <a:cs typeface="Malgun Gothic"/>
              </a:defRPr>
            </a:lvl8pPr>
            <a:lvl9pPr algn="l">
              <a:defRPr sz="3150" b="1">
                <a:solidFill>
                  <a:srgbClr val="182F49"/>
                </a:solidFill>
                <a:latin typeface="Malgun Gothic"/>
                <a:ea typeface="Malgun Gothic"/>
                <a:cs typeface="Malgun Gothic"/>
              </a:defRPr>
            </a:lvl9pPr>
          </a:lstStyle>
          <a:p xmlns:a="http://schemas.openxmlformats.org/drawingml/2006/main">
            <a:pPr algn="l">
              <a:defRPr sz="3150" b="1">
                <a:solidFill>
                  <a:srgbClr val="182F49"/>
                </a:solidFill>
                <a:latin typeface="Malgun Gothic"/>
                <a:ea typeface="Malgun Gothic"/>
                <a:cs typeface="Malgun Gothic"/>
              </a:defRPr>
            </a:pPr>
            <a:r>
              <a:rPr sz="3150" b="1">
                <a:solidFill>
                  <a:srgbClr val="182F49"/>
                </a:solidFill>
                <a:latin typeface="Malgun Gothic"/>
                <a:ea typeface="Malgun Gothic"/>
                <a:cs typeface="Malgun Gothic"/>
              </a:rPr>
              <a:t>15개 과제의 재구성</a:t>
            </a:r>
          </a:p>
        </p:txBody>
      </p:sp>
      <p:sp>
        <p:nvSpPr>
          <p:cNvPr id="3" name="04">
            <a:extLst xmlns:a="http://schemas.openxmlformats.org/drawingml/2006/main">
              <a:ext uri="{FF2B5EF4-FFF2-40B4-BE49-F238E27FC236}">
                <a16:creationId xmlns:a16="http://schemas.microsoft.com/office/drawing/2014/main" id="{02D64A6C-60DA-4A8E-9102-1D0CAFBF7DD0}"/>
              </a:ext>
            </a:extLst>
          </p:cNvPr>
          <p:cNvSpPr>
            <a:spLocks xmlns:a="http://schemas.openxmlformats.org/drawingml/2006/main" noGrp="1"/>
          </p:cNvSpPr>
          <p:nvPr/>
        </p:nvSpPr>
        <p:spPr>
          <a:xfrm xmlns:a="http://schemas.openxmlformats.org/drawingml/2006/main">
            <a:off x="11049000" y="626745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350" b="0">
                <a:solidFill>
                  <a:srgbClr val="5D7183"/>
                </a:solidFill>
                <a:latin typeface="Malgun Gothic"/>
                <a:ea typeface="Malgun Gothic"/>
                <a:cs typeface="Malgun Gothic"/>
              </a:defRPr>
            </a:defPPr>
            <a:lvl1pPr algn="r">
              <a:defRPr sz="1350" b="0">
                <a:solidFill>
                  <a:srgbClr val="5D7183"/>
                </a:solidFill>
                <a:latin typeface="Malgun Gothic"/>
                <a:ea typeface="Malgun Gothic"/>
                <a:cs typeface="Malgun Gothic"/>
              </a:defRPr>
            </a:lvl1pPr>
            <a:lvl2pPr algn="r">
              <a:defRPr sz="1350" b="0">
                <a:solidFill>
                  <a:srgbClr val="5D7183"/>
                </a:solidFill>
                <a:latin typeface="Malgun Gothic"/>
                <a:ea typeface="Malgun Gothic"/>
                <a:cs typeface="Malgun Gothic"/>
              </a:defRPr>
            </a:lvl2pPr>
            <a:lvl3pPr algn="r">
              <a:defRPr sz="1350" b="0">
                <a:solidFill>
                  <a:srgbClr val="5D7183"/>
                </a:solidFill>
                <a:latin typeface="Malgun Gothic"/>
                <a:ea typeface="Malgun Gothic"/>
                <a:cs typeface="Malgun Gothic"/>
              </a:defRPr>
            </a:lvl3pPr>
            <a:lvl4pPr algn="r">
              <a:defRPr sz="1350" b="0">
                <a:solidFill>
                  <a:srgbClr val="5D7183"/>
                </a:solidFill>
                <a:latin typeface="Malgun Gothic"/>
                <a:ea typeface="Malgun Gothic"/>
                <a:cs typeface="Malgun Gothic"/>
              </a:defRPr>
            </a:lvl4pPr>
            <a:lvl5pPr algn="r">
              <a:defRPr sz="1350" b="0">
                <a:solidFill>
                  <a:srgbClr val="5D7183"/>
                </a:solidFill>
                <a:latin typeface="Malgun Gothic"/>
                <a:ea typeface="Malgun Gothic"/>
                <a:cs typeface="Malgun Gothic"/>
              </a:defRPr>
            </a:lvl5pPr>
            <a:lvl6pPr algn="r">
              <a:defRPr sz="1350" b="0">
                <a:solidFill>
                  <a:srgbClr val="5D7183"/>
                </a:solidFill>
                <a:latin typeface="Malgun Gothic"/>
                <a:ea typeface="Malgun Gothic"/>
                <a:cs typeface="Malgun Gothic"/>
              </a:defRPr>
            </a:lvl6pPr>
            <a:lvl7pPr algn="r">
              <a:defRPr sz="1350" b="0">
                <a:solidFill>
                  <a:srgbClr val="5D7183"/>
                </a:solidFill>
                <a:latin typeface="Malgun Gothic"/>
                <a:ea typeface="Malgun Gothic"/>
                <a:cs typeface="Malgun Gothic"/>
              </a:defRPr>
            </a:lvl7pPr>
            <a:lvl8pPr algn="r">
              <a:defRPr sz="1350" b="0">
                <a:solidFill>
                  <a:srgbClr val="5D7183"/>
                </a:solidFill>
                <a:latin typeface="Malgun Gothic"/>
                <a:ea typeface="Malgun Gothic"/>
                <a:cs typeface="Malgun Gothic"/>
              </a:defRPr>
            </a:lvl8pPr>
            <a:lvl9pPr algn="r">
              <a:defRPr sz="1350" b="0">
                <a:solidFill>
                  <a:srgbClr val="5D7183"/>
                </a:solidFill>
                <a:latin typeface="Malgun Gothic"/>
                <a:ea typeface="Malgun Gothic"/>
                <a:cs typeface="Malgun Gothic"/>
              </a:defRPr>
            </a:lvl9pPr>
          </a:lstStyle>
          <a:p xmlns:a="http://schemas.openxmlformats.org/drawingml/2006/main">
            <a:pPr algn="r">
              <a:defRPr sz="1350" b="0">
                <a:solidFill>
                  <a:srgbClr val="5D7183"/>
                </a:solidFill>
                <a:latin typeface="Malgun Gothic"/>
                <a:ea typeface="Malgun Gothic"/>
                <a:cs typeface="Malgun Gothic"/>
              </a:defRPr>
            </a:pPr>
            <a:r>
              <a:rPr sz="1350" b="0">
                <a:solidFill>
                  <a:srgbClr val="5D7183"/>
                </a:solidFill>
                <a:latin typeface="Malgun Gothic"/>
                <a:ea typeface="Malgun Gothic"/>
                <a:cs typeface="Malgun Gothic"/>
              </a:rPr>
              <a:t>04</a:t>
            </a:r>
          </a:p>
        </p:txBody>
      </p:sp>
      <p:sp>
        <p:nvSpPr>
          <p:cNvPr id="4" name="세계 최고의 AI Native 정부">
            <a:extLst xmlns:a="http://schemas.openxmlformats.org/drawingml/2006/main">
              <a:ext uri="{FF2B5EF4-FFF2-40B4-BE49-F238E27FC236}">
                <a16:creationId xmlns:a16="http://schemas.microsoft.com/office/drawing/2014/main" id="{790A2E2B-E071-4F72-BD24-5B512BFF2967}"/>
              </a:ext>
            </a:extLst>
          </p:cNvPr>
          <p:cNvSpPr>
            <a:spLocks xmlns:a="http://schemas.openxmlformats.org/drawingml/2006/main" noGrp="1"/>
          </p:cNvSpPr>
          <p:nvPr/>
        </p:nvSpPr>
        <p:spPr>
          <a:xfrm xmlns:a="http://schemas.openxmlformats.org/drawingml/2006/main">
            <a:off x="2000250" y="1333500"/>
            <a:ext cx="8191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3075" b="1">
                <a:solidFill>
                  <a:srgbClr val="182F49"/>
                </a:solidFill>
                <a:latin typeface="Malgun Gothic"/>
                <a:ea typeface="Malgun Gothic"/>
                <a:cs typeface="Malgun Gothic"/>
              </a:defRPr>
            </a:defPPr>
            <a:lvl1pPr algn="ctr">
              <a:defRPr sz="3075" b="1">
                <a:solidFill>
                  <a:srgbClr val="182F49"/>
                </a:solidFill>
                <a:latin typeface="Malgun Gothic"/>
                <a:ea typeface="Malgun Gothic"/>
                <a:cs typeface="Malgun Gothic"/>
              </a:defRPr>
            </a:lvl1pPr>
            <a:lvl2pPr algn="ctr">
              <a:defRPr sz="3075" b="1">
                <a:solidFill>
                  <a:srgbClr val="182F49"/>
                </a:solidFill>
                <a:latin typeface="Malgun Gothic"/>
                <a:ea typeface="Malgun Gothic"/>
                <a:cs typeface="Malgun Gothic"/>
              </a:defRPr>
            </a:lvl2pPr>
            <a:lvl3pPr algn="ctr">
              <a:defRPr sz="3075" b="1">
                <a:solidFill>
                  <a:srgbClr val="182F49"/>
                </a:solidFill>
                <a:latin typeface="Malgun Gothic"/>
                <a:ea typeface="Malgun Gothic"/>
                <a:cs typeface="Malgun Gothic"/>
              </a:defRPr>
            </a:lvl3pPr>
            <a:lvl4pPr algn="ctr">
              <a:defRPr sz="3075" b="1">
                <a:solidFill>
                  <a:srgbClr val="182F49"/>
                </a:solidFill>
                <a:latin typeface="Malgun Gothic"/>
                <a:ea typeface="Malgun Gothic"/>
                <a:cs typeface="Malgun Gothic"/>
              </a:defRPr>
            </a:lvl4pPr>
            <a:lvl5pPr algn="ctr">
              <a:defRPr sz="3075" b="1">
                <a:solidFill>
                  <a:srgbClr val="182F49"/>
                </a:solidFill>
                <a:latin typeface="Malgun Gothic"/>
                <a:ea typeface="Malgun Gothic"/>
                <a:cs typeface="Malgun Gothic"/>
              </a:defRPr>
            </a:lvl5pPr>
            <a:lvl6pPr algn="ctr">
              <a:defRPr sz="3075" b="1">
                <a:solidFill>
                  <a:srgbClr val="182F49"/>
                </a:solidFill>
                <a:latin typeface="Malgun Gothic"/>
                <a:ea typeface="Malgun Gothic"/>
                <a:cs typeface="Malgun Gothic"/>
              </a:defRPr>
            </a:lvl6pPr>
            <a:lvl7pPr algn="ctr">
              <a:defRPr sz="3075" b="1">
                <a:solidFill>
                  <a:srgbClr val="182F49"/>
                </a:solidFill>
                <a:latin typeface="Malgun Gothic"/>
                <a:ea typeface="Malgun Gothic"/>
                <a:cs typeface="Malgun Gothic"/>
              </a:defRPr>
            </a:lvl7pPr>
            <a:lvl8pPr algn="ctr">
              <a:defRPr sz="3075" b="1">
                <a:solidFill>
                  <a:srgbClr val="182F49"/>
                </a:solidFill>
                <a:latin typeface="Malgun Gothic"/>
                <a:ea typeface="Malgun Gothic"/>
                <a:cs typeface="Malgun Gothic"/>
              </a:defRPr>
            </a:lvl8pPr>
            <a:lvl9pPr algn="ctr">
              <a:defRPr sz="3075" b="1">
                <a:solidFill>
                  <a:srgbClr val="182F49"/>
                </a:solidFill>
                <a:latin typeface="Malgun Gothic"/>
                <a:ea typeface="Malgun Gothic"/>
                <a:cs typeface="Malgun Gothic"/>
              </a:defRPr>
            </a:lvl9pPr>
          </a:lstStyle>
          <a:p xmlns:a="http://schemas.openxmlformats.org/drawingml/2006/main">
            <a:pPr algn="ctr">
              <a:defRPr sz="3075" b="1">
                <a:solidFill>
                  <a:srgbClr val="182F49"/>
                </a:solidFill>
                <a:latin typeface="Malgun Gothic"/>
                <a:ea typeface="Malgun Gothic"/>
                <a:cs typeface="Malgun Gothic"/>
              </a:defRPr>
            </a:pPr>
            <a:r>
              <a:rPr sz="3075" b="1">
                <a:solidFill>
                  <a:srgbClr val="182F49"/>
                </a:solidFill>
                <a:latin typeface="Malgun Gothic"/>
                <a:ea typeface="Malgun Gothic"/>
                <a:cs typeface="Malgun Gothic"/>
              </a:rPr>
              <a:t>세계 최고의 AI Native 정부</a:t>
            </a:r>
          </a:p>
        </p:txBody>
      </p:sp>
      <p:sp>
        <p:nvSpPr>
          <p:cNvPr id="5" name="">
            <a:extLst xmlns:a="http://schemas.openxmlformats.org/drawingml/2006/main">
              <a:ext uri="{FF2B5EF4-FFF2-40B4-BE49-F238E27FC236}">
                <a16:creationId xmlns:a16="http://schemas.microsoft.com/office/drawing/2014/main" id="{BE077669-5C41-4081-A912-69A0E1B406D3}"/>
              </a:ext>
            </a:extLst>
          </p:cNvPr>
          <p:cNvSpPr>
            <a:spLocks xmlns:a="http://schemas.openxmlformats.org/drawingml/2006/main" noGrp="1"/>
          </p:cNvSpPr>
          <p:nvPr/>
        </p:nvSpPr>
        <p:spPr>
          <a:xfrm xmlns:a="http://schemas.openxmlformats.org/drawingml/2006/main">
            <a:off x="6096000" y="1990725"/>
            <a:ext cx="0" cy="266700"/>
          </a:xfrm>
          <a:prstGeom xmlns:a="http://schemas.openxmlformats.org/drawingml/2006/main" prst="line">
            <a:avLst/>
          </a:prstGeom>
          <a:noFill xmlns:a="http://schemas.openxmlformats.org/drawingml/2006/main"/>
          <a:ln xmlns:a="http://schemas.openxmlformats.org/drawingml/2006/main" w="19050">
            <a:solidFill>
              <a:srgbClr val="B8DAD5"/>
            </a:solidFill>
            <a:prstDash val="solid"/>
          </a:ln>
        </p:spPr>
      </p:sp>
      <p:sp>
        <p:nvSpPr>
          <p:cNvPr id="6" name="">
            <a:extLst xmlns:a="http://schemas.openxmlformats.org/drawingml/2006/main">
              <a:ext uri="{FF2B5EF4-FFF2-40B4-BE49-F238E27FC236}">
                <a16:creationId xmlns:a16="http://schemas.microsoft.com/office/drawing/2014/main" id="{81FA4911-08ED-4C5F-817E-3B32278FADAE}"/>
              </a:ext>
            </a:extLst>
          </p:cNvPr>
          <p:cNvSpPr>
            <a:spLocks xmlns:a="http://schemas.openxmlformats.org/drawingml/2006/main" noGrp="1"/>
          </p:cNvSpPr>
          <p:nvPr/>
        </p:nvSpPr>
        <p:spPr>
          <a:xfrm xmlns:a="http://schemas.openxmlformats.org/drawingml/2006/main">
            <a:off x="1790700" y="2257425"/>
            <a:ext cx="8610600" cy="0"/>
          </a:xfrm>
          <a:prstGeom xmlns:a="http://schemas.openxmlformats.org/drawingml/2006/main" prst="line">
            <a:avLst/>
          </a:prstGeom>
          <a:noFill xmlns:a="http://schemas.openxmlformats.org/drawingml/2006/main"/>
          <a:ln xmlns:a="http://schemas.openxmlformats.org/drawingml/2006/main" w="19050">
            <a:solidFill>
              <a:srgbClr val="B8DAD5"/>
            </a:solidFill>
            <a:prstDash val="solid"/>
          </a:ln>
        </p:spPr>
      </p:sp>
      <p:sp>
        <p:nvSpPr>
          <p:cNvPr id="7" name="">
            <a:extLst xmlns:a="http://schemas.openxmlformats.org/drawingml/2006/main">
              <a:ext uri="{FF2B5EF4-FFF2-40B4-BE49-F238E27FC236}">
                <a16:creationId xmlns:a16="http://schemas.microsoft.com/office/drawing/2014/main" id="{69C5CEFF-A1EF-4B4F-8B04-17675C172D02}"/>
              </a:ext>
            </a:extLst>
          </p:cNvPr>
          <p:cNvSpPr>
            <a:spLocks xmlns:a="http://schemas.openxmlformats.org/drawingml/2006/main" noGrp="1"/>
          </p:cNvSpPr>
          <p:nvPr/>
        </p:nvSpPr>
        <p:spPr>
          <a:xfrm xmlns:a="http://schemas.openxmlformats.org/drawingml/2006/main">
            <a:off x="1790700" y="2257425"/>
            <a:ext cx="0" cy="238125"/>
          </a:xfrm>
          <a:prstGeom xmlns:a="http://schemas.openxmlformats.org/drawingml/2006/main" prst="line">
            <a:avLst/>
          </a:prstGeom>
          <a:noFill xmlns:a="http://schemas.openxmlformats.org/drawingml/2006/main"/>
          <a:ln xmlns:a="http://schemas.openxmlformats.org/drawingml/2006/main" w="19050">
            <a:solidFill>
              <a:srgbClr val="B8DAD5"/>
            </a:solidFill>
            <a:prstDash val="solid"/>
          </a:ln>
        </p:spPr>
      </p:sp>
      <p:sp>
        <p:nvSpPr>
          <p:cNvPr id="8" name="전략목표 1">
            <a:extLst xmlns:a="http://schemas.openxmlformats.org/drawingml/2006/main">
              <a:ext uri="{FF2B5EF4-FFF2-40B4-BE49-F238E27FC236}">
                <a16:creationId xmlns:a16="http://schemas.microsoft.com/office/drawing/2014/main" id="{BC6A16F1-5335-48A5-AA4C-89B1B38CE0A1}"/>
              </a:ext>
            </a:extLst>
          </p:cNvPr>
          <p:cNvSpPr>
            <a:spLocks xmlns:a="http://schemas.openxmlformats.org/drawingml/2006/main" noGrp="1"/>
          </p:cNvSpPr>
          <p:nvPr/>
        </p:nvSpPr>
        <p:spPr>
          <a:xfrm xmlns:a="http://schemas.openxmlformats.org/drawingml/2006/main">
            <a:off x="609600" y="2647950"/>
            <a:ext cx="2552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5D7183"/>
                </a:solidFill>
                <a:latin typeface="Malgun Gothic"/>
                <a:ea typeface="Malgun Gothic"/>
                <a:cs typeface="Malgun Gothic"/>
              </a:defRPr>
            </a:defPPr>
            <a:lvl1pPr algn="l">
              <a:defRPr sz="1425" b="0">
                <a:solidFill>
                  <a:srgbClr val="5D7183"/>
                </a:solidFill>
                <a:latin typeface="Malgun Gothic"/>
                <a:ea typeface="Malgun Gothic"/>
                <a:cs typeface="Malgun Gothic"/>
              </a:defRPr>
            </a:lvl1pPr>
            <a:lvl2pPr algn="l">
              <a:defRPr sz="1425" b="0">
                <a:solidFill>
                  <a:srgbClr val="5D7183"/>
                </a:solidFill>
                <a:latin typeface="Malgun Gothic"/>
                <a:ea typeface="Malgun Gothic"/>
                <a:cs typeface="Malgun Gothic"/>
              </a:defRPr>
            </a:lvl2pPr>
            <a:lvl3pPr algn="l">
              <a:defRPr sz="1425" b="0">
                <a:solidFill>
                  <a:srgbClr val="5D7183"/>
                </a:solidFill>
                <a:latin typeface="Malgun Gothic"/>
                <a:ea typeface="Malgun Gothic"/>
                <a:cs typeface="Malgun Gothic"/>
              </a:defRPr>
            </a:lvl3pPr>
            <a:lvl4pPr algn="l">
              <a:defRPr sz="1425" b="0">
                <a:solidFill>
                  <a:srgbClr val="5D7183"/>
                </a:solidFill>
                <a:latin typeface="Malgun Gothic"/>
                <a:ea typeface="Malgun Gothic"/>
                <a:cs typeface="Malgun Gothic"/>
              </a:defRPr>
            </a:lvl4pPr>
            <a:lvl5pPr algn="l">
              <a:defRPr sz="1425" b="0">
                <a:solidFill>
                  <a:srgbClr val="5D7183"/>
                </a:solidFill>
                <a:latin typeface="Malgun Gothic"/>
                <a:ea typeface="Malgun Gothic"/>
                <a:cs typeface="Malgun Gothic"/>
              </a:defRPr>
            </a:lvl5pPr>
            <a:lvl6pPr algn="l">
              <a:defRPr sz="1425" b="0">
                <a:solidFill>
                  <a:srgbClr val="5D7183"/>
                </a:solidFill>
                <a:latin typeface="Malgun Gothic"/>
                <a:ea typeface="Malgun Gothic"/>
                <a:cs typeface="Malgun Gothic"/>
              </a:defRPr>
            </a:lvl6pPr>
            <a:lvl7pPr algn="l">
              <a:defRPr sz="1425" b="0">
                <a:solidFill>
                  <a:srgbClr val="5D7183"/>
                </a:solidFill>
                <a:latin typeface="Malgun Gothic"/>
                <a:ea typeface="Malgun Gothic"/>
                <a:cs typeface="Malgun Gothic"/>
              </a:defRPr>
            </a:lvl7pPr>
            <a:lvl8pPr algn="l">
              <a:defRPr sz="1425" b="0">
                <a:solidFill>
                  <a:srgbClr val="5D7183"/>
                </a:solidFill>
                <a:latin typeface="Malgun Gothic"/>
                <a:ea typeface="Malgun Gothic"/>
                <a:cs typeface="Malgun Gothic"/>
              </a:defRPr>
            </a:lvl8pPr>
            <a:lvl9pPr algn="l">
              <a:defRPr sz="1425" b="0">
                <a:solidFill>
                  <a:srgbClr val="5D7183"/>
                </a:solidFill>
                <a:latin typeface="Malgun Gothic"/>
                <a:ea typeface="Malgun Gothic"/>
                <a:cs typeface="Malgun Gothic"/>
              </a:defRPr>
            </a:lvl9pPr>
          </a:lstStyle>
          <a:p xmlns:a="http://schemas.openxmlformats.org/drawingml/2006/main">
            <a:pPr algn="l">
              <a:defRPr sz="1425" b="0">
                <a:solidFill>
                  <a:srgbClr val="5D7183"/>
                </a:solidFill>
                <a:latin typeface="Malgun Gothic"/>
                <a:ea typeface="Malgun Gothic"/>
                <a:cs typeface="Malgun Gothic"/>
              </a:defRPr>
            </a:pPr>
            <a:r>
              <a:rPr sz="1425" b="0">
                <a:solidFill>
                  <a:srgbClr val="5D7183"/>
                </a:solidFill>
                <a:latin typeface="Malgun Gothic"/>
                <a:ea typeface="Malgun Gothic"/>
                <a:cs typeface="Malgun Gothic"/>
              </a:rPr>
              <a:t>전략목표 1</a:t>
            </a:r>
          </a:p>
        </p:txBody>
      </p:sp>
      <p:sp>
        <p:nvSpPr>
          <p:cNvPr id="9" name="행정업무 혁신">
            <a:extLst xmlns:a="http://schemas.openxmlformats.org/drawingml/2006/main">
              <a:ext uri="{FF2B5EF4-FFF2-40B4-BE49-F238E27FC236}">
                <a16:creationId xmlns:a16="http://schemas.microsoft.com/office/drawing/2014/main" id="{CDC4171E-8774-4139-9B6B-5B08A7A510F9}"/>
              </a:ext>
            </a:extLst>
          </p:cNvPr>
          <p:cNvSpPr>
            <a:spLocks xmlns:a="http://schemas.openxmlformats.org/drawingml/2006/main" noGrp="1"/>
          </p:cNvSpPr>
          <p:nvPr/>
        </p:nvSpPr>
        <p:spPr>
          <a:xfrm xmlns:a="http://schemas.openxmlformats.org/drawingml/2006/main">
            <a:off x="609600" y="3057525"/>
            <a:ext cx="25527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1">
                <a:solidFill>
                  <a:srgbClr val="182F49"/>
                </a:solidFill>
                <a:latin typeface="Malgun Gothic"/>
                <a:ea typeface="Malgun Gothic"/>
                <a:cs typeface="Malgun Gothic"/>
              </a:defRPr>
            </a:defPPr>
            <a:lvl1pPr algn="l">
              <a:defRPr sz="2175" b="1">
                <a:solidFill>
                  <a:srgbClr val="182F49"/>
                </a:solidFill>
                <a:latin typeface="Malgun Gothic"/>
                <a:ea typeface="Malgun Gothic"/>
                <a:cs typeface="Malgun Gothic"/>
              </a:defRPr>
            </a:lvl1pPr>
            <a:lvl2pPr algn="l">
              <a:defRPr sz="2175" b="1">
                <a:solidFill>
                  <a:srgbClr val="182F49"/>
                </a:solidFill>
                <a:latin typeface="Malgun Gothic"/>
                <a:ea typeface="Malgun Gothic"/>
                <a:cs typeface="Malgun Gothic"/>
              </a:defRPr>
            </a:lvl2pPr>
            <a:lvl3pPr algn="l">
              <a:defRPr sz="2175" b="1">
                <a:solidFill>
                  <a:srgbClr val="182F49"/>
                </a:solidFill>
                <a:latin typeface="Malgun Gothic"/>
                <a:ea typeface="Malgun Gothic"/>
                <a:cs typeface="Malgun Gothic"/>
              </a:defRPr>
            </a:lvl3pPr>
            <a:lvl4pPr algn="l">
              <a:defRPr sz="2175" b="1">
                <a:solidFill>
                  <a:srgbClr val="182F49"/>
                </a:solidFill>
                <a:latin typeface="Malgun Gothic"/>
                <a:ea typeface="Malgun Gothic"/>
                <a:cs typeface="Malgun Gothic"/>
              </a:defRPr>
            </a:lvl4pPr>
            <a:lvl5pPr algn="l">
              <a:defRPr sz="2175" b="1">
                <a:solidFill>
                  <a:srgbClr val="182F49"/>
                </a:solidFill>
                <a:latin typeface="Malgun Gothic"/>
                <a:ea typeface="Malgun Gothic"/>
                <a:cs typeface="Malgun Gothic"/>
              </a:defRPr>
            </a:lvl5pPr>
            <a:lvl6pPr algn="l">
              <a:defRPr sz="2175" b="1">
                <a:solidFill>
                  <a:srgbClr val="182F49"/>
                </a:solidFill>
                <a:latin typeface="Malgun Gothic"/>
                <a:ea typeface="Malgun Gothic"/>
                <a:cs typeface="Malgun Gothic"/>
              </a:defRPr>
            </a:lvl6pPr>
            <a:lvl7pPr algn="l">
              <a:defRPr sz="2175" b="1">
                <a:solidFill>
                  <a:srgbClr val="182F49"/>
                </a:solidFill>
                <a:latin typeface="Malgun Gothic"/>
                <a:ea typeface="Malgun Gothic"/>
                <a:cs typeface="Malgun Gothic"/>
              </a:defRPr>
            </a:lvl7pPr>
            <a:lvl8pPr algn="l">
              <a:defRPr sz="2175" b="1">
                <a:solidFill>
                  <a:srgbClr val="182F49"/>
                </a:solidFill>
                <a:latin typeface="Malgun Gothic"/>
                <a:ea typeface="Malgun Gothic"/>
                <a:cs typeface="Malgun Gothic"/>
              </a:defRPr>
            </a:lvl8pPr>
            <a:lvl9pPr algn="l">
              <a:defRPr sz="2175" b="1">
                <a:solidFill>
                  <a:srgbClr val="182F49"/>
                </a:solidFill>
                <a:latin typeface="Malgun Gothic"/>
                <a:ea typeface="Malgun Gothic"/>
                <a:cs typeface="Malgun Gothic"/>
              </a:defRPr>
            </a:lvl9pPr>
          </a:lstStyle>
          <a:p xmlns:a="http://schemas.openxmlformats.org/drawingml/2006/main">
            <a:pPr algn="l">
              <a:defRPr sz="2175" b="1">
                <a:solidFill>
                  <a:srgbClr val="182F49"/>
                </a:solidFill>
                <a:latin typeface="Malgun Gothic"/>
                <a:ea typeface="Malgun Gothic"/>
                <a:cs typeface="Malgun Gothic"/>
              </a:defRPr>
            </a:pPr>
            <a:r>
              <a:rPr sz="2175" b="1">
                <a:solidFill>
                  <a:srgbClr val="182F49"/>
                </a:solidFill>
                <a:latin typeface="Malgun Gothic"/>
                <a:ea typeface="Malgun Gothic"/>
                <a:cs typeface="Malgun Gothic"/>
              </a:rPr>
              <a:t>행정업무 혁신</a:t>
            </a:r>
          </a:p>
        </p:txBody>
      </p:sp>
      <p:sp>
        <p:nvSpPr>
          <p:cNvPr id="10" name="① AI-Native 협업">
            <a:extLst xmlns:a="http://schemas.openxmlformats.org/drawingml/2006/main">
              <a:ext uri="{FF2B5EF4-FFF2-40B4-BE49-F238E27FC236}">
                <a16:creationId xmlns:a16="http://schemas.microsoft.com/office/drawing/2014/main" id="{057846F5-F2C3-4392-9CF1-6D76F145FBAB}"/>
              </a:ext>
            </a:extLst>
          </p:cNvPr>
          <p:cNvSpPr>
            <a:spLocks xmlns:a="http://schemas.openxmlformats.org/drawingml/2006/main" noGrp="1"/>
          </p:cNvSpPr>
          <p:nvPr/>
        </p:nvSpPr>
        <p:spPr>
          <a:xfrm xmlns:a="http://schemas.openxmlformats.org/drawingml/2006/main">
            <a:off x="609600" y="3695700"/>
            <a:ext cx="2552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725" b="0">
                <a:solidFill>
                  <a:srgbClr val="182F49"/>
                </a:solidFill>
                <a:latin typeface="Malgun Gothic"/>
                <a:ea typeface="Malgun Gothic"/>
                <a:cs typeface="Malgun Gothic"/>
              </a:defRPr>
            </a:defPPr>
            <a:lvl1pPr algn="l">
              <a:defRPr sz="1725" b="0">
                <a:solidFill>
                  <a:srgbClr val="182F49"/>
                </a:solidFill>
                <a:latin typeface="Malgun Gothic"/>
                <a:ea typeface="Malgun Gothic"/>
                <a:cs typeface="Malgun Gothic"/>
              </a:defRPr>
            </a:lvl1pPr>
            <a:lvl2pPr algn="l">
              <a:defRPr sz="1725" b="0">
                <a:solidFill>
                  <a:srgbClr val="182F49"/>
                </a:solidFill>
                <a:latin typeface="Malgun Gothic"/>
                <a:ea typeface="Malgun Gothic"/>
                <a:cs typeface="Malgun Gothic"/>
              </a:defRPr>
            </a:lvl2pPr>
            <a:lvl3pPr algn="l">
              <a:defRPr sz="1725" b="0">
                <a:solidFill>
                  <a:srgbClr val="182F49"/>
                </a:solidFill>
                <a:latin typeface="Malgun Gothic"/>
                <a:ea typeface="Malgun Gothic"/>
                <a:cs typeface="Malgun Gothic"/>
              </a:defRPr>
            </a:lvl3pPr>
            <a:lvl4pPr algn="l">
              <a:defRPr sz="1725" b="0">
                <a:solidFill>
                  <a:srgbClr val="182F49"/>
                </a:solidFill>
                <a:latin typeface="Malgun Gothic"/>
                <a:ea typeface="Malgun Gothic"/>
                <a:cs typeface="Malgun Gothic"/>
              </a:defRPr>
            </a:lvl4pPr>
            <a:lvl5pPr algn="l">
              <a:defRPr sz="1725" b="0">
                <a:solidFill>
                  <a:srgbClr val="182F49"/>
                </a:solidFill>
                <a:latin typeface="Malgun Gothic"/>
                <a:ea typeface="Malgun Gothic"/>
                <a:cs typeface="Malgun Gothic"/>
              </a:defRPr>
            </a:lvl5pPr>
            <a:lvl6pPr algn="l">
              <a:defRPr sz="1725" b="0">
                <a:solidFill>
                  <a:srgbClr val="182F49"/>
                </a:solidFill>
                <a:latin typeface="Malgun Gothic"/>
                <a:ea typeface="Malgun Gothic"/>
                <a:cs typeface="Malgun Gothic"/>
              </a:defRPr>
            </a:lvl6pPr>
            <a:lvl7pPr algn="l">
              <a:defRPr sz="1725" b="0">
                <a:solidFill>
                  <a:srgbClr val="182F49"/>
                </a:solidFill>
                <a:latin typeface="Malgun Gothic"/>
                <a:ea typeface="Malgun Gothic"/>
                <a:cs typeface="Malgun Gothic"/>
              </a:defRPr>
            </a:lvl7pPr>
            <a:lvl8pPr algn="l">
              <a:defRPr sz="1725" b="0">
                <a:solidFill>
                  <a:srgbClr val="182F49"/>
                </a:solidFill>
                <a:latin typeface="Malgun Gothic"/>
                <a:ea typeface="Malgun Gothic"/>
                <a:cs typeface="Malgun Gothic"/>
              </a:defRPr>
            </a:lvl8pPr>
            <a:lvl9pPr algn="l">
              <a:defRPr sz="1725" b="0">
                <a:solidFill>
                  <a:srgbClr val="182F49"/>
                </a:solidFill>
                <a:latin typeface="Malgun Gothic"/>
                <a:ea typeface="Malgun Gothic"/>
                <a:cs typeface="Malgun Gothic"/>
              </a:defRPr>
            </a:lvl9pPr>
          </a:lstStyle>
          <a:p xmlns:a="http://schemas.openxmlformats.org/drawingml/2006/main">
            <a:pPr algn="l">
              <a:defRPr sz="1725" b="0">
                <a:solidFill>
                  <a:srgbClr val="182F49"/>
                </a:solidFill>
                <a:latin typeface="Malgun Gothic"/>
                <a:ea typeface="Malgun Gothic"/>
                <a:cs typeface="Malgun Gothic"/>
              </a:defRPr>
            </a:pPr>
            <a:r>
              <a:rPr sz="1725" b="0">
                <a:solidFill>
                  <a:srgbClr val="182F49"/>
                </a:solidFill>
                <a:latin typeface="Malgun Gothic"/>
                <a:ea typeface="Malgun Gothic"/>
                <a:cs typeface="Malgun Gothic"/>
              </a:rPr>
              <a:t>① AI-Native 협업</a:t>
            </a:r>
          </a:p>
        </p:txBody>
      </p:sp>
      <p:sp>
        <p:nvSpPr>
          <p:cNvPr id="11" name="② AI 업무관리">
            <a:extLst xmlns:a="http://schemas.openxmlformats.org/drawingml/2006/main">
              <a:ext uri="{FF2B5EF4-FFF2-40B4-BE49-F238E27FC236}">
                <a16:creationId xmlns:a16="http://schemas.microsoft.com/office/drawing/2014/main" id="{47E47CA6-34F5-4F84-9B10-63CBD7966565}"/>
              </a:ext>
            </a:extLst>
          </p:cNvPr>
          <p:cNvSpPr>
            <a:spLocks xmlns:a="http://schemas.openxmlformats.org/drawingml/2006/main" noGrp="1"/>
          </p:cNvSpPr>
          <p:nvPr/>
        </p:nvSpPr>
        <p:spPr>
          <a:xfrm xmlns:a="http://schemas.openxmlformats.org/drawingml/2006/main">
            <a:off x="609600" y="4067175"/>
            <a:ext cx="2552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725" b="0">
                <a:solidFill>
                  <a:srgbClr val="182F49"/>
                </a:solidFill>
                <a:latin typeface="Malgun Gothic"/>
                <a:ea typeface="Malgun Gothic"/>
                <a:cs typeface="Malgun Gothic"/>
              </a:defRPr>
            </a:defPPr>
            <a:lvl1pPr algn="l">
              <a:defRPr sz="1725" b="0">
                <a:solidFill>
                  <a:srgbClr val="182F49"/>
                </a:solidFill>
                <a:latin typeface="Malgun Gothic"/>
                <a:ea typeface="Malgun Gothic"/>
                <a:cs typeface="Malgun Gothic"/>
              </a:defRPr>
            </a:lvl1pPr>
            <a:lvl2pPr algn="l">
              <a:defRPr sz="1725" b="0">
                <a:solidFill>
                  <a:srgbClr val="182F49"/>
                </a:solidFill>
                <a:latin typeface="Malgun Gothic"/>
                <a:ea typeface="Malgun Gothic"/>
                <a:cs typeface="Malgun Gothic"/>
              </a:defRPr>
            </a:lvl2pPr>
            <a:lvl3pPr algn="l">
              <a:defRPr sz="1725" b="0">
                <a:solidFill>
                  <a:srgbClr val="182F49"/>
                </a:solidFill>
                <a:latin typeface="Malgun Gothic"/>
                <a:ea typeface="Malgun Gothic"/>
                <a:cs typeface="Malgun Gothic"/>
              </a:defRPr>
            </a:lvl3pPr>
            <a:lvl4pPr algn="l">
              <a:defRPr sz="1725" b="0">
                <a:solidFill>
                  <a:srgbClr val="182F49"/>
                </a:solidFill>
                <a:latin typeface="Malgun Gothic"/>
                <a:ea typeface="Malgun Gothic"/>
                <a:cs typeface="Malgun Gothic"/>
              </a:defRPr>
            </a:lvl4pPr>
            <a:lvl5pPr algn="l">
              <a:defRPr sz="1725" b="0">
                <a:solidFill>
                  <a:srgbClr val="182F49"/>
                </a:solidFill>
                <a:latin typeface="Malgun Gothic"/>
                <a:ea typeface="Malgun Gothic"/>
                <a:cs typeface="Malgun Gothic"/>
              </a:defRPr>
            </a:lvl5pPr>
            <a:lvl6pPr algn="l">
              <a:defRPr sz="1725" b="0">
                <a:solidFill>
                  <a:srgbClr val="182F49"/>
                </a:solidFill>
                <a:latin typeface="Malgun Gothic"/>
                <a:ea typeface="Malgun Gothic"/>
                <a:cs typeface="Malgun Gothic"/>
              </a:defRPr>
            </a:lvl6pPr>
            <a:lvl7pPr algn="l">
              <a:defRPr sz="1725" b="0">
                <a:solidFill>
                  <a:srgbClr val="182F49"/>
                </a:solidFill>
                <a:latin typeface="Malgun Gothic"/>
                <a:ea typeface="Malgun Gothic"/>
                <a:cs typeface="Malgun Gothic"/>
              </a:defRPr>
            </a:lvl7pPr>
            <a:lvl8pPr algn="l">
              <a:defRPr sz="1725" b="0">
                <a:solidFill>
                  <a:srgbClr val="182F49"/>
                </a:solidFill>
                <a:latin typeface="Malgun Gothic"/>
                <a:ea typeface="Malgun Gothic"/>
                <a:cs typeface="Malgun Gothic"/>
              </a:defRPr>
            </a:lvl8pPr>
            <a:lvl9pPr algn="l">
              <a:defRPr sz="1725" b="0">
                <a:solidFill>
                  <a:srgbClr val="182F49"/>
                </a:solidFill>
                <a:latin typeface="Malgun Gothic"/>
                <a:ea typeface="Malgun Gothic"/>
                <a:cs typeface="Malgun Gothic"/>
              </a:defRPr>
            </a:lvl9pPr>
          </a:lstStyle>
          <a:p xmlns:a="http://schemas.openxmlformats.org/drawingml/2006/main">
            <a:pPr algn="l">
              <a:defRPr sz="1725" b="0">
                <a:solidFill>
                  <a:srgbClr val="182F49"/>
                </a:solidFill>
                <a:latin typeface="Malgun Gothic"/>
                <a:ea typeface="Malgun Gothic"/>
                <a:cs typeface="Malgun Gothic"/>
              </a:defRPr>
            </a:pPr>
            <a:r>
              <a:rPr sz="1725" b="0">
                <a:solidFill>
                  <a:srgbClr val="182F49"/>
                </a:solidFill>
                <a:latin typeface="Malgun Gothic"/>
                <a:ea typeface="Malgun Gothic"/>
                <a:cs typeface="Malgun Gothic"/>
              </a:rPr>
              <a:t>② AI 업무관리</a:t>
            </a:r>
          </a:p>
        </p:txBody>
      </p:sp>
      <p:sp>
        <p:nvSpPr>
          <p:cNvPr id="12" name="④ 공공 AI 인재">
            <a:extLst xmlns:a="http://schemas.openxmlformats.org/drawingml/2006/main">
              <a:ext uri="{FF2B5EF4-FFF2-40B4-BE49-F238E27FC236}">
                <a16:creationId xmlns:a16="http://schemas.microsoft.com/office/drawing/2014/main" id="{71F70904-13DC-4902-9153-CD673D6C5A8C}"/>
              </a:ext>
            </a:extLst>
          </p:cNvPr>
          <p:cNvSpPr>
            <a:spLocks xmlns:a="http://schemas.openxmlformats.org/drawingml/2006/main" noGrp="1"/>
          </p:cNvSpPr>
          <p:nvPr/>
        </p:nvSpPr>
        <p:spPr>
          <a:xfrm xmlns:a="http://schemas.openxmlformats.org/drawingml/2006/main">
            <a:off x="609600" y="4438650"/>
            <a:ext cx="2552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725" b="0">
                <a:solidFill>
                  <a:srgbClr val="182F49"/>
                </a:solidFill>
                <a:latin typeface="Malgun Gothic"/>
                <a:ea typeface="Malgun Gothic"/>
                <a:cs typeface="Malgun Gothic"/>
              </a:defRPr>
            </a:defPPr>
            <a:lvl1pPr algn="l">
              <a:defRPr sz="1725" b="0">
                <a:solidFill>
                  <a:srgbClr val="182F49"/>
                </a:solidFill>
                <a:latin typeface="Malgun Gothic"/>
                <a:ea typeface="Malgun Gothic"/>
                <a:cs typeface="Malgun Gothic"/>
              </a:defRPr>
            </a:lvl1pPr>
            <a:lvl2pPr algn="l">
              <a:defRPr sz="1725" b="0">
                <a:solidFill>
                  <a:srgbClr val="182F49"/>
                </a:solidFill>
                <a:latin typeface="Malgun Gothic"/>
                <a:ea typeface="Malgun Gothic"/>
                <a:cs typeface="Malgun Gothic"/>
              </a:defRPr>
            </a:lvl2pPr>
            <a:lvl3pPr algn="l">
              <a:defRPr sz="1725" b="0">
                <a:solidFill>
                  <a:srgbClr val="182F49"/>
                </a:solidFill>
                <a:latin typeface="Malgun Gothic"/>
                <a:ea typeface="Malgun Gothic"/>
                <a:cs typeface="Malgun Gothic"/>
              </a:defRPr>
            </a:lvl3pPr>
            <a:lvl4pPr algn="l">
              <a:defRPr sz="1725" b="0">
                <a:solidFill>
                  <a:srgbClr val="182F49"/>
                </a:solidFill>
                <a:latin typeface="Malgun Gothic"/>
                <a:ea typeface="Malgun Gothic"/>
                <a:cs typeface="Malgun Gothic"/>
              </a:defRPr>
            </a:lvl4pPr>
            <a:lvl5pPr algn="l">
              <a:defRPr sz="1725" b="0">
                <a:solidFill>
                  <a:srgbClr val="182F49"/>
                </a:solidFill>
                <a:latin typeface="Malgun Gothic"/>
                <a:ea typeface="Malgun Gothic"/>
                <a:cs typeface="Malgun Gothic"/>
              </a:defRPr>
            </a:lvl5pPr>
            <a:lvl6pPr algn="l">
              <a:defRPr sz="1725" b="0">
                <a:solidFill>
                  <a:srgbClr val="182F49"/>
                </a:solidFill>
                <a:latin typeface="Malgun Gothic"/>
                <a:ea typeface="Malgun Gothic"/>
                <a:cs typeface="Malgun Gothic"/>
              </a:defRPr>
            </a:lvl6pPr>
            <a:lvl7pPr algn="l">
              <a:defRPr sz="1725" b="0">
                <a:solidFill>
                  <a:srgbClr val="182F49"/>
                </a:solidFill>
                <a:latin typeface="Malgun Gothic"/>
                <a:ea typeface="Malgun Gothic"/>
                <a:cs typeface="Malgun Gothic"/>
              </a:defRPr>
            </a:lvl7pPr>
            <a:lvl8pPr algn="l">
              <a:defRPr sz="1725" b="0">
                <a:solidFill>
                  <a:srgbClr val="182F49"/>
                </a:solidFill>
                <a:latin typeface="Malgun Gothic"/>
                <a:ea typeface="Malgun Gothic"/>
                <a:cs typeface="Malgun Gothic"/>
              </a:defRPr>
            </a:lvl8pPr>
            <a:lvl9pPr algn="l">
              <a:defRPr sz="1725" b="0">
                <a:solidFill>
                  <a:srgbClr val="182F49"/>
                </a:solidFill>
                <a:latin typeface="Malgun Gothic"/>
                <a:ea typeface="Malgun Gothic"/>
                <a:cs typeface="Malgun Gothic"/>
              </a:defRPr>
            </a:lvl9pPr>
          </a:lstStyle>
          <a:p xmlns:a="http://schemas.openxmlformats.org/drawingml/2006/main">
            <a:pPr algn="l">
              <a:defRPr sz="1725" b="0">
                <a:solidFill>
                  <a:srgbClr val="182F49"/>
                </a:solidFill>
                <a:latin typeface="Malgun Gothic"/>
                <a:ea typeface="Malgun Gothic"/>
                <a:cs typeface="Malgun Gothic"/>
              </a:defRPr>
            </a:pPr>
            <a:r>
              <a:rPr sz="1725" b="0">
                <a:solidFill>
                  <a:srgbClr val="182F49"/>
                </a:solidFill>
                <a:latin typeface="Malgun Gothic"/>
                <a:ea typeface="Malgun Gothic"/>
                <a:cs typeface="Malgun Gothic"/>
              </a:rPr>
              <a:t>④ 공공 AI 인재</a:t>
            </a:r>
          </a:p>
        </p:txBody>
      </p:sp>
      <p:sp>
        <p:nvSpPr>
          <p:cNvPr id="13" name="">
            <a:extLst xmlns:a="http://schemas.openxmlformats.org/drawingml/2006/main">
              <a:ext uri="{FF2B5EF4-FFF2-40B4-BE49-F238E27FC236}">
                <a16:creationId xmlns:a16="http://schemas.microsoft.com/office/drawing/2014/main" id="{6197A6C8-5A65-4443-AE23-6620C068EAF9}"/>
              </a:ext>
            </a:extLst>
          </p:cNvPr>
          <p:cNvSpPr>
            <a:spLocks xmlns:a="http://schemas.openxmlformats.org/drawingml/2006/main" noGrp="1"/>
          </p:cNvSpPr>
          <p:nvPr/>
        </p:nvSpPr>
        <p:spPr>
          <a:xfrm xmlns:a="http://schemas.openxmlformats.org/drawingml/2006/main">
            <a:off x="4591050" y="2257425"/>
            <a:ext cx="0" cy="238125"/>
          </a:xfrm>
          <a:prstGeom xmlns:a="http://schemas.openxmlformats.org/drawingml/2006/main" prst="line">
            <a:avLst/>
          </a:prstGeom>
          <a:noFill xmlns:a="http://schemas.openxmlformats.org/drawingml/2006/main"/>
          <a:ln xmlns:a="http://schemas.openxmlformats.org/drawingml/2006/main" w="19050">
            <a:solidFill>
              <a:srgbClr val="B8DAD5"/>
            </a:solidFill>
            <a:prstDash val="solid"/>
          </a:ln>
        </p:spPr>
      </p:sp>
      <p:sp>
        <p:nvSpPr>
          <p:cNvPr id="14" name="전략목표 2">
            <a:extLst xmlns:a="http://schemas.openxmlformats.org/drawingml/2006/main">
              <a:ext uri="{FF2B5EF4-FFF2-40B4-BE49-F238E27FC236}">
                <a16:creationId xmlns:a16="http://schemas.microsoft.com/office/drawing/2014/main" id="{D966169C-712D-4541-8ACF-2860DFF7570D}"/>
              </a:ext>
            </a:extLst>
          </p:cNvPr>
          <p:cNvSpPr>
            <a:spLocks xmlns:a="http://schemas.openxmlformats.org/drawingml/2006/main" noGrp="1"/>
          </p:cNvSpPr>
          <p:nvPr/>
        </p:nvSpPr>
        <p:spPr>
          <a:xfrm xmlns:a="http://schemas.openxmlformats.org/drawingml/2006/main">
            <a:off x="3409950" y="2647950"/>
            <a:ext cx="2552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5D7183"/>
                </a:solidFill>
                <a:latin typeface="Malgun Gothic"/>
                <a:ea typeface="Malgun Gothic"/>
                <a:cs typeface="Malgun Gothic"/>
              </a:defRPr>
            </a:defPPr>
            <a:lvl1pPr algn="l">
              <a:defRPr sz="1425" b="0">
                <a:solidFill>
                  <a:srgbClr val="5D7183"/>
                </a:solidFill>
                <a:latin typeface="Malgun Gothic"/>
                <a:ea typeface="Malgun Gothic"/>
                <a:cs typeface="Malgun Gothic"/>
              </a:defRPr>
            </a:lvl1pPr>
            <a:lvl2pPr algn="l">
              <a:defRPr sz="1425" b="0">
                <a:solidFill>
                  <a:srgbClr val="5D7183"/>
                </a:solidFill>
                <a:latin typeface="Malgun Gothic"/>
                <a:ea typeface="Malgun Gothic"/>
                <a:cs typeface="Malgun Gothic"/>
              </a:defRPr>
            </a:lvl2pPr>
            <a:lvl3pPr algn="l">
              <a:defRPr sz="1425" b="0">
                <a:solidFill>
                  <a:srgbClr val="5D7183"/>
                </a:solidFill>
                <a:latin typeface="Malgun Gothic"/>
                <a:ea typeface="Malgun Gothic"/>
                <a:cs typeface="Malgun Gothic"/>
              </a:defRPr>
            </a:lvl3pPr>
            <a:lvl4pPr algn="l">
              <a:defRPr sz="1425" b="0">
                <a:solidFill>
                  <a:srgbClr val="5D7183"/>
                </a:solidFill>
                <a:latin typeface="Malgun Gothic"/>
                <a:ea typeface="Malgun Gothic"/>
                <a:cs typeface="Malgun Gothic"/>
              </a:defRPr>
            </a:lvl4pPr>
            <a:lvl5pPr algn="l">
              <a:defRPr sz="1425" b="0">
                <a:solidFill>
                  <a:srgbClr val="5D7183"/>
                </a:solidFill>
                <a:latin typeface="Malgun Gothic"/>
                <a:ea typeface="Malgun Gothic"/>
                <a:cs typeface="Malgun Gothic"/>
              </a:defRPr>
            </a:lvl5pPr>
            <a:lvl6pPr algn="l">
              <a:defRPr sz="1425" b="0">
                <a:solidFill>
                  <a:srgbClr val="5D7183"/>
                </a:solidFill>
                <a:latin typeface="Malgun Gothic"/>
                <a:ea typeface="Malgun Gothic"/>
                <a:cs typeface="Malgun Gothic"/>
              </a:defRPr>
            </a:lvl6pPr>
            <a:lvl7pPr algn="l">
              <a:defRPr sz="1425" b="0">
                <a:solidFill>
                  <a:srgbClr val="5D7183"/>
                </a:solidFill>
                <a:latin typeface="Malgun Gothic"/>
                <a:ea typeface="Malgun Gothic"/>
                <a:cs typeface="Malgun Gothic"/>
              </a:defRPr>
            </a:lvl7pPr>
            <a:lvl8pPr algn="l">
              <a:defRPr sz="1425" b="0">
                <a:solidFill>
                  <a:srgbClr val="5D7183"/>
                </a:solidFill>
                <a:latin typeface="Malgun Gothic"/>
                <a:ea typeface="Malgun Gothic"/>
                <a:cs typeface="Malgun Gothic"/>
              </a:defRPr>
            </a:lvl8pPr>
            <a:lvl9pPr algn="l">
              <a:defRPr sz="1425" b="0">
                <a:solidFill>
                  <a:srgbClr val="5D7183"/>
                </a:solidFill>
                <a:latin typeface="Malgun Gothic"/>
                <a:ea typeface="Malgun Gothic"/>
                <a:cs typeface="Malgun Gothic"/>
              </a:defRPr>
            </a:lvl9pPr>
          </a:lstStyle>
          <a:p xmlns:a="http://schemas.openxmlformats.org/drawingml/2006/main">
            <a:pPr algn="l">
              <a:defRPr sz="1425" b="0">
                <a:solidFill>
                  <a:srgbClr val="5D7183"/>
                </a:solidFill>
                <a:latin typeface="Malgun Gothic"/>
                <a:ea typeface="Malgun Gothic"/>
                <a:cs typeface="Malgun Gothic"/>
              </a:defRPr>
            </a:pPr>
            <a:r>
              <a:rPr sz="1425" b="0">
                <a:solidFill>
                  <a:srgbClr val="5D7183"/>
                </a:solidFill>
                <a:latin typeface="Malgun Gothic"/>
                <a:ea typeface="Malgun Gothic"/>
                <a:cs typeface="Malgun Gothic"/>
              </a:rPr>
              <a:t>전략목표 2</a:t>
            </a:r>
          </a:p>
        </p:txBody>
      </p:sp>
      <p:sp>
        <p:nvSpPr>
          <p:cNvPr id="15" name="국민 서비스 혁신">
            <a:extLst xmlns:a="http://schemas.openxmlformats.org/drawingml/2006/main">
              <a:ext uri="{FF2B5EF4-FFF2-40B4-BE49-F238E27FC236}">
                <a16:creationId xmlns:a16="http://schemas.microsoft.com/office/drawing/2014/main" id="{C8D6D8EE-687B-4EC3-9CA8-EB2AAD5AD641}"/>
              </a:ext>
            </a:extLst>
          </p:cNvPr>
          <p:cNvSpPr>
            <a:spLocks xmlns:a="http://schemas.openxmlformats.org/drawingml/2006/main" noGrp="1"/>
          </p:cNvSpPr>
          <p:nvPr/>
        </p:nvSpPr>
        <p:spPr>
          <a:xfrm xmlns:a="http://schemas.openxmlformats.org/drawingml/2006/main">
            <a:off x="3409950" y="3057525"/>
            <a:ext cx="25527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1">
                <a:solidFill>
                  <a:srgbClr val="182F49"/>
                </a:solidFill>
                <a:latin typeface="Malgun Gothic"/>
                <a:ea typeface="Malgun Gothic"/>
                <a:cs typeface="Malgun Gothic"/>
              </a:defRPr>
            </a:defPPr>
            <a:lvl1pPr algn="l">
              <a:defRPr sz="2175" b="1">
                <a:solidFill>
                  <a:srgbClr val="182F49"/>
                </a:solidFill>
                <a:latin typeface="Malgun Gothic"/>
                <a:ea typeface="Malgun Gothic"/>
                <a:cs typeface="Malgun Gothic"/>
              </a:defRPr>
            </a:lvl1pPr>
            <a:lvl2pPr algn="l">
              <a:defRPr sz="2175" b="1">
                <a:solidFill>
                  <a:srgbClr val="182F49"/>
                </a:solidFill>
                <a:latin typeface="Malgun Gothic"/>
                <a:ea typeface="Malgun Gothic"/>
                <a:cs typeface="Malgun Gothic"/>
              </a:defRPr>
            </a:lvl2pPr>
            <a:lvl3pPr algn="l">
              <a:defRPr sz="2175" b="1">
                <a:solidFill>
                  <a:srgbClr val="182F49"/>
                </a:solidFill>
                <a:latin typeface="Malgun Gothic"/>
                <a:ea typeface="Malgun Gothic"/>
                <a:cs typeface="Malgun Gothic"/>
              </a:defRPr>
            </a:lvl3pPr>
            <a:lvl4pPr algn="l">
              <a:defRPr sz="2175" b="1">
                <a:solidFill>
                  <a:srgbClr val="182F49"/>
                </a:solidFill>
                <a:latin typeface="Malgun Gothic"/>
                <a:ea typeface="Malgun Gothic"/>
                <a:cs typeface="Malgun Gothic"/>
              </a:defRPr>
            </a:lvl4pPr>
            <a:lvl5pPr algn="l">
              <a:defRPr sz="2175" b="1">
                <a:solidFill>
                  <a:srgbClr val="182F49"/>
                </a:solidFill>
                <a:latin typeface="Malgun Gothic"/>
                <a:ea typeface="Malgun Gothic"/>
                <a:cs typeface="Malgun Gothic"/>
              </a:defRPr>
            </a:lvl5pPr>
            <a:lvl6pPr algn="l">
              <a:defRPr sz="2175" b="1">
                <a:solidFill>
                  <a:srgbClr val="182F49"/>
                </a:solidFill>
                <a:latin typeface="Malgun Gothic"/>
                <a:ea typeface="Malgun Gothic"/>
                <a:cs typeface="Malgun Gothic"/>
              </a:defRPr>
            </a:lvl6pPr>
            <a:lvl7pPr algn="l">
              <a:defRPr sz="2175" b="1">
                <a:solidFill>
                  <a:srgbClr val="182F49"/>
                </a:solidFill>
                <a:latin typeface="Malgun Gothic"/>
                <a:ea typeface="Malgun Gothic"/>
                <a:cs typeface="Malgun Gothic"/>
              </a:defRPr>
            </a:lvl7pPr>
            <a:lvl8pPr algn="l">
              <a:defRPr sz="2175" b="1">
                <a:solidFill>
                  <a:srgbClr val="182F49"/>
                </a:solidFill>
                <a:latin typeface="Malgun Gothic"/>
                <a:ea typeface="Malgun Gothic"/>
                <a:cs typeface="Malgun Gothic"/>
              </a:defRPr>
            </a:lvl8pPr>
            <a:lvl9pPr algn="l">
              <a:defRPr sz="2175" b="1">
                <a:solidFill>
                  <a:srgbClr val="182F49"/>
                </a:solidFill>
                <a:latin typeface="Malgun Gothic"/>
                <a:ea typeface="Malgun Gothic"/>
                <a:cs typeface="Malgun Gothic"/>
              </a:defRPr>
            </a:lvl9pPr>
          </a:lstStyle>
          <a:p xmlns:a="http://schemas.openxmlformats.org/drawingml/2006/main">
            <a:pPr algn="l">
              <a:defRPr sz="2175" b="1">
                <a:solidFill>
                  <a:srgbClr val="182F49"/>
                </a:solidFill>
                <a:latin typeface="Malgun Gothic"/>
                <a:ea typeface="Malgun Gothic"/>
                <a:cs typeface="Malgun Gothic"/>
              </a:defRPr>
            </a:pPr>
            <a:r>
              <a:rPr sz="2175" b="1">
                <a:solidFill>
                  <a:srgbClr val="182F49"/>
                </a:solidFill>
                <a:latin typeface="Malgun Gothic"/>
                <a:ea typeface="Malgun Gothic"/>
                <a:cs typeface="Malgun Gothic"/>
              </a:rPr>
              <a:t>국민 서비스 혁신</a:t>
            </a:r>
          </a:p>
        </p:txBody>
      </p:sp>
      <p:sp>
        <p:nvSpPr>
          <p:cNvPr id="16" name="⑨ 대국민 AI 서비스">
            <a:extLst xmlns:a="http://schemas.openxmlformats.org/drawingml/2006/main">
              <a:ext uri="{FF2B5EF4-FFF2-40B4-BE49-F238E27FC236}">
                <a16:creationId xmlns:a16="http://schemas.microsoft.com/office/drawing/2014/main" id="{DC8DD1C0-530B-4C56-A244-5506BFAB6497}"/>
              </a:ext>
            </a:extLst>
          </p:cNvPr>
          <p:cNvSpPr>
            <a:spLocks xmlns:a="http://schemas.openxmlformats.org/drawingml/2006/main" noGrp="1"/>
          </p:cNvSpPr>
          <p:nvPr/>
        </p:nvSpPr>
        <p:spPr>
          <a:xfrm xmlns:a="http://schemas.openxmlformats.org/drawingml/2006/main">
            <a:off x="3409950" y="3695700"/>
            <a:ext cx="2552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725" b="0">
                <a:solidFill>
                  <a:srgbClr val="182F49"/>
                </a:solidFill>
                <a:latin typeface="Malgun Gothic"/>
                <a:ea typeface="Malgun Gothic"/>
                <a:cs typeface="Malgun Gothic"/>
              </a:defRPr>
            </a:defPPr>
            <a:lvl1pPr algn="l">
              <a:defRPr sz="1725" b="0">
                <a:solidFill>
                  <a:srgbClr val="182F49"/>
                </a:solidFill>
                <a:latin typeface="Malgun Gothic"/>
                <a:ea typeface="Malgun Gothic"/>
                <a:cs typeface="Malgun Gothic"/>
              </a:defRPr>
            </a:lvl1pPr>
            <a:lvl2pPr algn="l">
              <a:defRPr sz="1725" b="0">
                <a:solidFill>
                  <a:srgbClr val="182F49"/>
                </a:solidFill>
                <a:latin typeface="Malgun Gothic"/>
                <a:ea typeface="Malgun Gothic"/>
                <a:cs typeface="Malgun Gothic"/>
              </a:defRPr>
            </a:lvl2pPr>
            <a:lvl3pPr algn="l">
              <a:defRPr sz="1725" b="0">
                <a:solidFill>
                  <a:srgbClr val="182F49"/>
                </a:solidFill>
                <a:latin typeface="Malgun Gothic"/>
                <a:ea typeface="Malgun Gothic"/>
                <a:cs typeface="Malgun Gothic"/>
              </a:defRPr>
            </a:lvl3pPr>
            <a:lvl4pPr algn="l">
              <a:defRPr sz="1725" b="0">
                <a:solidFill>
                  <a:srgbClr val="182F49"/>
                </a:solidFill>
                <a:latin typeface="Malgun Gothic"/>
                <a:ea typeface="Malgun Gothic"/>
                <a:cs typeface="Malgun Gothic"/>
              </a:defRPr>
            </a:lvl4pPr>
            <a:lvl5pPr algn="l">
              <a:defRPr sz="1725" b="0">
                <a:solidFill>
                  <a:srgbClr val="182F49"/>
                </a:solidFill>
                <a:latin typeface="Malgun Gothic"/>
                <a:ea typeface="Malgun Gothic"/>
                <a:cs typeface="Malgun Gothic"/>
              </a:defRPr>
            </a:lvl5pPr>
            <a:lvl6pPr algn="l">
              <a:defRPr sz="1725" b="0">
                <a:solidFill>
                  <a:srgbClr val="182F49"/>
                </a:solidFill>
                <a:latin typeface="Malgun Gothic"/>
                <a:ea typeface="Malgun Gothic"/>
                <a:cs typeface="Malgun Gothic"/>
              </a:defRPr>
            </a:lvl6pPr>
            <a:lvl7pPr algn="l">
              <a:defRPr sz="1725" b="0">
                <a:solidFill>
                  <a:srgbClr val="182F49"/>
                </a:solidFill>
                <a:latin typeface="Malgun Gothic"/>
                <a:ea typeface="Malgun Gothic"/>
                <a:cs typeface="Malgun Gothic"/>
              </a:defRPr>
            </a:lvl7pPr>
            <a:lvl8pPr algn="l">
              <a:defRPr sz="1725" b="0">
                <a:solidFill>
                  <a:srgbClr val="182F49"/>
                </a:solidFill>
                <a:latin typeface="Malgun Gothic"/>
                <a:ea typeface="Malgun Gothic"/>
                <a:cs typeface="Malgun Gothic"/>
              </a:defRPr>
            </a:lvl8pPr>
            <a:lvl9pPr algn="l">
              <a:defRPr sz="1725" b="0">
                <a:solidFill>
                  <a:srgbClr val="182F49"/>
                </a:solidFill>
                <a:latin typeface="Malgun Gothic"/>
                <a:ea typeface="Malgun Gothic"/>
                <a:cs typeface="Malgun Gothic"/>
              </a:defRPr>
            </a:lvl9pPr>
          </a:lstStyle>
          <a:p xmlns:a="http://schemas.openxmlformats.org/drawingml/2006/main">
            <a:pPr algn="l">
              <a:defRPr sz="1725" b="0">
                <a:solidFill>
                  <a:srgbClr val="182F49"/>
                </a:solidFill>
                <a:latin typeface="Malgun Gothic"/>
                <a:ea typeface="Malgun Gothic"/>
                <a:cs typeface="Malgun Gothic"/>
              </a:defRPr>
            </a:pPr>
            <a:r>
              <a:rPr sz="1725" b="0">
                <a:solidFill>
                  <a:srgbClr val="182F49"/>
                </a:solidFill>
                <a:latin typeface="Malgun Gothic"/>
                <a:ea typeface="Malgun Gothic"/>
                <a:cs typeface="Malgun Gothic"/>
              </a:rPr>
              <a:t>⑨ 대국민 AI 서비스</a:t>
            </a:r>
          </a:p>
        </p:txBody>
      </p:sp>
      <p:sp>
        <p:nvSpPr>
          <p:cNvPr id="17" name="⑪ AI 교육·행정">
            <a:extLst xmlns:a="http://schemas.openxmlformats.org/drawingml/2006/main">
              <a:ext uri="{FF2B5EF4-FFF2-40B4-BE49-F238E27FC236}">
                <a16:creationId xmlns:a16="http://schemas.microsoft.com/office/drawing/2014/main" id="{167D6444-780F-4B27-B388-2D392C4B88A9}"/>
              </a:ext>
            </a:extLst>
          </p:cNvPr>
          <p:cNvSpPr>
            <a:spLocks xmlns:a="http://schemas.openxmlformats.org/drawingml/2006/main" noGrp="1"/>
          </p:cNvSpPr>
          <p:nvPr/>
        </p:nvSpPr>
        <p:spPr>
          <a:xfrm xmlns:a="http://schemas.openxmlformats.org/drawingml/2006/main">
            <a:off x="3409950" y="4067175"/>
            <a:ext cx="2552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725" b="0">
                <a:solidFill>
                  <a:srgbClr val="182F49"/>
                </a:solidFill>
                <a:latin typeface="Malgun Gothic"/>
                <a:ea typeface="Malgun Gothic"/>
                <a:cs typeface="Malgun Gothic"/>
              </a:defRPr>
            </a:defPPr>
            <a:lvl1pPr algn="l">
              <a:defRPr sz="1725" b="0">
                <a:solidFill>
                  <a:srgbClr val="182F49"/>
                </a:solidFill>
                <a:latin typeface="Malgun Gothic"/>
                <a:ea typeface="Malgun Gothic"/>
                <a:cs typeface="Malgun Gothic"/>
              </a:defRPr>
            </a:lvl1pPr>
            <a:lvl2pPr algn="l">
              <a:defRPr sz="1725" b="0">
                <a:solidFill>
                  <a:srgbClr val="182F49"/>
                </a:solidFill>
                <a:latin typeface="Malgun Gothic"/>
                <a:ea typeface="Malgun Gothic"/>
                <a:cs typeface="Malgun Gothic"/>
              </a:defRPr>
            </a:lvl2pPr>
            <a:lvl3pPr algn="l">
              <a:defRPr sz="1725" b="0">
                <a:solidFill>
                  <a:srgbClr val="182F49"/>
                </a:solidFill>
                <a:latin typeface="Malgun Gothic"/>
                <a:ea typeface="Malgun Gothic"/>
                <a:cs typeface="Malgun Gothic"/>
              </a:defRPr>
            </a:lvl3pPr>
            <a:lvl4pPr algn="l">
              <a:defRPr sz="1725" b="0">
                <a:solidFill>
                  <a:srgbClr val="182F49"/>
                </a:solidFill>
                <a:latin typeface="Malgun Gothic"/>
                <a:ea typeface="Malgun Gothic"/>
                <a:cs typeface="Malgun Gothic"/>
              </a:defRPr>
            </a:lvl4pPr>
            <a:lvl5pPr algn="l">
              <a:defRPr sz="1725" b="0">
                <a:solidFill>
                  <a:srgbClr val="182F49"/>
                </a:solidFill>
                <a:latin typeface="Malgun Gothic"/>
                <a:ea typeface="Malgun Gothic"/>
                <a:cs typeface="Malgun Gothic"/>
              </a:defRPr>
            </a:lvl5pPr>
            <a:lvl6pPr algn="l">
              <a:defRPr sz="1725" b="0">
                <a:solidFill>
                  <a:srgbClr val="182F49"/>
                </a:solidFill>
                <a:latin typeface="Malgun Gothic"/>
                <a:ea typeface="Malgun Gothic"/>
                <a:cs typeface="Malgun Gothic"/>
              </a:defRPr>
            </a:lvl6pPr>
            <a:lvl7pPr algn="l">
              <a:defRPr sz="1725" b="0">
                <a:solidFill>
                  <a:srgbClr val="182F49"/>
                </a:solidFill>
                <a:latin typeface="Malgun Gothic"/>
                <a:ea typeface="Malgun Gothic"/>
                <a:cs typeface="Malgun Gothic"/>
              </a:defRPr>
            </a:lvl7pPr>
            <a:lvl8pPr algn="l">
              <a:defRPr sz="1725" b="0">
                <a:solidFill>
                  <a:srgbClr val="182F49"/>
                </a:solidFill>
                <a:latin typeface="Malgun Gothic"/>
                <a:ea typeface="Malgun Gothic"/>
                <a:cs typeface="Malgun Gothic"/>
              </a:defRPr>
            </a:lvl8pPr>
            <a:lvl9pPr algn="l">
              <a:defRPr sz="1725" b="0">
                <a:solidFill>
                  <a:srgbClr val="182F49"/>
                </a:solidFill>
                <a:latin typeface="Malgun Gothic"/>
                <a:ea typeface="Malgun Gothic"/>
                <a:cs typeface="Malgun Gothic"/>
              </a:defRPr>
            </a:lvl9pPr>
          </a:lstStyle>
          <a:p xmlns:a="http://schemas.openxmlformats.org/drawingml/2006/main">
            <a:pPr algn="l">
              <a:defRPr sz="1725" b="0">
                <a:solidFill>
                  <a:srgbClr val="182F49"/>
                </a:solidFill>
                <a:latin typeface="Malgun Gothic"/>
                <a:ea typeface="Malgun Gothic"/>
                <a:cs typeface="Malgun Gothic"/>
              </a:defRPr>
            </a:pPr>
            <a:r>
              <a:rPr sz="1725" b="0">
                <a:solidFill>
                  <a:srgbClr val="182F49"/>
                </a:solidFill>
                <a:latin typeface="Malgun Gothic"/>
                <a:ea typeface="Malgun Gothic"/>
                <a:cs typeface="Malgun Gothic"/>
              </a:rPr>
              <a:t>⑪ AI 교육·행정</a:t>
            </a:r>
          </a:p>
        </p:txBody>
      </p:sp>
      <p:sp>
        <p:nvSpPr>
          <p:cNvPr id="18" name="">
            <a:extLst xmlns:a="http://schemas.openxmlformats.org/drawingml/2006/main">
              <a:ext uri="{FF2B5EF4-FFF2-40B4-BE49-F238E27FC236}">
                <a16:creationId xmlns:a16="http://schemas.microsoft.com/office/drawing/2014/main" id="{812DB19C-EEE9-49D1-B5C9-6A8040DD7BA0}"/>
              </a:ext>
            </a:extLst>
          </p:cNvPr>
          <p:cNvSpPr>
            <a:spLocks xmlns:a="http://schemas.openxmlformats.org/drawingml/2006/main" noGrp="1"/>
          </p:cNvSpPr>
          <p:nvPr/>
        </p:nvSpPr>
        <p:spPr>
          <a:xfrm xmlns:a="http://schemas.openxmlformats.org/drawingml/2006/main">
            <a:off x="7391400" y="2257425"/>
            <a:ext cx="0" cy="238125"/>
          </a:xfrm>
          <a:prstGeom xmlns:a="http://schemas.openxmlformats.org/drawingml/2006/main" prst="line">
            <a:avLst/>
          </a:prstGeom>
          <a:noFill xmlns:a="http://schemas.openxmlformats.org/drawingml/2006/main"/>
          <a:ln xmlns:a="http://schemas.openxmlformats.org/drawingml/2006/main" w="19050">
            <a:solidFill>
              <a:srgbClr val="B8DAD5"/>
            </a:solidFill>
            <a:prstDash val="solid"/>
          </a:ln>
        </p:spPr>
      </p:sp>
      <p:sp>
        <p:nvSpPr>
          <p:cNvPr id="19" name="전략목표 3">
            <a:extLst xmlns:a="http://schemas.openxmlformats.org/drawingml/2006/main">
              <a:ext uri="{FF2B5EF4-FFF2-40B4-BE49-F238E27FC236}">
                <a16:creationId xmlns:a16="http://schemas.microsoft.com/office/drawing/2014/main" id="{FDF4A7BC-DC04-46F2-A757-57314CA07AF8}"/>
              </a:ext>
            </a:extLst>
          </p:cNvPr>
          <p:cNvSpPr>
            <a:spLocks xmlns:a="http://schemas.openxmlformats.org/drawingml/2006/main" noGrp="1"/>
          </p:cNvSpPr>
          <p:nvPr/>
        </p:nvSpPr>
        <p:spPr>
          <a:xfrm xmlns:a="http://schemas.openxmlformats.org/drawingml/2006/main">
            <a:off x="6210300" y="2647950"/>
            <a:ext cx="2552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5D7183"/>
                </a:solidFill>
                <a:latin typeface="Malgun Gothic"/>
                <a:ea typeface="Malgun Gothic"/>
                <a:cs typeface="Malgun Gothic"/>
              </a:defRPr>
            </a:defPPr>
            <a:lvl1pPr algn="l">
              <a:defRPr sz="1425" b="0">
                <a:solidFill>
                  <a:srgbClr val="5D7183"/>
                </a:solidFill>
                <a:latin typeface="Malgun Gothic"/>
                <a:ea typeface="Malgun Gothic"/>
                <a:cs typeface="Malgun Gothic"/>
              </a:defRPr>
            </a:lvl1pPr>
            <a:lvl2pPr algn="l">
              <a:defRPr sz="1425" b="0">
                <a:solidFill>
                  <a:srgbClr val="5D7183"/>
                </a:solidFill>
                <a:latin typeface="Malgun Gothic"/>
                <a:ea typeface="Malgun Gothic"/>
                <a:cs typeface="Malgun Gothic"/>
              </a:defRPr>
            </a:lvl2pPr>
            <a:lvl3pPr algn="l">
              <a:defRPr sz="1425" b="0">
                <a:solidFill>
                  <a:srgbClr val="5D7183"/>
                </a:solidFill>
                <a:latin typeface="Malgun Gothic"/>
                <a:ea typeface="Malgun Gothic"/>
                <a:cs typeface="Malgun Gothic"/>
              </a:defRPr>
            </a:lvl3pPr>
            <a:lvl4pPr algn="l">
              <a:defRPr sz="1425" b="0">
                <a:solidFill>
                  <a:srgbClr val="5D7183"/>
                </a:solidFill>
                <a:latin typeface="Malgun Gothic"/>
                <a:ea typeface="Malgun Gothic"/>
                <a:cs typeface="Malgun Gothic"/>
              </a:defRPr>
            </a:lvl4pPr>
            <a:lvl5pPr algn="l">
              <a:defRPr sz="1425" b="0">
                <a:solidFill>
                  <a:srgbClr val="5D7183"/>
                </a:solidFill>
                <a:latin typeface="Malgun Gothic"/>
                <a:ea typeface="Malgun Gothic"/>
                <a:cs typeface="Malgun Gothic"/>
              </a:defRPr>
            </a:lvl5pPr>
            <a:lvl6pPr algn="l">
              <a:defRPr sz="1425" b="0">
                <a:solidFill>
                  <a:srgbClr val="5D7183"/>
                </a:solidFill>
                <a:latin typeface="Malgun Gothic"/>
                <a:ea typeface="Malgun Gothic"/>
                <a:cs typeface="Malgun Gothic"/>
              </a:defRPr>
            </a:lvl6pPr>
            <a:lvl7pPr algn="l">
              <a:defRPr sz="1425" b="0">
                <a:solidFill>
                  <a:srgbClr val="5D7183"/>
                </a:solidFill>
                <a:latin typeface="Malgun Gothic"/>
                <a:ea typeface="Malgun Gothic"/>
                <a:cs typeface="Malgun Gothic"/>
              </a:defRPr>
            </a:lvl7pPr>
            <a:lvl8pPr algn="l">
              <a:defRPr sz="1425" b="0">
                <a:solidFill>
                  <a:srgbClr val="5D7183"/>
                </a:solidFill>
                <a:latin typeface="Malgun Gothic"/>
                <a:ea typeface="Malgun Gothic"/>
                <a:cs typeface="Malgun Gothic"/>
              </a:defRPr>
            </a:lvl8pPr>
            <a:lvl9pPr algn="l">
              <a:defRPr sz="1425" b="0">
                <a:solidFill>
                  <a:srgbClr val="5D7183"/>
                </a:solidFill>
                <a:latin typeface="Malgun Gothic"/>
                <a:ea typeface="Malgun Gothic"/>
                <a:cs typeface="Malgun Gothic"/>
              </a:defRPr>
            </a:lvl9pPr>
          </a:lstStyle>
          <a:p xmlns:a="http://schemas.openxmlformats.org/drawingml/2006/main">
            <a:pPr algn="l">
              <a:defRPr sz="1425" b="0">
                <a:solidFill>
                  <a:srgbClr val="5D7183"/>
                </a:solidFill>
                <a:latin typeface="Malgun Gothic"/>
                <a:ea typeface="Malgun Gothic"/>
                <a:cs typeface="Malgun Gothic"/>
              </a:defRPr>
            </a:pPr>
            <a:r>
              <a:rPr sz="1425" b="0">
                <a:solidFill>
                  <a:srgbClr val="5D7183"/>
                </a:solidFill>
                <a:latin typeface="Malgun Gothic"/>
                <a:ea typeface="Malgun Gothic"/>
                <a:cs typeface="Malgun Gothic"/>
              </a:rPr>
              <a:t>전략목표 3</a:t>
            </a:r>
          </a:p>
        </p:txBody>
      </p:sp>
      <p:sp>
        <p:nvSpPr>
          <p:cNvPr id="20" name="AI·데이터 생태계">
            <a:extLst xmlns:a="http://schemas.openxmlformats.org/drawingml/2006/main">
              <a:ext uri="{FF2B5EF4-FFF2-40B4-BE49-F238E27FC236}">
                <a16:creationId xmlns:a16="http://schemas.microsoft.com/office/drawing/2014/main" id="{2DE52286-FB82-496C-BA51-85D23B33BD94}"/>
              </a:ext>
            </a:extLst>
          </p:cNvPr>
          <p:cNvSpPr>
            <a:spLocks xmlns:a="http://schemas.openxmlformats.org/drawingml/2006/main" noGrp="1"/>
          </p:cNvSpPr>
          <p:nvPr/>
        </p:nvSpPr>
        <p:spPr>
          <a:xfrm xmlns:a="http://schemas.openxmlformats.org/drawingml/2006/main">
            <a:off x="6210300" y="3057525"/>
            <a:ext cx="25527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1">
                <a:solidFill>
                  <a:srgbClr val="182F49"/>
                </a:solidFill>
                <a:latin typeface="Malgun Gothic"/>
                <a:ea typeface="Malgun Gothic"/>
                <a:cs typeface="Malgun Gothic"/>
              </a:defRPr>
            </a:defPPr>
            <a:lvl1pPr algn="l">
              <a:defRPr sz="2175" b="1">
                <a:solidFill>
                  <a:srgbClr val="182F49"/>
                </a:solidFill>
                <a:latin typeface="Malgun Gothic"/>
                <a:ea typeface="Malgun Gothic"/>
                <a:cs typeface="Malgun Gothic"/>
              </a:defRPr>
            </a:lvl1pPr>
            <a:lvl2pPr algn="l">
              <a:defRPr sz="2175" b="1">
                <a:solidFill>
                  <a:srgbClr val="182F49"/>
                </a:solidFill>
                <a:latin typeface="Malgun Gothic"/>
                <a:ea typeface="Malgun Gothic"/>
                <a:cs typeface="Malgun Gothic"/>
              </a:defRPr>
            </a:lvl2pPr>
            <a:lvl3pPr algn="l">
              <a:defRPr sz="2175" b="1">
                <a:solidFill>
                  <a:srgbClr val="182F49"/>
                </a:solidFill>
                <a:latin typeface="Malgun Gothic"/>
                <a:ea typeface="Malgun Gothic"/>
                <a:cs typeface="Malgun Gothic"/>
              </a:defRPr>
            </a:lvl3pPr>
            <a:lvl4pPr algn="l">
              <a:defRPr sz="2175" b="1">
                <a:solidFill>
                  <a:srgbClr val="182F49"/>
                </a:solidFill>
                <a:latin typeface="Malgun Gothic"/>
                <a:ea typeface="Malgun Gothic"/>
                <a:cs typeface="Malgun Gothic"/>
              </a:defRPr>
            </a:lvl4pPr>
            <a:lvl5pPr algn="l">
              <a:defRPr sz="2175" b="1">
                <a:solidFill>
                  <a:srgbClr val="182F49"/>
                </a:solidFill>
                <a:latin typeface="Malgun Gothic"/>
                <a:ea typeface="Malgun Gothic"/>
                <a:cs typeface="Malgun Gothic"/>
              </a:defRPr>
            </a:lvl5pPr>
            <a:lvl6pPr algn="l">
              <a:defRPr sz="2175" b="1">
                <a:solidFill>
                  <a:srgbClr val="182F49"/>
                </a:solidFill>
                <a:latin typeface="Malgun Gothic"/>
                <a:ea typeface="Malgun Gothic"/>
                <a:cs typeface="Malgun Gothic"/>
              </a:defRPr>
            </a:lvl6pPr>
            <a:lvl7pPr algn="l">
              <a:defRPr sz="2175" b="1">
                <a:solidFill>
                  <a:srgbClr val="182F49"/>
                </a:solidFill>
                <a:latin typeface="Malgun Gothic"/>
                <a:ea typeface="Malgun Gothic"/>
                <a:cs typeface="Malgun Gothic"/>
              </a:defRPr>
            </a:lvl7pPr>
            <a:lvl8pPr algn="l">
              <a:defRPr sz="2175" b="1">
                <a:solidFill>
                  <a:srgbClr val="182F49"/>
                </a:solidFill>
                <a:latin typeface="Malgun Gothic"/>
                <a:ea typeface="Malgun Gothic"/>
                <a:cs typeface="Malgun Gothic"/>
              </a:defRPr>
            </a:lvl8pPr>
            <a:lvl9pPr algn="l">
              <a:defRPr sz="2175" b="1">
                <a:solidFill>
                  <a:srgbClr val="182F49"/>
                </a:solidFill>
                <a:latin typeface="Malgun Gothic"/>
                <a:ea typeface="Malgun Gothic"/>
                <a:cs typeface="Malgun Gothic"/>
              </a:defRPr>
            </a:lvl9pPr>
          </a:lstStyle>
          <a:p xmlns:a="http://schemas.openxmlformats.org/drawingml/2006/main">
            <a:pPr algn="l">
              <a:defRPr sz="2175" b="1">
                <a:solidFill>
                  <a:srgbClr val="182F49"/>
                </a:solidFill>
                <a:latin typeface="Malgun Gothic"/>
                <a:ea typeface="Malgun Gothic"/>
                <a:cs typeface="Malgun Gothic"/>
              </a:defRPr>
            </a:pPr>
            <a:r>
              <a:rPr sz="2175" b="1">
                <a:solidFill>
                  <a:srgbClr val="182F49"/>
                </a:solidFill>
                <a:latin typeface="Malgun Gothic"/>
                <a:ea typeface="Malgun Gothic"/>
                <a:cs typeface="Malgun Gothic"/>
              </a:rPr>
              <a:t>AI·데이터 생태계</a:t>
            </a:r>
          </a:p>
        </p:txBody>
      </p:sp>
      <p:sp>
        <p:nvSpPr>
          <p:cNvPr id="21" name="③ 민간 클라우드">
            <a:extLst xmlns:a="http://schemas.openxmlformats.org/drawingml/2006/main">
              <a:ext uri="{FF2B5EF4-FFF2-40B4-BE49-F238E27FC236}">
                <a16:creationId xmlns:a16="http://schemas.microsoft.com/office/drawing/2014/main" id="{34380820-DDAD-4EA4-8DB1-A79263CBA1A9}"/>
              </a:ext>
            </a:extLst>
          </p:cNvPr>
          <p:cNvSpPr>
            <a:spLocks xmlns:a="http://schemas.openxmlformats.org/drawingml/2006/main" noGrp="1"/>
          </p:cNvSpPr>
          <p:nvPr/>
        </p:nvSpPr>
        <p:spPr>
          <a:xfrm xmlns:a="http://schemas.openxmlformats.org/drawingml/2006/main">
            <a:off x="6210300" y="3695700"/>
            <a:ext cx="2552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725" b="0">
                <a:solidFill>
                  <a:srgbClr val="182F49"/>
                </a:solidFill>
                <a:latin typeface="Malgun Gothic"/>
                <a:ea typeface="Malgun Gothic"/>
                <a:cs typeface="Malgun Gothic"/>
              </a:defRPr>
            </a:defPPr>
            <a:lvl1pPr algn="l">
              <a:defRPr sz="1725" b="0">
                <a:solidFill>
                  <a:srgbClr val="182F49"/>
                </a:solidFill>
                <a:latin typeface="Malgun Gothic"/>
                <a:ea typeface="Malgun Gothic"/>
                <a:cs typeface="Malgun Gothic"/>
              </a:defRPr>
            </a:lvl1pPr>
            <a:lvl2pPr algn="l">
              <a:defRPr sz="1725" b="0">
                <a:solidFill>
                  <a:srgbClr val="182F49"/>
                </a:solidFill>
                <a:latin typeface="Malgun Gothic"/>
                <a:ea typeface="Malgun Gothic"/>
                <a:cs typeface="Malgun Gothic"/>
              </a:defRPr>
            </a:lvl2pPr>
            <a:lvl3pPr algn="l">
              <a:defRPr sz="1725" b="0">
                <a:solidFill>
                  <a:srgbClr val="182F49"/>
                </a:solidFill>
                <a:latin typeface="Malgun Gothic"/>
                <a:ea typeface="Malgun Gothic"/>
                <a:cs typeface="Malgun Gothic"/>
              </a:defRPr>
            </a:lvl3pPr>
            <a:lvl4pPr algn="l">
              <a:defRPr sz="1725" b="0">
                <a:solidFill>
                  <a:srgbClr val="182F49"/>
                </a:solidFill>
                <a:latin typeface="Malgun Gothic"/>
                <a:ea typeface="Malgun Gothic"/>
                <a:cs typeface="Malgun Gothic"/>
              </a:defRPr>
            </a:lvl4pPr>
            <a:lvl5pPr algn="l">
              <a:defRPr sz="1725" b="0">
                <a:solidFill>
                  <a:srgbClr val="182F49"/>
                </a:solidFill>
                <a:latin typeface="Malgun Gothic"/>
                <a:ea typeface="Malgun Gothic"/>
                <a:cs typeface="Malgun Gothic"/>
              </a:defRPr>
            </a:lvl5pPr>
            <a:lvl6pPr algn="l">
              <a:defRPr sz="1725" b="0">
                <a:solidFill>
                  <a:srgbClr val="182F49"/>
                </a:solidFill>
                <a:latin typeface="Malgun Gothic"/>
                <a:ea typeface="Malgun Gothic"/>
                <a:cs typeface="Malgun Gothic"/>
              </a:defRPr>
            </a:lvl6pPr>
            <a:lvl7pPr algn="l">
              <a:defRPr sz="1725" b="0">
                <a:solidFill>
                  <a:srgbClr val="182F49"/>
                </a:solidFill>
                <a:latin typeface="Malgun Gothic"/>
                <a:ea typeface="Malgun Gothic"/>
                <a:cs typeface="Malgun Gothic"/>
              </a:defRPr>
            </a:lvl7pPr>
            <a:lvl8pPr algn="l">
              <a:defRPr sz="1725" b="0">
                <a:solidFill>
                  <a:srgbClr val="182F49"/>
                </a:solidFill>
                <a:latin typeface="Malgun Gothic"/>
                <a:ea typeface="Malgun Gothic"/>
                <a:cs typeface="Malgun Gothic"/>
              </a:defRPr>
            </a:lvl8pPr>
            <a:lvl9pPr algn="l">
              <a:defRPr sz="1725" b="0">
                <a:solidFill>
                  <a:srgbClr val="182F49"/>
                </a:solidFill>
                <a:latin typeface="Malgun Gothic"/>
                <a:ea typeface="Malgun Gothic"/>
                <a:cs typeface="Malgun Gothic"/>
              </a:defRPr>
            </a:lvl9pPr>
          </a:lstStyle>
          <a:p xmlns:a="http://schemas.openxmlformats.org/drawingml/2006/main">
            <a:pPr algn="l">
              <a:defRPr sz="1725" b="0">
                <a:solidFill>
                  <a:srgbClr val="182F49"/>
                </a:solidFill>
                <a:latin typeface="Malgun Gothic"/>
                <a:ea typeface="Malgun Gothic"/>
                <a:cs typeface="Malgun Gothic"/>
              </a:defRPr>
            </a:pPr>
            <a:r>
              <a:rPr sz="1725" b="0">
                <a:solidFill>
                  <a:srgbClr val="182F49"/>
                </a:solidFill>
                <a:latin typeface="Malgun Gothic"/>
                <a:ea typeface="Malgun Gothic"/>
                <a:cs typeface="Malgun Gothic"/>
              </a:rPr>
              <a:t>③ 민간 클라우드</a:t>
            </a:r>
          </a:p>
        </p:txBody>
      </p:sp>
      <p:sp>
        <p:nvSpPr>
          <p:cNvPr id="22" name="⑩ 공공데이터">
            <a:extLst xmlns:a="http://schemas.openxmlformats.org/drawingml/2006/main">
              <a:ext uri="{FF2B5EF4-FFF2-40B4-BE49-F238E27FC236}">
                <a16:creationId xmlns:a16="http://schemas.microsoft.com/office/drawing/2014/main" id="{2EFB76A8-DBE4-4315-BA35-8D807C95F1C7}"/>
              </a:ext>
            </a:extLst>
          </p:cNvPr>
          <p:cNvSpPr>
            <a:spLocks xmlns:a="http://schemas.openxmlformats.org/drawingml/2006/main" noGrp="1"/>
          </p:cNvSpPr>
          <p:nvPr/>
        </p:nvSpPr>
        <p:spPr>
          <a:xfrm xmlns:a="http://schemas.openxmlformats.org/drawingml/2006/main">
            <a:off x="6210300" y="4067175"/>
            <a:ext cx="2552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725" b="0">
                <a:solidFill>
                  <a:srgbClr val="182F49"/>
                </a:solidFill>
                <a:latin typeface="Malgun Gothic"/>
                <a:ea typeface="Malgun Gothic"/>
                <a:cs typeface="Malgun Gothic"/>
              </a:defRPr>
            </a:defPPr>
            <a:lvl1pPr algn="l">
              <a:defRPr sz="1725" b="0">
                <a:solidFill>
                  <a:srgbClr val="182F49"/>
                </a:solidFill>
                <a:latin typeface="Malgun Gothic"/>
                <a:ea typeface="Malgun Gothic"/>
                <a:cs typeface="Malgun Gothic"/>
              </a:defRPr>
            </a:lvl1pPr>
            <a:lvl2pPr algn="l">
              <a:defRPr sz="1725" b="0">
                <a:solidFill>
                  <a:srgbClr val="182F49"/>
                </a:solidFill>
                <a:latin typeface="Malgun Gothic"/>
                <a:ea typeface="Malgun Gothic"/>
                <a:cs typeface="Malgun Gothic"/>
              </a:defRPr>
            </a:lvl2pPr>
            <a:lvl3pPr algn="l">
              <a:defRPr sz="1725" b="0">
                <a:solidFill>
                  <a:srgbClr val="182F49"/>
                </a:solidFill>
                <a:latin typeface="Malgun Gothic"/>
                <a:ea typeface="Malgun Gothic"/>
                <a:cs typeface="Malgun Gothic"/>
              </a:defRPr>
            </a:lvl3pPr>
            <a:lvl4pPr algn="l">
              <a:defRPr sz="1725" b="0">
                <a:solidFill>
                  <a:srgbClr val="182F49"/>
                </a:solidFill>
                <a:latin typeface="Malgun Gothic"/>
                <a:ea typeface="Malgun Gothic"/>
                <a:cs typeface="Malgun Gothic"/>
              </a:defRPr>
            </a:lvl4pPr>
            <a:lvl5pPr algn="l">
              <a:defRPr sz="1725" b="0">
                <a:solidFill>
                  <a:srgbClr val="182F49"/>
                </a:solidFill>
                <a:latin typeface="Malgun Gothic"/>
                <a:ea typeface="Malgun Gothic"/>
                <a:cs typeface="Malgun Gothic"/>
              </a:defRPr>
            </a:lvl5pPr>
            <a:lvl6pPr algn="l">
              <a:defRPr sz="1725" b="0">
                <a:solidFill>
                  <a:srgbClr val="182F49"/>
                </a:solidFill>
                <a:latin typeface="Malgun Gothic"/>
                <a:ea typeface="Malgun Gothic"/>
                <a:cs typeface="Malgun Gothic"/>
              </a:defRPr>
            </a:lvl6pPr>
            <a:lvl7pPr algn="l">
              <a:defRPr sz="1725" b="0">
                <a:solidFill>
                  <a:srgbClr val="182F49"/>
                </a:solidFill>
                <a:latin typeface="Malgun Gothic"/>
                <a:ea typeface="Malgun Gothic"/>
                <a:cs typeface="Malgun Gothic"/>
              </a:defRPr>
            </a:lvl7pPr>
            <a:lvl8pPr algn="l">
              <a:defRPr sz="1725" b="0">
                <a:solidFill>
                  <a:srgbClr val="182F49"/>
                </a:solidFill>
                <a:latin typeface="Malgun Gothic"/>
                <a:ea typeface="Malgun Gothic"/>
                <a:cs typeface="Malgun Gothic"/>
              </a:defRPr>
            </a:lvl8pPr>
            <a:lvl9pPr algn="l">
              <a:defRPr sz="1725" b="0">
                <a:solidFill>
                  <a:srgbClr val="182F49"/>
                </a:solidFill>
                <a:latin typeface="Malgun Gothic"/>
                <a:ea typeface="Malgun Gothic"/>
                <a:cs typeface="Malgun Gothic"/>
              </a:defRPr>
            </a:lvl9pPr>
          </a:lstStyle>
          <a:p xmlns:a="http://schemas.openxmlformats.org/drawingml/2006/main">
            <a:pPr algn="l">
              <a:defRPr sz="1725" b="0">
                <a:solidFill>
                  <a:srgbClr val="182F49"/>
                </a:solidFill>
                <a:latin typeface="Malgun Gothic"/>
                <a:ea typeface="Malgun Gothic"/>
                <a:cs typeface="Malgun Gothic"/>
              </a:defRPr>
            </a:pPr>
            <a:r>
              <a:rPr sz="1725" b="0">
                <a:solidFill>
                  <a:srgbClr val="182F49"/>
                </a:solidFill>
                <a:latin typeface="Malgun Gothic"/>
                <a:ea typeface="Malgun Gothic"/>
                <a:cs typeface="Malgun Gothic"/>
              </a:rPr>
              <a:t>⑩ 공공데이터</a:t>
            </a:r>
          </a:p>
        </p:txBody>
      </p:sp>
      <p:sp>
        <p:nvSpPr>
          <p:cNvPr id="23" name="⑫ 공공 AI 실증">
            <a:extLst xmlns:a="http://schemas.openxmlformats.org/drawingml/2006/main">
              <a:ext uri="{FF2B5EF4-FFF2-40B4-BE49-F238E27FC236}">
                <a16:creationId xmlns:a16="http://schemas.microsoft.com/office/drawing/2014/main" id="{AC632099-09C8-46C8-BDFB-A2AC9B7F53E0}"/>
              </a:ext>
            </a:extLst>
          </p:cNvPr>
          <p:cNvSpPr>
            <a:spLocks xmlns:a="http://schemas.openxmlformats.org/drawingml/2006/main" noGrp="1"/>
          </p:cNvSpPr>
          <p:nvPr/>
        </p:nvSpPr>
        <p:spPr>
          <a:xfrm xmlns:a="http://schemas.openxmlformats.org/drawingml/2006/main">
            <a:off x="6210300" y="4438650"/>
            <a:ext cx="2552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725" b="0">
                <a:solidFill>
                  <a:srgbClr val="182F49"/>
                </a:solidFill>
                <a:latin typeface="Malgun Gothic"/>
                <a:ea typeface="Malgun Gothic"/>
                <a:cs typeface="Malgun Gothic"/>
              </a:defRPr>
            </a:defPPr>
            <a:lvl1pPr algn="l">
              <a:defRPr sz="1725" b="0">
                <a:solidFill>
                  <a:srgbClr val="182F49"/>
                </a:solidFill>
                <a:latin typeface="Malgun Gothic"/>
                <a:ea typeface="Malgun Gothic"/>
                <a:cs typeface="Malgun Gothic"/>
              </a:defRPr>
            </a:lvl1pPr>
            <a:lvl2pPr algn="l">
              <a:defRPr sz="1725" b="0">
                <a:solidFill>
                  <a:srgbClr val="182F49"/>
                </a:solidFill>
                <a:latin typeface="Malgun Gothic"/>
                <a:ea typeface="Malgun Gothic"/>
                <a:cs typeface="Malgun Gothic"/>
              </a:defRPr>
            </a:lvl2pPr>
            <a:lvl3pPr algn="l">
              <a:defRPr sz="1725" b="0">
                <a:solidFill>
                  <a:srgbClr val="182F49"/>
                </a:solidFill>
                <a:latin typeface="Malgun Gothic"/>
                <a:ea typeface="Malgun Gothic"/>
                <a:cs typeface="Malgun Gothic"/>
              </a:defRPr>
            </a:lvl3pPr>
            <a:lvl4pPr algn="l">
              <a:defRPr sz="1725" b="0">
                <a:solidFill>
                  <a:srgbClr val="182F49"/>
                </a:solidFill>
                <a:latin typeface="Malgun Gothic"/>
                <a:ea typeface="Malgun Gothic"/>
                <a:cs typeface="Malgun Gothic"/>
              </a:defRPr>
            </a:lvl4pPr>
            <a:lvl5pPr algn="l">
              <a:defRPr sz="1725" b="0">
                <a:solidFill>
                  <a:srgbClr val="182F49"/>
                </a:solidFill>
                <a:latin typeface="Malgun Gothic"/>
                <a:ea typeface="Malgun Gothic"/>
                <a:cs typeface="Malgun Gothic"/>
              </a:defRPr>
            </a:lvl5pPr>
            <a:lvl6pPr algn="l">
              <a:defRPr sz="1725" b="0">
                <a:solidFill>
                  <a:srgbClr val="182F49"/>
                </a:solidFill>
                <a:latin typeface="Malgun Gothic"/>
                <a:ea typeface="Malgun Gothic"/>
                <a:cs typeface="Malgun Gothic"/>
              </a:defRPr>
            </a:lvl6pPr>
            <a:lvl7pPr algn="l">
              <a:defRPr sz="1725" b="0">
                <a:solidFill>
                  <a:srgbClr val="182F49"/>
                </a:solidFill>
                <a:latin typeface="Malgun Gothic"/>
                <a:ea typeface="Malgun Gothic"/>
                <a:cs typeface="Malgun Gothic"/>
              </a:defRPr>
            </a:lvl7pPr>
            <a:lvl8pPr algn="l">
              <a:defRPr sz="1725" b="0">
                <a:solidFill>
                  <a:srgbClr val="182F49"/>
                </a:solidFill>
                <a:latin typeface="Malgun Gothic"/>
                <a:ea typeface="Malgun Gothic"/>
                <a:cs typeface="Malgun Gothic"/>
              </a:defRPr>
            </a:lvl8pPr>
            <a:lvl9pPr algn="l">
              <a:defRPr sz="1725" b="0">
                <a:solidFill>
                  <a:srgbClr val="182F49"/>
                </a:solidFill>
                <a:latin typeface="Malgun Gothic"/>
                <a:ea typeface="Malgun Gothic"/>
                <a:cs typeface="Malgun Gothic"/>
              </a:defRPr>
            </a:lvl9pPr>
          </a:lstStyle>
          <a:p xmlns:a="http://schemas.openxmlformats.org/drawingml/2006/main">
            <a:pPr algn="l">
              <a:defRPr sz="1725" b="0">
                <a:solidFill>
                  <a:srgbClr val="182F49"/>
                </a:solidFill>
                <a:latin typeface="Malgun Gothic"/>
                <a:ea typeface="Malgun Gothic"/>
                <a:cs typeface="Malgun Gothic"/>
              </a:defRPr>
            </a:pPr>
            <a:r>
              <a:rPr sz="1725" b="0">
                <a:solidFill>
                  <a:srgbClr val="182F49"/>
                </a:solidFill>
                <a:latin typeface="Malgun Gothic"/>
                <a:ea typeface="Malgun Gothic"/>
                <a:cs typeface="Malgun Gothic"/>
              </a:rPr>
              <a:t>⑫ 공공 AI 실증</a:t>
            </a:r>
          </a:p>
        </p:txBody>
      </p:sp>
      <p:sp>
        <p:nvSpPr>
          <p:cNvPr id="24" name="⑬ 글로벌 확산">
            <a:extLst xmlns:a="http://schemas.openxmlformats.org/drawingml/2006/main">
              <a:ext uri="{FF2B5EF4-FFF2-40B4-BE49-F238E27FC236}">
                <a16:creationId xmlns:a16="http://schemas.microsoft.com/office/drawing/2014/main" id="{734ABB58-B8AE-4691-8F44-586BECF57FB1}"/>
              </a:ext>
            </a:extLst>
          </p:cNvPr>
          <p:cNvSpPr>
            <a:spLocks xmlns:a="http://schemas.openxmlformats.org/drawingml/2006/main" noGrp="1"/>
          </p:cNvSpPr>
          <p:nvPr/>
        </p:nvSpPr>
        <p:spPr>
          <a:xfrm xmlns:a="http://schemas.openxmlformats.org/drawingml/2006/main">
            <a:off x="6210300" y="4810125"/>
            <a:ext cx="2552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725" b="0">
                <a:solidFill>
                  <a:srgbClr val="182F49"/>
                </a:solidFill>
                <a:latin typeface="Malgun Gothic"/>
                <a:ea typeface="Malgun Gothic"/>
                <a:cs typeface="Malgun Gothic"/>
              </a:defRPr>
            </a:defPPr>
            <a:lvl1pPr algn="l">
              <a:defRPr sz="1725" b="0">
                <a:solidFill>
                  <a:srgbClr val="182F49"/>
                </a:solidFill>
                <a:latin typeface="Malgun Gothic"/>
                <a:ea typeface="Malgun Gothic"/>
                <a:cs typeface="Malgun Gothic"/>
              </a:defRPr>
            </a:lvl1pPr>
            <a:lvl2pPr algn="l">
              <a:defRPr sz="1725" b="0">
                <a:solidFill>
                  <a:srgbClr val="182F49"/>
                </a:solidFill>
                <a:latin typeface="Malgun Gothic"/>
                <a:ea typeface="Malgun Gothic"/>
                <a:cs typeface="Malgun Gothic"/>
              </a:defRPr>
            </a:lvl2pPr>
            <a:lvl3pPr algn="l">
              <a:defRPr sz="1725" b="0">
                <a:solidFill>
                  <a:srgbClr val="182F49"/>
                </a:solidFill>
                <a:latin typeface="Malgun Gothic"/>
                <a:ea typeface="Malgun Gothic"/>
                <a:cs typeface="Malgun Gothic"/>
              </a:defRPr>
            </a:lvl3pPr>
            <a:lvl4pPr algn="l">
              <a:defRPr sz="1725" b="0">
                <a:solidFill>
                  <a:srgbClr val="182F49"/>
                </a:solidFill>
                <a:latin typeface="Malgun Gothic"/>
                <a:ea typeface="Malgun Gothic"/>
                <a:cs typeface="Malgun Gothic"/>
              </a:defRPr>
            </a:lvl4pPr>
            <a:lvl5pPr algn="l">
              <a:defRPr sz="1725" b="0">
                <a:solidFill>
                  <a:srgbClr val="182F49"/>
                </a:solidFill>
                <a:latin typeface="Malgun Gothic"/>
                <a:ea typeface="Malgun Gothic"/>
                <a:cs typeface="Malgun Gothic"/>
              </a:defRPr>
            </a:lvl5pPr>
            <a:lvl6pPr algn="l">
              <a:defRPr sz="1725" b="0">
                <a:solidFill>
                  <a:srgbClr val="182F49"/>
                </a:solidFill>
                <a:latin typeface="Malgun Gothic"/>
                <a:ea typeface="Malgun Gothic"/>
                <a:cs typeface="Malgun Gothic"/>
              </a:defRPr>
            </a:lvl6pPr>
            <a:lvl7pPr algn="l">
              <a:defRPr sz="1725" b="0">
                <a:solidFill>
                  <a:srgbClr val="182F49"/>
                </a:solidFill>
                <a:latin typeface="Malgun Gothic"/>
                <a:ea typeface="Malgun Gothic"/>
                <a:cs typeface="Malgun Gothic"/>
              </a:defRPr>
            </a:lvl7pPr>
            <a:lvl8pPr algn="l">
              <a:defRPr sz="1725" b="0">
                <a:solidFill>
                  <a:srgbClr val="182F49"/>
                </a:solidFill>
                <a:latin typeface="Malgun Gothic"/>
                <a:ea typeface="Malgun Gothic"/>
                <a:cs typeface="Malgun Gothic"/>
              </a:defRPr>
            </a:lvl8pPr>
            <a:lvl9pPr algn="l">
              <a:defRPr sz="1725" b="0">
                <a:solidFill>
                  <a:srgbClr val="182F49"/>
                </a:solidFill>
                <a:latin typeface="Malgun Gothic"/>
                <a:ea typeface="Malgun Gothic"/>
                <a:cs typeface="Malgun Gothic"/>
              </a:defRPr>
            </a:lvl9pPr>
          </a:lstStyle>
          <a:p xmlns:a="http://schemas.openxmlformats.org/drawingml/2006/main">
            <a:pPr algn="l">
              <a:defRPr sz="1725" b="0">
                <a:solidFill>
                  <a:srgbClr val="182F49"/>
                </a:solidFill>
                <a:latin typeface="Malgun Gothic"/>
                <a:ea typeface="Malgun Gothic"/>
                <a:cs typeface="Malgun Gothic"/>
              </a:defRPr>
            </a:pPr>
            <a:r>
              <a:rPr sz="1725" b="0">
                <a:solidFill>
                  <a:srgbClr val="182F49"/>
                </a:solidFill>
                <a:latin typeface="Malgun Gothic"/>
                <a:ea typeface="Malgun Gothic"/>
                <a:cs typeface="Malgun Gothic"/>
              </a:rPr>
              <a:t>⑬ 글로벌 확산</a:t>
            </a:r>
          </a:p>
        </p:txBody>
      </p:sp>
      <p:sp>
        <p:nvSpPr>
          <p:cNvPr id="25" name="">
            <a:extLst xmlns:a="http://schemas.openxmlformats.org/drawingml/2006/main">
              <a:ext uri="{FF2B5EF4-FFF2-40B4-BE49-F238E27FC236}">
                <a16:creationId xmlns:a16="http://schemas.microsoft.com/office/drawing/2014/main" id="{4BB6E9B0-4E4D-48AC-9C3A-1061F85CC655}"/>
              </a:ext>
            </a:extLst>
          </p:cNvPr>
          <p:cNvSpPr>
            <a:spLocks xmlns:a="http://schemas.openxmlformats.org/drawingml/2006/main" noGrp="1"/>
          </p:cNvSpPr>
          <p:nvPr/>
        </p:nvSpPr>
        <p:spPr>
          <a:xfrm xmlns:a="http://schemas.openxmlformats.org/drawingml/2006/main">
            <a:off x="10191750" y="2257425"/>
            <a:ext cx="0" cy="238125"/>
          </a:xfrm>
          <a:prstGeom xmlns:a="http://schemas.openxmlformats.org/drawingml/2006/main" prst="line">
            <a:avLst/>
          </a:prstGeom>
          <a:noFill xmlns:a="http://schemas.openxmlformats.org/drawingml/2006/main"/>
          <a:ln xmlns:a="http://schemas.openxmlformats.org/drawingml/2006/main" w="19050">
            <a:solidFill>
              <a:srgbClr val="B8DAD5"/>
            </a:solidFill>
            <a:prstDash val="solid"/>
          </a:ln>
        </p:spPr>
      </p:sp>
      <p:sp>
        <p:nvSpPr>
          <p:cNvPr id="26" name="전략목표 4">
            <a:extLst xmlns:a="http://schemas.openxmlformats.org/drawingml/2006/main">
              <a:ext uri="{FF2B5EF4-FFF2-40B4-BE49-F238E27FC236}">
                <a16:creationId xmlns:a16="http://schemas.microsoft.com/office/drawing/2014/main" id="{C5A6670E-5466-42A4-B4D0-DC2BC4CEF527}"/>
              </a:ext>
            </a:extLst>
          </p:cNvPr>
          <p:cNvSpPr>
            <a:spLocks xmlns:a="http://schemas.openxmlformats.org/drawingml/2006/main" noGrp="1"/>
          </p:cNvSpPr>
          <p:nvPr/>
        </p:nvSpPr>
        <p:spPr>
          <a:xfrm xmlns:a="http://schemas.openxmlformats.org/drawingml/2006/main">
            <a:off x="9010650" y="2647950"/>
            <a:ext cx="2552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5D7183"/>
                </a:solidFill>
                <a:latin typeface="Malgun Gothic"/>
                <a:ea typeface="Malgun Gothic"/>
                <a:cs typeface="Malgun Gothic"/>
              </a:defRPr>
            </a:defPPr>
            <a:lvl1pPr algn="l">
              <a:defRPr sz="1425" b="0">
                <a:solidFill>
                  <a:srgbClr val="5D7183"/>
                </a:solidFill>
                <a:latin typeface="Malgun Gothic"/>
                <a:ea typeface="Malgun Gothic"/>
                <a:cs typeface="Malgun Gothic"/>
              </a:defRPr>
            </a:lvl1pPr>
            <a:lvl2pPr algn="l">
              <a:defRPr sz="1425" b="0">
                <a:solidFill>
                  <a:srgbClr val="5D7183"/>
                </a:solidFill>
                <a:latin typeface="Malgun Gothic"/>
                <a:ea typeface="Malgun Gothic"/>
                <a:cs typeface="Malgun Gothic"/>
              </a:defRPr>
            </a:lvl2pPr>
            <a:lvl3pPr algn="l">
              <a:defRPr sz="1425" b="0">
                <a:solidFill>
                  <a:srgbClr val="5D7183"/>
                </a:solidFill>
                <a:latin typeface="Malgun Gothic"/>
                <a:ea typeface="Malgun Gothic"/>
                <a:cs typeface="Malgun Gothic"/>
              </a:defRPr>
            </a:lvl3pPr>
            <a:lvl4pPr algn="l">
              <a:defRPr sz="1425" b="0">
                <a:solidFill>
                  <a:srgbClr val="5D7183"/>
                </a:solidFill>
                <a:latin typeface="Malgun Gothic"/>
                <a:ea typeface="Malgun Gothic"/>
                <a:cs typeface="Malgun Gothic"/>
              </a:defRPr>
            </a:lvl4pPr>
            <a:lvl5pPr algn="l">
              <a:defRPr sz="1425" b="0">
                <a:solidFill>
                  <a:srgbClr val="5D7183"/>
                </a:solidFill>
                <a:latin typeface="Malgun Gothic"/>
                <a:ea typeface="Malgun Gothic"/>
                <a:cs typeface="Malgun Gothic"/>
              </a:defRPr>
            </a:lvl5pPr>
            <a:lvl6pPr algn="l">
              <a:defRPr sz="1425" b="0">
                <a:solidFill>
                  <a:srgbClr val="5D7183"/>
                </a:solidFill>
                <a:latin typeface="Malgun Gothic"/>
                <a:ea typeface="Malgun Gothic"/>
                <a:cs typeface="Malgun Gothic"/>
              </a:defRPr>
            </a:lvl6pPr>
            <a:lvl7pPr algn="l">
              <a:defRPr sz="1425" b="0">
                <a:solidFill>
                  <a:srgbClr val="5D7183"/>
                </a:solidFill>
                <a:latin typeface="Malgun Gothic"/>
                <a:ea typeface="Malgun Gothic"/>
                <a:cs typeface="Malgun Gothic"/>
              </a:defRPr>
            </a:lvl7pPr>
            <a:lvl8pPr algn="l">
              <a:defRPr sz="1425" b="0">
                <a:solidFill>
                  <a:srgbClr val="5D7183"/>
                </a:solidFill>
                <a:latin typeface="Malgun Gothic"/>
                <a:ea typeface="Malgun Gothic"/>
                <a:cs typeface="Malgun Gothic"/>
              </a:defRPr>
            </a:lvl8pPr>
            <a:lvl9pPr algn="l">
              <a:defRPr sz="1425" b="0">
                <a:solidFill>
                  <a:srgbClr val="5D7183"/>
                </a:solidFill>
                <a:latin typeface="Malgun Gothic"/>
                <a:ea typeface="Malgun Gothic"/>
                <a:cs typeface="Malgun Gothic"/>
              </a:defRPr>
            </a:lvl9pPr>
          </a:lstStyle>
          <a:p xmlns:a="http://schemas.openxmlformats.org/drawingml/2006/main">
            <a:pPr algn="l">
              <a:defRPr sz="1425" b="0">
                <a:solidFill>
                  <a:srgbClr val="5D7183"/>
                </a:solidFill>
                <a:latin typeface="Malgun Gothic"/>
                <a:ea typeface="Malgun Gothic"/>
                <a:cs typeface="Malgun Gothic"/>
              </a:defRPr>
            </a:pPr>
            <a:r>
              <a:rPr sz="1425" b="0">
                <a:solidFill>
                  <a:srgbClr val="5D7183"/>
                </a:solidFill>
                <a:latin typeface="Malgun Gothic"/>
                <a:ea typeface="Malgun Gothic"/>
                <a:cs typeface="Malgun Gothic"/>
              </a:rPr>
              <a:t>전략목표 4</a:t>
            </a:r>
          </a:p>
        </p:txBody>
      </p:sp>
      <p:sp>
        <p:nvSpPr>
          <p:cNvPr id="27" name="신뢰 기반 공공 AI">
            <a:extLst xmlns:a="http://schemas.openxmlformats.org/drawingml/2006/main">
              <a:ext uri="{FF2B5EF4-FFF2-40B4-BE49-F238E27FC236}">
                <a16:creationId xmlns:a16="http://schemas.microsoft.com/office/drawing/2014/main" id="{3E53FF19-0EC1-4EA0-9E86-1FAAE66E52A5}"/>
              </a:ext>
            </a:extLst>
          </p:cNvPr>
          <p:cNvSpPr>
            <a:spLocks xmlns:a="http://schemas.openxmlformats.org/drawingml/2006/main" noGrp="1"/>
          </p:cNvSpPr>
          <p:nvPr/>
        </p:nvSpPr>
        <p:spPr>
          <a:xfrm xmlns:a="http://schemas.openxmlformats.org/drawingml/2006/main">
            <a:off x="9010650" y="3057525"/>
            <a:ext cx="25527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1">
                <a:solidFill>
                  <a:srgbClr val="182F49"/>
                </a:solidFill>
                <a:latin typeface="Malgun Gothic"/>
                <a:ea typeface="Malgun Gothic"/>
                <a:cs typeface="Malgun Gothic"/>
              </a:defRPr>
            </a:defPPr>
            <a:lvl1pPr algn="l">
              <a:defRPr sz="2175" b="1">
                <a:solidFill>
                  <a:srgbClr val="182F49"/>
                </a:solidFill>
                <a:latin typeface="Malgun Gothic"/>
                <a:ea typeface="Malgun Gothic"/>
                <a:cs typeface="Malgun Gothic"/>
              </a:defRPr>
            </a:lvl1pPr>
            <a:lvl2pPr algn="l">
              <a:defRPr sz="2175" b="1">
                <a:solidFill>
                  <a:srgbClr val="182F49"/>
                </a:solidFill>
                <a:latin typeface="Malgun Gothic"/>
                <a:ea typeface="Malgun Gothic"/>
                <a:cs typeface="Malgun Gothic"/>
              </a:defRPr>
            </a:lvl2pPr>
            <a:lvl3pPr algn="l">
              <a:defRPr sz="2175" b="1">
                <a:solidFill>
                  <a:srgbClr val="182F49"/>
                </a:solidFill>
                <a:latin typeface="Malgun Gothic"/>
                <a:ea typeface="Malgun Gothic"/>
                <a:cs typeface="Malgun Gothic"/>
              </a:defRPr>
            </a:lvl3pPr>
            <a:lvl4pPr algn="l">
              <a:defRPr sz="2175" b="1">
                <a:solidFill>
                  <a:srgbClr val="182F49"/>
                </a:solidFill>
                <a:latin typeface="Malgun Gothic"/>
                <a:ea typeface="Malgun Gothic"/>
                <a:cs typeface="Malgun Gothic"/>
              </a:defRPr>
            </a:lvl4pPr>
            <a:lvl5pPr algn="l">
              <a:defRPr sz="2175" b="1">
                <a:solidFill>
                  <a:srgbClr val="182F49"/>
                </a:solidFill>
                <a:latin typeface="Malgun Gothic"/>
                <a:ea typeface="Malgun Gothic"/>
                <a:cs typeface="Malgun Gothic"/>
              </a:defRPr>
            </a:lvl5pPr>
            <a:lvl6pPr algn="l">
              <a:defRPr sz="2175" b="1">
                <a:solidFill>
                  <a:srgbClr val="182F49"/>
                </a:solidFill>
                <a:latin typeface="Malgun Gothic"/>
                <a:ea typeface="Malgun Gothic"/>
                <a:cs typeface="Malgun Gothic"/>
              </a:defRPr>
            </a:lvl6pPr>
            <a:lvl7pPr algn="l">
              <a:defRPr sz="2175" b="1">
                <a:solidFill>
                  <a:srgbClr val="182F49"/>
                </a:solidFill>
                <a:latin typeface="Malgun Gothic"/>
                <a:ea typeface="Malgun Gothic"/>
                <a:cs typeface="Malgun Gothic"/>
              </a:defRPr>
            </a:lvl7pPr>
            <a:lvl8pPr algn="l">
              <a:defRPr sz="2175" b="1">
                <a:solidFill>
                  <a:srgbClr val="182F49"/>
                </a:solidFill>
                <a:latin typeface="Malgun Gothic"/>
                <a:ea typeface="Malgun Gothic"/>
                <a:cs typeface="Malgun Gothic"/>
              </a:defRPr>
            </a:lvl8pPr>
            <a:lvl9pPr algn="l">
              <a:defRPr sz="2175" b="1">
                <a:solidFill>
                  <a:srgbClr val="182F49"/>
                </a:solidFill>
                <a:latin typeface="Malgun Gothic"/>
                <a:ea typeface="Malgun Gothic"/>
                <a:cs typeface="Malgun Gothic"/>
              </a:defRPr>
            </a:lvl9pPr>
          </a:lstStyle>
          <a:p xmlns:a="http://schemas.openxmlformats.org/drawingml/2006/main">
            <a:pPr algn="l">
              <a:defRPr sz="2175" b="1">
                <a:solidFill>
                  <a:srgbClr val="182F49"/>
                </a:solidFill>
                <a:latin typeface="Malgun Gothic"/>
                <a:ea typeface="Malgun Gothic"/>
                <a:cs typeface="Malgun Gothic"/>
              </a:defRPr>
            </a:pPr>
            <a:r>
              <a:rPr sz="2175" b="1">
                <a:solidFill>
                  <a:srgbClr val="182F49"/>
                </a:solidFill>
                <a:latin typeface="Malgun Gothic"/>
                <a:ea typeface="Malgun Gothic"/>
                <a:cs typeface="Malgun Gothic"/>
              </a:rPr>
              <a:t>신뢰 기반 공공 AI</a:t>
            </a:r>
          </a:p>
        </p:txBody>
      </p:sp>
      <p:sp>
        <p:nvSpPr>
          <p:cNvPr id="28" name="⑤ 공공 AI 영향평가">
            <a:extLst xmlns:a="http://schemas.openxmlformats.org/drawingml/2006/main">
              <a:ext uri="{FF2B5EF4-FFF2-40B4-BE49-F238E27FC236}">
                <a16:creationId xmlns:a16="http://schemas.microsoft.com/office/drawing/2014/main" id="{9985029E-EF3E-42D2-AA17-B40177AFA9EF}"/>
              </a:ext>
            </a:extLst>
          </p:cNvPr>
          <p:cNvSpPr>
            <a:spLocks xmlns:a="http://schemas.openxmlformats.org/drawingml/2006/main" noGrp="1"/>
          </p:cNvSpPr>
          <p:nvPr/>
        </p:nvSpPr>
        <p:spPr>
          <a:xfrm xmlns:a="http://schemas.openxmlformats.org/drawingml/2006/main">
            <a:off x="9010650" y="3695700"/>
            <a:ext cx="2552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725" b="0">
                <a:solidFill>
                  <a:srgbClr val="182F49"/>
                </a:solidFill>
                <a:latin typeface="Malgun Gothic"/>
                <a:ea typeface="Malgun Gothic"/>
                <a:cs typeface="Malgun Gothic"/>
              </a:defRPr>
            </a:defPPr>
            <a:lvl1pPr algn="l">
              <a:defRPr sz="1725" b="0">
                <a:solidFill>
                  <a:srgbClr val="182F49"/>
                </a:solidFill>
                <a:latin typeface="Malgun Gothic"/>
                <a:ea typeface="Malgun Gothic"/>
                <a:cs typeface="Malgun Gothic"/>
              </a:defRPr>
            </a:lvl1pPr>
            <a:lvl2pPr algn="l">
              <a:defRPr sz="1725" b="0">
                <a:solidFill>
                  <a:srgbClr val="182F49"/>
                </a:solidFill>
                <a:latin typeface="Malgun Gothic"/>
                <a:ea typeface="Malgun Gothic"/>
                <a:cs typeface="Malgun Gothic"/>
              </a:defRPr>
            </a:lvl2pPr>
            <a:lvl3pPr algn="l">
              <a:defRPr sz="1725" b="0">
                <a:solidFill>
                  <a:srgbClr val="182F49"/>
                </a:solidFill>
                <a:latin typeface="Malgun Gothic"/>
                <a:ea typeface="Malgun Gothic"/>
                <a:cs typeface="Malgun Gothic"/>
              </a:defRPr>
            </a:lvl3pPr>
            <a:lvl4pPr algn="l">
              <a:defRPr sz="1725" b="0">
                <a:solidFill>
                  <a:srgbClr val="182F49"/>
                </a:solidFill>
                <a:latin typeface="Malgun Gothic"/>
                <a:ea typeface="Malgun Gothic"/>
                <a:cs typeface="Malgun Gothic"/>
              </a:defRPr>
            </a:lvl4pPr>
            <a:lvl5pPr algn="l">
              <a:defRPr sz="1725" b="0">
                <a:solidFill>
                  <a:srgbClr val="182F49"/>
                </a:solidFill>
                <a:latin typeface="Malgun Gothic"/>
                <a:ea typeface="Malgun Gothic"/>
                <a:cs typeface="Malgun Gothic"/>
              </a:defRPr>
            </a:lvl5pPr>
            <a:lvl6pPr algn="l">
              <a:defRPr sz="1725" b="0">
                <a:solidFill>
                  <a:srgbClr val="182F49"/>
                </a:solidFill>
                <a:latin typeface="Malgun Gothic"/>
                <a:ea typeface="Malgun Gothic"/>
                <a:cs typeface="Malgun Gothic"/>
              </a:defRPr>
            </a:lvl6pPr>
            <a:lvl7pPr algn="l">
              <a:defRPr sz="1725" b="0">
                <a:solidFill>
                  <a:srgbClr val="182F49"/>
                </a:solidFill>
                <a:latin typeface="Malgun Gothic"/>
                <a:ea typeface="Malgun Gothic"/>
                <a:cs typeface="Malgun Gothic"/>
              </a:defRPr>
            </a:lvl7pPr>
            <a:lvl8pPr algn="l">
              <a:defRPr sz="1725" b="0">
                <a:solidFill>
                  <a:srgbClr val="182F49"/>
                </a:solidFill>
                <a:latin typeface="Malgun Gothic"/>
                <a:ea typeface="Malgun Gothic"/>
                <a:cs typeface="Malgun Gothic"/>
              </a:defRPr>
            </a:lvl8pPr>
            <a:lvl9pPr algn="l">
              <a:defRPr sz="1725" b="0">
                <a:solidFill>
                  <a:srgbClr val="182F49"/>
                </a:solidFill>
                <a:latin typeface="Malgun Gothic"/>
                <a:ea typeface="Malgun Gothic"/>
                <a:cs typeface="Malgun Gothic"/>
              </a:defRPr>
            </a:lvl9pPr>
          </a:lstStyle>
          <a:p xmlns:a="http://schemas.openxmlformats.org/drawingml/2006/main">
            <a:pPr algn="l">
              <a:defRPr sz="1725" b="0">
                <a:solidFill>
                  <a:srgbClr val="182F49"/>
                </a:solidFill>
                <a:latin typeface="Malgun Gothic"/>
                <a:ea typeface="Malgun Gothic"/>
                <a:cs typeface="Malgun Gothic"/>
              </a:defRPr>
            </a:pPr>
            <a:r>
              <a:rPr sz="1725" b="0">
                <a:solidFill>
                  <a:srgbClr val="182F49"/>
                </a:solidFill>
                <a:latin typeface="Malgun Gothic"/>
                <a:ea typeface="Malgun Gothic"/>
                <a:cs typeface="Malgun Gothic"/>
              </a:rPr>
              <a:t>⑤ 공공 AI 영향평가</a:t>
            </a:r>
          </a:p>
        </p:txBody>
      </p:sp>
      <p:sp>
        <p:nvSpPr>
          <p:cNvPr id="29" name="⑥ 공공 AI 윤리">
            <a:extLst xmlns:a="http://schemas.openxmlformats.org/drawingml/2006/main">
              <a:ext uri="{FF2B5EF4-FFF2-40B4-BE49-F238E27FC236}">
                <a16:creationId xmlns:a16="http://schemas.microsoft.com/office/drawing/2014/main" id="{8972DD54-ECBE-4611-A04A-6E7DD73A7AF3}"/>
              </a:ext>
            </a:extLst>
          </p:cNvPr>
          <p:cNvSpPr>
            <a:spLocks xmlns:a="http://schemas.openxmlformats.org/drawingml/2006/main" noGrp="1"/>
          </p:cNvSpPr>
          <p:nvPr/>
        </p:nvSpPr>
        <p:spPr>
          <a:xfrm xmlns:a="http://schemas.openxmlformats.org/drawingml/2006/main">
            <a:off x="9010650" y="4067175"/>
            <a:ext cx="2552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725" b="0">
                <a:solidFill>
                  <a:srgbClr val="182F49"/>
                </a:solidFill>
                <a:latin typeface="Malgun Gothic"/>
                <a:ea typeface="Malgun Gothic"/>
                <a:cs typeface="Malgun Gothic"/>
              </a:defRPr>
            </a:defPPr>
            <a:lvl1pPr algn="l">
              <a:defRPr sz="1725" b="0">
                <a:solidFill>
                  <a:srgbClr val="182F49"/>
                </a:solidFill>
                <a:latin typeface="Malgun Gothic"/>
                <a:ea typeface="Malgun Gothic"/>
                <a:cs typeface="Malgun Gothic"/>
              </a:defRPr>
            </a:lvl1pPr>
            <a:lvl2pPr algn="l">
              <a:defRPr sz="1725" b="0">
                <a:solidFill>
                  <a:srgbClr val="182F49"/>
                </a:solidFill>
                <a:latin typeface="Malgun Gothic"/>
                <a:ea typeface="Malgun Gothic"/>
                <a:cs typeface="Malgun Gothic"/>
              </a:defRPr>
            </a:lvl2pPr>
            <a:lvl3pPr algn="l">
              <a:defRPr sz="1725" b="0">
                <a:solidFill>
                  <a:srgbClr val="182F49"/>
                </a:solidFill>
                <a:latin typeface="Malgun Gothic"/>
                <a:ea typeface="Malgun Gothic"/>
                <a:cs typeface="Malgun Gothic"/>
              </a:defRPr>
            </a:lvl3pPr>
            <a:lvl4pPr algn="l">
              <a:defRPr sz="1725" b="0">
                <a:solidFill>
                  <a:srgbClr val="182F49"/>
                </a:solidFill>
                <a:latin typeface="Malgun Gothic"/>
                <a:ea typeface="Malgun Gothic"/>
                <a:cs typeface="Malgun Gothic"/>
              </a:defRPr>
            </a:lvl4pPr>
            <a:lvl5pPr algn="l">
              <a:defRPr sz="1725" b="0">
                <a:solidFill>
                  <a:srgbClr val="182F49"/>
                </a:solidFill>
                <a:latin typeface="Malgun Gothic"/>
                <a:ea typeface="Malgun Gothic"/>
                <a:cs typeface="Malgun Gothic"/>
              </a:defRPr>
            </a:lvl5pPr>
            <a:lvl6pPr algn="l">
              <a:defRPr sz="1725" b="0">
                <a:solidFill>
                  <a:srgbClr val="182F49"/>
                </a:solidFill>
                <a:latin typeface="Malgun Gothic"/>
                <a:ea typeface="Malgun Gothic"/>
                <a:cs typeface="Malgun Gothic"/>
              </a:defRPr>
            </a:lvl6pPr>
            <a:lvl7pPr algn="l">
              <a:defRPr sz="1725" b="0">
                <a:solidFill>
                  <a:srgbClr val="182F49"/>
                </a:solidFill>
                <a:latin typeface="Malgun Gothic"/>
                <a:ea typeface="Malgun Gothic"/>
                <a:cs typeface="Malgun Gothic"/>
              </a:defRPr>
            </a:lvl7pPr>
            <a:lvl8pPr algn="l">
              <a:defRPr sz="1725" b="0">
                <a:solidFill>
                  <a:srgbClr val="182F49"/>
                </a:solidFill>
                <a:latin typeface="Malgun Gothic"/>
                <a:ea typeface="Malgun Gothic"/>
                <a:cs typeface="Malgun Gothic"/>
              </a:defRPr>
            </a:lvl8pPr>
            <a:lvl9pPr algn="l">
              <a:defRPr sz="1725" b="0">
                <a:solidFill>
                  <a:srgbClr val="182F49"/>
                </a:solidFill>
                <a:latin typeface="Malgun Gothic"/>
                <a:ea typeface="Malgun Gothic"/>
                <a:cs typeface="Malgun Gothic"/>
              </a:defRPr>
            </a:lvl9pPr>
          </a:lstStyle>
          <a:p xmlns:a="http://schemas.openxmlformats.org/drawingml/2006/main">
            <a:pPr algn="l">
              <a:defRPr sz="1725" b="0">
                <a:solidFill>
                  <a:srgbClr val="182F49"/>
                </a:solidFill>
                <a:latin typeface="Malgun Gothic"/>
                <a:ea typeface="Malgun Gothic"/>
                <a:cs typeface="Malgun Gothic"/>
              </a:defRPr>
            </a:pPr>
            <a:r>
              <a:rPr sz="1725" b="0">
                <a:solidFill>
                  <a:srgbClr val="182F49"/>
                </a:solidFill>
                <a:latin typeface="Malgun Gothic"/>
                <a:ea typeface="Malgun Gothic"/>
                <a:cs typeface="Malgun Gothic"/>
              </a:rPr>
              <a:t>⑥ 공공 AI 윤리</a:t>
            </a:r>
          </a:p>
        </p:txBody>
      </p:sp>
      <p:sp>
        <p:nvSpPr>
          <p:cNvPr id="30" name="⑮ AI·디지털 포용">
            <a:extLst xmlns:a="http://schemas.openxmlformats.org/drawingml/2006/main">
              <a:ext uri="{FF2B5EF4-FFF2-40B4-BE49-F238E27FC236}">
                <a16:creationId xmlns:a16="http://schemas.microsoft.com/office/drawing/2014/main" id="{52D42A71-5A4D-42DA-A530-DBE3AC4F9674}"/>
              </a:ext>
            </a:extLst>
          </p:cNvPr>
          <p:cNvSpPr>
            <a:spLocks xmlns:a="http://schemas.openxmlformats.org/drawingml/2006/main" noGrp="1"/>
          </p:cNvSpPr>
          <p:nvPr/>
        </p:nvSpPr>
        <p:spPr>
          <a:xfrm xmlns:a="http://schemas.openxmlformats.org/drawingml/2006/main">
            <a:off x="9010650" y="4438650"/>
            <a:ext cx="2552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725" b="0">
                <a:solidFill>
                  <a:srgbClr val="182F49"/>
                </a:solidFill>
                <a:latin typeface="Malgun Gothic"/>
                <a:ea typeface="Malgun Gothic"/>
                <a:cs typeface="Malgun Gothic"/>
              </a:defRPr>
            </a:defPPr>
            <a:lvl1pPr algn="l">
              <a:defRPr sz="1725" b="0">
                <a:solidFill>
                  <a:srgbClr val="182F49"/>
                </a:solidFill>
                <a:latin typeface="Malgun Gothic"/>
                <a:ea typeface="Malgun Gothic"/>
                <a:cs typeface="Malgun Gothic"/>
              </a:defRPr>
            </a:lvl1pPr>
            <a:lvl2pPr algn="l">
              <a:defRPr sz="1725" b="0">
                <a:solidFill>
                  <a:srgbClr val="182F49"/>
                </a:solidFill>
                <a:latin typeface="Malgun Gothic"/>
                <a:ea typeface="Malgun Gothic"/>
                <a:cs typeface="Malgun Gothic"/>
              </a:defRPr>
            </a:lvl2pPr>
            <a:lvl3pPr algn="l">
              <a:defRPr sz="1725" b="0">
                <a:solidFill>
                  <a:srgbClr val="182F49"/>
                </a:solidFill>
                <a:latin typeface="Malgun Gothic"/>
                <a:ea typeface="Malgun Gothic"/>
                <a:cs typeface="Malgun Gothic"/>
              </a:defRPr>
            </a:lvl3pPr>
            <a:lvl4pPr algn="l">
              <a:defRPr sz="1725" b="0">
                <a:solidFill>
                  <a:srgbClr val="182F49"/>
                </a:solidFill>
                <a:latin typeface="Malgun Gothic"/>
                <a:ea typeface="Malgun Gothic"/>
                <a:cs typeface="Malgun Gothic"/>
              </a:defRPr>
            </a:lvl4pPr>
            <a:lvl5pPr algn="l">
              <a:defRPr sz="1725" b="0">
                <a:solidFill>
                  <a:srgbClr val="182F49"/>
                </a:solidFill>
                <a:latin typeface="Malgun Gothic"/>
                <a:ea typeface="Malgun Gothic"/>
                <a:cs typeface="Malgun Gothic"/>
              </a:defRPr>
            </a:lvl5pPr>
            <a:lvl6pPr algn="l">
              <a:defRPr sz="1725" b="0">
                <a:solidFill>
                  <a:srgbClr val="182F49"/>
                </a:solidFill>
                <a:latin typeface="Malgun Gothic"/>
                <a:ea typeface="Malgun Gothic"/>
                <a:cs typeface="Malgun Gothic"/>
              </a:defRPr>
            </a:lvl6pPr>
            <a:lvl7pPr algn="l">
              <a:defRPr sz="1725" b="0">
                <a:solidFill>
                  <a:srgbClr val="182F49"/>
                </a:solidFill>
                <a:latin typeface="Malgun Gothic"/>
                <a:ea typeface="Malgun Gothic"/>
                <a:cs typeface="Malgun Gothic"/>
              </a:defRPr>
            </a:lvl7pPr>
            <a:lvl8pPr algn="l">
              <a:defRPr sz="1725" b="0">
                <a:solidFill>
                  <a:srgbClr val="182F49"/>
                </a:solidFill>
                <a:latin typeface="Malgun Gothic"/>
                <a:ea typeface="Malgun Gothic"/>
                <a:cs typeface="Malgun Gothic"/>
              </a:defRPr>
            </a:lvl8pPr>
            <a:lvl9pPr algn="l">
              <a:defRPr sz="1725" b="0">
                <a:solidFill>
                  <a:srgbClr val="182F49"/>
                </a:solidFill>
                <a:latin typeface="Malgun Gothic"/>
                <a:ea typeface="Malgun Gothic"/>
                <a:cs typeface="Malgun Gothic"/>
              </a:defRPr>
            </a:lvl9pPr>
          </a:lstStyle>
          <a:p xmlns:a="http://schemas.openxmlformats.org/drawingml/2006/main">
            <a:pPr algn="l">
              <a:defRPr sz="1725" b="0">
                <a:solidFill>
                  <a:srgbClr val="182F49"/>
                </a:solidFill>
                <a:latin typeface="Malgun Gothic"/>
                <a:ea typeface="Malgun Gothic"/>
                <a:cs typeface="Malgun Gothic"/>
              </a:defRPr>
            </a:pPr>
            <a:r>
              <a:rPr sz="1725" b="0">
                <a:solidFill>
                  <a:srgbClr val="182F49"/>
                </a:solidFill>
                <a:latin typeface="Malgun Gothic"/>
                <a:ea typeface="Malgun Gothic"/>
                <a:cs typeface="Malgun Gothic"/>
              </a:rPr>
              <a:t>⑮ AI·디지털 포용</a:t>
            </a:r>
          </a:p>
        </p:txBody>
      </p:sp>
      <p:sp>
        <p:nvSpPr>
          <p:cNvPr id="31" name="">
            <a:extLst xmlns:a="http://schemas.openxmlformats.org/drawingml/2006/main">
              <a:ext uri="{FF2B5EF4-FFF2-40B4-BE49-F238E27FC236}">
                <a16:creationId xmlns:a16="http://schemas.microsoft.com/office/drawing/2014/main" id="{057055A4-2D2D-4A60-9FC4-8C3A3F034999}"/>
              </a:ext>
            </a:extLst>
          </p:cNvPr>
          <p:cNvSpPr>
            <a:spLocks xmlns:a="http://schemas.openxmlformats.org/drawingml/2006/main" noGrp="1"/>
          </p:cNvSpPr>
          <p:nvPr/>
        </p:nvSpPr>
        <p:spPr>
          <a:xfrm xmlns:a="http://schemas.openxmlformats.org/drawingml/2006/main">
            <a:off x="609600" y="5314950"/>
            <a:ext cx="10972800" cy="0"/>
          </a:xfrm>
          <a:prstGeom xmlns:a="http://schemas.openxmlformats.org/drawingml/2006/main" prst="line">
            <a:avLst/>
          </a:prstGeom>
          <a:noFill xmlns:a="http://schemas.openxmlformats.org/drawingml/2006/main"/>
          <a:ln xmlns:a="http://schemas.openxmlformats.org/drawingml/2006/main" w="19050">
            <a:solidFill>
              <a:srgbClr val="B8DAD5"/>
            </a:solidFill>
            <a:prstDash val="solid"/>
          </a:ln>
        </p:spPr>
      </p:sp>
      <p:sp>
        <p:nvSpPr>
          <p:cNvPr id="32" name="공통 관리체계">
            <a:extLst xmlns:a="http://schemas.openxmlformats.org/drawingml/2006/main">
              <a:ext uri="{FF2B5EF4-FFF2-40B4-BE49-F238E27FC236}">
                <a16:creationId xmlns:a16="http://schemas.microsoft.com/office/drawing/2014/main" id="{5B01EEDA-C6BB-4962-9ED4-09D06321C5E5}"/>
              </a:ext>
            </a:extLst>
          </p:cNvPr>
          <p:cNvSpPr>
            <a:spLocks xmlns:a="http://schemas.openxmlformats.org/drawingml/2006/main" noGrp="1"/>
          </p:cNvSpPr>
          <p:nvPr/>
        </p:nvSpPr>
        <p:spPr>
          <a:xfrm xmlns:a="http://schemas.openxmlformats.org/drawingml/2006/main">
            <a:off x="609600" y="5486400"/>
            <a:ext cx="2000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875" b="1">
                <a:solidFill>
                  <a:srgbClr val="182F49"/>
                </a:solidFill>
                <a:latin typeface="Malgun Gothic"/>
                <a:ea typeface="Malgun Gothic"/>
                <a:cs typeface="Malgun Gothic"/>
              </a:defRPr>
            </a:defPPr>
            <a:lvl1pPr algn="l">
              <a:defRPr sz="1875" b="1">
                <a:solidFill>
                  <a:srgbClr val="182F49"/>
                </a:solidFill>
                <a:latin typeface="Malgun Gothic"/>
                <a:ea typeface="Malgun Gothic"/>
                <a:cs typeface="Malgun Gothic"/>
              </a:defRPr>
            </a:lvl1pPr>
            <a:lvl2pPr algn="l">
              <a:defRPr sz="1875" b="1">
                <a:solidFill>
                  <a:srgbClr val="182F49"/>
                </a:solidFill>
                <a:latin typeface="Malgun Gothic"/>
                <a:ea typeface="Malgun Gothic"/>
                <a:cs typeface="Malgun Gothic"/>
              </a:defRPr>
            </a:lvl2pPr>
            <a:lvl3pPr algn="l">
              <a:defRPr sz="1875" b="1">
                <a:solidFill>
                  <a:srgbClr val="182F49"/>
                </a:solidFill>
                <a:latin typeface="Malgun Gothic"/>
                <a:ea typeface="Malgun Gothic"/>
                <a:cs typeface="Malgun Gothic"/>
              </a:defRPr>
            </a:lvl3pPr>
            <a:lvl4pPr algn="l">
              <a:defRPr sz="1875" b="1">
                <a:solidFill>
                  <a:srgbClr val="182F49"/>
                </a:solidFill>
                <a:latin typeface="Malgun Gothic"/>
                <a:ea typeface="Malgun Gothic"/>
                <a:cs typeface="Malgun Gothic"/>
              </a:defRPr>
            </a:lvl4pPr>
            <a:lvl5pPr algn="l">
              <a:defRPr sz="1875" b="1">
                <a:solidFill>
                  <a:srgbClr val="182F49"/>
                </a:solidFill>
                <a:latin typeface="Malgun Gothic"/>
                <a:ea typeface="Malgun Gothic"/>
                <a:cs typeface="Malgun Gothic"/>
              </a:defRPr>
            </a:lvl5pPr>
            <a:lvl6pPr algn="l">
              <a:defRPr sz="1875" b="1">
                <a:solidFill>
                  <a:srgbClr val="182F49"/>
                </a:solidFill>
                <a:latin typeface="Malgun Gothic"/>
                <a:ea typeface="Malgun Gothic"/>
                <a:cs typeface="Malgun Gothic"/>
              </a:defRPr>
            </a:lvl6pPr>
            <a:lvl7pPr algn="l">
              <a:defRPr sz="1875" b="1">
                <a:solidFill>
                  <a:srgbClr val="182F49"/>
                </a:solidFill>
                <a:latin typeface="Malgun Gothic"/>
                <a:ea typeface="Malgun Gothic"/>
                <a:cs typeface="Malgun Gothic"/>
              </a:defRPr>
            </a:lvl7pPr>
            <a:lvl8pPr algn="l">
              <a:defRPr sz="1875" b="1">
                <a:solidFill>
                  <a:srgbClr val="182F49"/>
                </a:solidFill>
                <a:latin typeface="Malgun Gothic"/>
                <a:ea typeface="Malgun Gothic"/>
                <a:cs typeface="Malgun Gothic"/>
              </a:defRPr>
            </a:lvl8pPr>
            <a:lvl9pPr algn="l">
              <a:defRPr sz="1875" b="1">
                <a:solidFill>
                  <a:srgbClr val="182F49"/>
                </a:solidFill>
                <a:latin typeface="Malgun Gothic"/>
                <a:ea typeface="Malgun Gothic"/>
                <a:cs typeface="Malgun Gothic"/>
              </a:defRPr>
            </a:lvl9pPr>
          </a:lstStyle>
          <a:p xmlns:a="http://schemas.openxmlformats.org/drawingml/2006/main">
            <a:pPr algn="l">
              <a:defRPr sz="1875" b="1">
                <a:solidFill>
                  <a:srgbClr val="182F49"/>
                </a:solidFill>
                <a:latin typeface="Malgun Gothic"/>
                <a:ea typeface="Malgun Gothic"/>
                <a:cs typeface="Malgun Gothic"/>
              </a:defRPr>
            </a:pPr>
            <a:r>
              <a:rPr sz="1875" b="1">
                <a:solidFill>
                  <a:srgbClr val="182F49"/>
                </a:solidFill>
                <a:latin typeface="Malgun Gothic"/>
                <a:ea typeface="Malgun Gothic"/>
                <a:cs typeface="Malgun Gothic"/>
              </a:rPr>
              <a:t>공통 관리체계</a:t>
            </a:r>
          </a:p>
        </p:txBody>
      </p:sp>
      <p:sp>
        <p:nvSpPr>
          <p:cNvPr id="33" name="추진·지원">
            <a:extLst xmlns:a="http://schemas.openxmlformats.org/drawingml/2006/main">
              <a:ext uri="{FF2B5EF4-FFF2-40B4-BE49-F238E27FC236}">
                <a16:creationId xmlns:a16="http://schemas.microsoft.com/office/drawing/2014/main" id="{FC5C2C9A-3C6C-4FD0-889F-E603A9277C11}"/>
              </a:ext>
            </a:extLst>
          </p:cNvPr>
          <p:cNvSpPr>
            <a:spLocks xmlns:a="http://schemas.openxmlformats.org/drawingml/2006/main" noGrp="1"/>
          </p:cNvSpPr>
          <p:nvPr/>
        </p:nvSpPr>
        <p:spPr>
          <a:xfrm xmlns:a="http://schemas.openxmlformats.org/drawingml/2006/main">
            <a:off x="2800350" y="5467350"/>
            <a:ext cx="15716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875" b="1">
                <a:solidFill>
                  <a:srgbClr val="182F49"/>
                </a:solidFill>
                <a:latin typeface="Malgun Gothic"/>
                <a:ea typeface="Malgun Gothic"/>
                <a:cs typeface="Malgun Gothic"/>
              </a:defRPr>
            </a:defPPr>
            <a:lvl1pPr algn="l">
              <a:defRPr sz="1875" b="1">
                <a:solidFill>
                  <a:srgbClr val="182F49"/>
                </a:solidFill>
                <a:latin typeface="Malgun Gothic"/>
                <a:ea typeface="Malgun Gothic"/>
                <a:cs typeface="Malgun Gothic"/>
              </a:defRPr>
            </a:lvl1pPr>
            <a:lvl2pPr algn="l">
              <a:defRPr sz="1875" b="1">
                <a:solidFill>
                  <a:srgbClr val="182F49"/>
                </a:solidFill>
                <a:latin typeface="Malgun Gothic"/>
                <a:ea typeface="Malgun Gothic"/>
                <a:cs typeface="Malgun Gothic"/>
              </a:defRPr>
            </a:lvl2pPr>
            <a:lvl3pPr algn="l">
              <a:defRPr sz="1875" b="1">
                <a:solidFill>
                  <a:srgbClr val="182F49"/>
                </a:solidFill>
                <a:latin typeface="Malgun Gothic"/>
                <a:ea typeface="Malgun Gothic"/>
                <a:cs typeface="Malgun Gothic"/>
              </a:defRPr>
            </a:lvl3pPr>
            <a:lvl4pPr algn="l">
              <a:defRPr sz="1875" b="1">
                <a:solidFill>
                  <a:srgbClr val="182F49"/>
                </a:solidFill>
                <a:latin typeface="Malgun Gothic"/>
                <a:ea typeface="Malgun Gothic"/>
                <a:cs typeface="Malgun Gothic"/>
              </a:defRPr>
            </a:lvl4pPr>
            <a:lvl5pPr algn="l">
              <a:defRPr sz="1875" b="1">
                <a:solidFill>
                  <a:srgbClr val="182F49"/>
                </a:solidFill>
                <a:latin typeface="Malgun Gothic"/>
                <a:ea typeface="Malgun Gothic"/>
                <a:cs typeface="Malgun Gothic"/>
              </a:defRPr>
            </a:lvl5pPr>
            <a:lvl6pPr algn="l">
              <a:defRPr sz="1875" b="1">
                <a:solidFill>
                  <a:srgbClr val="182F49"/>
                </a:solidFill>
                <a:latin typeface="Malgun Gothic"/>
                <a:ea typeface="Malgun Gothic"/>
                <a:cs typeface="Malgun Gothic"/>
              </a:defRPr>
            </a:lvl6pPr>
            <a:lvl7pPr algn="l">
              <a:defRPr sz="1875" b="1">
                <a:solidFill>
                  <a:srgbClr val="182F49"/>
                </a:solidFill>
                <a:latin typeface="Malgun Gothic"/>
                <a:ea typeface="Malgun Gothic"/>
                <a:cs typeface="Malgun Gothic"/>
              </a:defRPr>
            </a:lvl7pPr>
            <a:lvl8pPr algn="l">
              <a:defRPr sz="1875" b="1">
                <a:solidFill>
                  <a:srgbClr val="182F49"/>
                </a:solidFill>
                <a:latin typeface="Malgun Gothic"/>
                <a:ea typeface="Malgun Gothic"/>
                <a:cs typeface="Malgun Gothic"/>
              </a:defRPr>
            </a:lvl8pPr>
            <a:lvl9pPr algn="l">
              <a:defRPr sz="1875" b="1">
                <a:solidFill>
                  <a:srgbClr val="182F49"/>
                </a:solidFill>
                <a:latin typeface="Malgun Gothic"/>
                <a:ea typeface="Malgun Gothic"/>
                <a:cs typeface="Malgun Gothic"/>
              </a:defRPr>
            </a:lvl9pPr>
          </a:lstStyle>
          <a:p xmlns:a="http://schemas.openxmlformats.org/drawingml/2006/main">
            <a:pPr algn="l">
              <a:defRPr sz="1875" b="1">
                <a:solidFill>
                  <a:srgbClr val="182F49"/>
                </a:solidFill>
                <a:latin typeface="Malgun Gothic"/>
                <a:ea typeface="Malgun Gothic"/>
                <a:cs typeface="Malgun Gothic"/>
              </a:defRPr>
            </a:pPr>
            <a:r>
              <a:rPr sz="1875" b="1">
                <a:solidFill>
                  <a:srgbClr val="182F49"/>
                </a:solidFill>
                <a:latin typeface="Malgun Gothic"/>
                <a:ea typeface="Malgun Gothic"/>
                <a:cs typeface="Malgun Gothic"/>
              </a:rPr>
              <a:t>추진·지원</a:t>
            </a:r>
          </a:p>
        </p:txBody>
      </p:sp>
      <p:sp>
        <p:nvSpPr>
          <p:cNvPr id="34" name="⑭ 거버넌스   ⑦ 적극행정·면책">
            <a:extLst xmlns:a="http://schemas.openxmlformats.org/drawingml/2006/main">
              <a:ext uri="{FF2B5EF4-FFF2-40B4-BE49-F238E27FC236}">
                <a16:creationId xmlns:a16="http://schemas.microsoft.com/office/drawing/2014/main" id="{6CE3A1A0-1140-47AB-8DEE-C7CDD71A247D}"/>
              </a:ext>
            </a:extLst>
          </p:cNvPr>
          <p:cNvSpPr>
            <a:spLocks xmlns:a="http://schemas.openxmlformats.org/drawingml/2006/main" noGrp="1"/>
          </p:cNvSpPr>
          <p:nvPr/>
        </p:nvSpPr>
        <p:spPr>
          <a:xfrm xmlns:a="http://schemas.openxmlformats.org/drawingml/2006/main">
            <a:off x="4410075" y="5486400"/>
            <a:ext cx="447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650" b="0">
                <a:solidFill>
                  <a:srgbClr val="182F49"/>
                </a:solidFill>
                <a:latin typeface="Malgun Gothic"/>
                <a:ea typeface="Malgun Gothic"/>
                <a:cs typeface="Malgun Gothic"/>
              </a:defRPr>
            </a:defPPr>
            <a:lvl1pPr algn="l">
              <a:defRPr sz="1650" b="0">
                <a:solidFill>
                  <a:srgbClr val="182F49"/>
                </a:solidFill>
                <a:latin typeface="Malgun Gothic"/>
                <a:ea typeface="Malgun Gothic"/>
                <a:cs typeface="Malgun Gothic"/>
              </a:defRPr>
            </a:lvl1pPr>
            <a:lvl2pPr algn="l">
              <a:defRPr sz="1650" b="0">
                <a:solidFill>
                  <a:srgbClr val="182F49"/>
                </a:solidFill>
                <a:latin typeface="Malgun Gothic"/>
                <a:ea typeface="Malgun Gothic"/>
                <a:cs typeface="Malgun Gothic"/>
              </a:defRPr>
            </a:lvl2pPr>
            <a:lvl3pPr algn="l">
              <a:defRPr sz="1650" b="0">
                <a:solidFill>
                  <a:srgbClr val="182F49"/>
                </a:solidFill>
                <a:latin typeface="Malgun Gothic"/>
                <a:ea typeface="Malgun Gothic"/>
                <a:cs typeface="Malgun Gothic"/>
              </a:defRPr>
            </a:lvl3pPr>
            <a:lvl4pPr algn="l">
              <a:defRPr sz="1650" b="0">
                <a:solidFill>
                  <a:srgbClr val="182F49"/>
                </a:solidFill>
                <a:latin typeface="Malgun Gothic"/>
                <a:ea typeface="Malgun Gothic"/>
                <a:cs typeface="Malgun Gothic"/>
              </a:defRPr>
            </a:lvl4pPr>
            <a:lvl5pPr algn="l">
              <a:defRPr sz="1650" b="0">
                <a:solidFill>
                  <a:srgbClr val="182F49"/>
                </a:solidFill>
                <a:latin typeface="Malgun Gothic"/>
                <a:ea typeface="Malgun Gothic"/>
                <a:cs typeface="Malgun Gothic"/>
              </a:defRPr>
            </a:lvl5pPr>
            <a:lvl6pPr algn="l">
              <a:defRPr sz="1650" b="0">
                <a:solidFill>
                  <a:srgbClr val="182F49"/>
                </a:solidFill>
                <a:latin typeface="Malgun Gothic"/>
                <a:ea typeface="Malgun Gothic"/>
                <a:cs typeface="Malgun Gothic"/>
              </a:defRPr>
            </a:lvl6pPr>
            <a:lvl7pPr algn="l">
              <a:defRPr sz="1650" b="0">
                <a:solidFill>
                  <a:srgbClr val="182F49"/>
                </a:solidFill>
                <a:latin typeface="Malgun Gothic"/>
                <a:ea typeface="Malgun Gothic"/>
                <a:cs typeface="Malgun Gothic"/>
              </a:defRPr>
            </a:lvl7pPr>
            <a:lvl8pPr algn="l">
              <a:defRPr sz="1650" b="0">
                <a:solidFill>
                  <a:srgbClr val="182F49"/>
                </a:solidFill>
                <a:latin typeface="Malgun Gothic"/>
                <a:ea typeface="Malgun Gothic"/>
                <a:cs typeface="Malgun Gothic"/>
              </a:defRPr>
            </a:lvl8pPr>
            <a:lvl9pPr algn="l">
              <a:defRPr sz="1650" b="0">
                <a:solidFill>
                  <a:srgbClr val="182F49"/>
                </a:solidFill>
                <a:latin typeface="Malgun Gothic"/>
                <a:ea typeface="Malgun Gothic"/>
                <a:cs typeface="Malgun Gothic"/>
              </a:defRPr>
            </a:lvl9pPr>
          </a:lstStyle>
          <a:p xmlns:a="http://schemas.openxmlformats.org/drawingml/2006/main">
            <a:pPr algn="l">
              <a:defRPr sz="1650" b="0">
                <a:solidFill>
                  <a:srgbClr val="182F49"/>
                </a:solidFill>
                <a:latin typeface="Malgun Gothic"/>
                <a:ea typeface="Malgun Gothic"/>
                <a:cs typeface="Malgun Gothic"/>
              </a:defRPr>
            </a:pPr>
            <a:r>
              <a:rPr sz="1650" b="0">
                <a:solidFill>
                  <a:srgbClr val="182F49"/>
                </a:solidFill>
                <a:latin typeface="Malgun Gothic"/>
                <a:ea typeface="Malgun Gothic"/>
                <a:cs typeface="Malgun Gothic"/>
              </a:rPr>
              <a:t>⑭ 거버넌스   ⑦ 적극행정·면책</a:t>
            </a:r>
          </a:p>
        </p:txBody>
      </p:sp>
      <p:sp>
        <p:nvSpPr>
          <p:cNvPr id="35" name="성과관리">
            <a:extLst xmlns:a="http://schemas.openxmlformats.org/drawingml/2006/main">
              <a:ext uri="{FF2B5EF4-FFF2-40B4-BE49-F238E27FC236}">
                <a16:creationId xmlns:a16="http://schemas.microsoft.com/office/drawing/2014/main" id="{23AFA538-167B-448E-9802-3A67B11A1281}"/>
              </a:ext>
            </a:extLst>
          </p:cNvPr>
          <p:cNvSpPr>
            <a:spLocks xmlns:a="http://schemas.openxmlformats.org/drawingml/2006/main" noGrp="1"/>
          </p:cNvSpPr>
          <p:nvPr/>
        </p:nvSpPr>
        <p:spPr>
          <a:xfrm xmlns:a="http://schemas.openxmlformats.org/drawingml/2006/main">
            <a:off x="2800350" y="5867400"/>
            <a:ext cx="1571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875" b="1">
                <a:solidFill>
                  <a:srgbClr val="182F49"/>
                </a:solidFill>
                <a:latin typeface="Malgun Gothic"/>
                <a:ea typeface="Malgun Gothic"/>
                <a:cs typeface="Malgun Gothic"/>
              </a:defRPr>
            </a:defPPr>
            <a:lvl1pPr algn="l">
              <a:defRPr sz="1875" b="1">
                <a:solidFill>
                  <a:srgbClr val="182F49"/>
                </a:solidFill>
                <a:latin typeface="Malgun Gothic"/>
                <a:ea typeface="Malgun Gothic"/>
                <a:cs typeface="Malgun Gothic"/>
              </a:defRPr>
            </a:lvl1pPr>
            <a:lvl2pPr algn="l">
              <a:defRPr sz="1875" b="1">
                <a:solidFill>
                  <a:srgbClr val="182F49"/>
                </a:solidFill>
                <a:latin typeface="Malgun Gothic"/>
                <a:ea typeface="Malgun Gothic"/>
                <a:cs typeface="Malgun Gothic"/>
              </a:defRPr>
            </a:lvl2pPr>
            <a:lvl3pPr algn="l">
              <a:defRPr sz="1875" b="1">
                <a:solidFill>
                  <a:srgbClr val="182F49"/>
                </a:solidFill>
                <a:latin typeface="Malgun Gothic"/>
                <a:ea typeface="Malgun Gothic"/>
                <a:cs typeface="Malgun Gothic"/>
              </a:defRPr>
            </a:lvl3pPr>
            <a:lvl4pPr algn="l">
              <a:defRPr sz="1875" b="1">
                <a:solidFill>
                  <a:srgbClr val="182F49"/>
                </a:solidFill>
                <a:latin typeface="Malgun Gothic"/>
                <a:ea typeface="Malgun Gothic"/>
                <a:cs typeface="Malgun Gothic"/>
              </a:defRPr>
            </a:lvl4pPr>
            <a:lvl5pPr algn="l">
              <a:defRPr sz="1875" b="1">
                <a:solidFill>
                  <a:srgbClr val="182F49"/>
                </a:solidFill>
                <a:latin typeface="Malgun Gothic"/>
                <a:ea typeface="Malgun Gothic"/>
                <a:cs typeface="Malgun Gothic"/>
              </a:defRPr>
            </a:lvl5pPr>
            <a:lvl6pPr algn="l">
              <a:defRPr sz="1875" b="1">
                <a:solidFill>
                  <a:srgbClr val="182F49"/>
                </a:solidFill>
                <a:latin typeface="Malgun Gothic"/>
                <a:ea typeface="Malgun Gothic"/>
                <a:cs typeface="Malgun Gothic"/>
              </a:defRPr>
            </a:lvl6pPr>
            <a:lvl7pPr algn="l">
              <a:defRPr sz="1875" b="1">
                <a:solidFill>
                  <a:srgbClr val="182F49"/>
                </a:solidFill>
                <a:latin typeface="Malgun Gothic"/>
                <a:ea typeface="Malgun Gothic"/>
                <a:cs typeface="Malgun Gothic"/>
              </a:defRPr>
            </a:lvl7pPr>
            <a:lvl8pPr algn="l">
              <a:defRPr sz="1875" b="1">
                <a:solidFill>
                  <a:srgbClr val="182F49"/>
                </a:solidFill>
                <a:latin typeface="Malgun Gothic"/>
                <a:ea typeface="Malgun Gothic"/>
                <a:cs typeface="Malgun Gothic"/>
              </a:defRPr>
            </a:lvl8pPr>
            <a:lvl9pPr algn="l">
              <a:defRPr sz="1875" b="1">
                <a:solidFill>
                  <a:srgbClr val="182F49"/>
                </a:solidFill>
                <a:latin typeface="Malgun Gothic"/>
                <a:ea typeface="Malgun Gothic"/>
                <a:cs typeface="Malgun Gothic"/>
              </a:defRPr>
            </a:lvl9pPr>
          </a:lstStyle>
          <a:p xmlns:a="http://schemas.openxmlformats.org/drawingml/2006/main">
            <a:pPr algn="l">
              <a:defRPr sz="1875" b="1">
                <a:solidFill>
                  <a:srgbClr val="182F49"/>
                </a:solidFill>
                <a:latin typeface="Malgun Gothic"/>
                <a:ea typeface="Malgun Gothic"/>
                <a:cs typeface="Malgun Gothic"/>
              </a:defRPr>
            </a:pPr>
            <a:r>
              <a:rPr sz="1875" b="1">
                <a:solidFill>
                  <a:srgbClr val="182F49"/>
                </a:solidFill>
                <a:latin typeface="Malgun Gothic"/>
                <a:ea typeface="Malgun Gothic"/>
                <a:cs typeface="Malgun Gothic"/>
              </a:rPr>
              <a:t>성과관리</a:t>
            </a:r>
          </a:p>
        </p:txBody>
      </p:sp>
      <p:sp>
        <p:nvSpPr>
          <p:cNvPr id="36" name="⑧ 공공AX 성과평가">
            <a:extLst xmlns:a="http://schemas.openxmlformats.org/drawingml/2006/main">
              <a:ext uri="{FF2B5EF4-FFF2-40B4-BE49-F238E27FC236}">
                <a16:creationId xmlns:a16="http://schemas.microsoft.com/office/drawing/2014/main" id="{07F0063C-C477-446E-9707-E25A19A00DEF}"/>
              </a:ext>
            </a:extLst>
          </p:cNvPr>
          <p:cNvSpPr>
            <a:spLocks xmlns:a="http://schemas.openxmlformats.org/drawingml/2006/main" noGrp="1"/>
          </p:cNvSpPr>
          <p:nvPr/>
        </p:nvSpPr>
        <p:spPr>
          <a:xfrm xmlns:a="http://schemas.openxmlformats.org/drawingml/2006/main">
            <a:off x="4410075" y="5867400"/>
            <a:ext cx="4286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650" b="0">
                <a:solidFill>
                  <a:srgbClr val="182F49"/>
                </a:solidFill>
                <a:latin typeface="Malgun Gothic"/>
                <a:ea typeface="Malgun Gothic"/>
                <a:cs typeface="Malgun Gothic"/>
              </a:defRPr>
            </a:defPPr>
            <a:lvl1pPr algn="l">
              <a:defRPr sz="1650" b="0">
                <a:solidFill>
                  <a:srgbClr val="182F49"/>
                </a:solidFill>
                <a:latin typeface="Malgun Gothic"/>
                <a:ea typeface="Malgun Gothic"/>
                <a:cs typeface="Malgun Gothic"/>
              </a:defRPr>
            </a:lvl1pPr>
            <a:lvl2pPr algn="l">
              <a:defRPr sz="1650" b="0">
                <a:solidFill>
                  <a:srgbClr val="182F49"/>
                </a:solidFill>
                <a:latin typeface="Malgun Gothic"/>
                <a:ea typeface="Malgun Gothic"/>
                <a:cs typeface="Malgun Gothic"/>
              </a:defRPr>
            </a:lvl2pPr>
            <a:lvl3pPr algn="l">
              <a:defRPr sz="1650" b="0">
                <a:solidFill>
                  <a:srgbClr val="182F49"/>
                </a:solidFill>
                <a:latin typeface="Malgun Gothic"/>
                <a:ea typeface="Malgun Gothic"/>
                <a:cs typeface="Malgun Gothic"/>
              </a:defRPr>
            </a:lvl3pPr>
            <a:lvl4pPr algn="l">
              <a:defRPr sz="1650" b="0">
                <a:solidFill>
                  <a:srgbClr val="182F49"/>
                </a:solidFill>
                <a:latin typeface="Malgun Gothic"/>
                <a:ea typeface="Malgun Gothic"/>
                <a:cs typeface="Malgun Gothic"/>
              </a:defRPr>
            </a:lvl4pPr>
            <a:lvl5pPr algn="l">
              <a:defRPr sz="1650" b="0">
                <a:solidFill>
                  <a:srgbClr val="182F49"/>
                </a:solidFill>
                <a:latin typeface="Malgun Gothic"/>
                <a:ea typeface="Malgun Gothic"/>
                <a:cs typeface="Malgun Gothic"/>
              </a:defRPr>
            </a:lvl5pPr>
            <a:lvl6pPr algn="l">
              <a:defRPr sz="1650" b="0">
                <a:solidFill>
                  <a:srgbClr val="182F49"/>
                </a:solidFill>
                <a:latin typeface="Malgun Gothic"/>
                <a:ea typeface="Malgun Gothic"/>
                <a:cs typeface="Malgun Gothic"/>
              </a:defRPr>
            </a:lvl6pPr>
            <a:lvl7pPr algn="l">
              <a:defRPr sz="1650" b="0">
                <a:solidFill>
                  <a:srgbClr val="182F49"/>
                </a:solidFill>
                <a:latin typeface="Malgun Gothic"/>
                <a:ea typeface="Malgun Gothic"/>
                <a:cs typeface="Malgun Gothic"/>
              </a:defRPr>
            </a:lvl7pPr>
            <a:lvl8pPr algn="l">
              <a:defRPr sz="1650" b="0">
                <a:solidFill>
                  <a:srgbClr val="182F49"/>
                </a:solidFill>
                <a:latin typeface="Malgun Gothic"/>
                <a:ea typeface="Malgun Gothic"/>
                <a:cs typeface="Malgun Gothic"/>
              </a:defRPr>
            </a:lvl8pPr>
            <a:lvl9pPr algn="l">
              <a:defRPr sz="1650" b="0">
                <a:solidFill>
                  <a:srgbClr val="182F49"/>
                </a:solidFill>
                <a:latin typeface="Malgun Gothic"/>
                <a:ea typeface="Malgun Gothic"/>
                <a:cs typeface="Malgun Gothic"/>
              </a:defRPr>
            </a:lvl9pPr>
          </a:lstStyle>
          <a:p xmlns:a="http://schemas.openxmlformats.org/drawingml/2006/main">
            <a:pPr algn="l">
              <a:defRPr sz="1650" b="0">
                <a:solidFill>
                  <a:srgbClr val="182F49"/>
                </a:solidFill>
                <a:latin typeface="Malgun Gothic"/>
                <a:ea typeface="Malgun Gothic"/>
                <a:cs typeface="Malgun Gothic"/>
              </a:defRPr>
            </a:pPr>
            <a:r>
              <a:rPr sz="1650" b="0">
                <a:solidFill>
                  <a:srgbClr val="182F49"/>
                </a:solidFill>
                <a:latin typeface="Malgun Gothic"/>
                <a:ea typeface="Malgun Gothic"/>
                <a:cs typeface="Malgun Gothic"/>
              </a:rPr>
              <a:t>⑧ 공공AX 성과평가</a:t>
            </a:r>
          </a:p>
        </p:txBody>
      </p:sp>
      <p:sp>
        <p:nvSpPr>
          <p:cNvPr id="37" name="행동계획의 15개 과제를 발표 목적에 맞게 발표자가 재구성">
            <a:extLst xmlns:a="http://schemas.openxmlformats.org/drawingml/2006/main">
              <a:ext uri="{FF2B5EF4-FFF2-40B4-BE49-F238E27FC236}">
                <a16:creationId xmlns:a16="http://schemas.microsoft.com/office/drawing/2014/main" id="{7D9616E3-99A4-432F-946C-70A072124DC2}"/>
              </a:ext>
            </a:extLst>
          </p:cNvPr>
          <p:cNvSpPr>
            <a:spLocks xmlns:a="http://schemas.openxmlformats.org/drawingml/2006/main" noGrp="1"/>
          </p:cNvSpPr>
          <p:nvPr/>
        </p:nvSpPr>
        <p:spPr>
          <a:xfrm xmlns:a="http://schemas.openxmlformats.org/drawingml/2006/main">
            <a:off x="609600" y="6315075"/>
            <a:ext cx="10001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200" b="0">
                <a:solidFill>
                  <a:srgbClr val="5D7183"/>
                </a:solidFill>
                <a:latin typeface="Malgun Gothic"/>
                <a:ea typeface="Malgun Gothic"/>
                <a:cs typeface="Malgun Gothic"/>
              </a:defRPr>
            </a:defPPr>
            <a:lvl1pPr algn="l">
              <a:defRPr sz="1200" b="0">
                <a:solidFill>
                  <a:srgbClr val="5D7183"/>
                </a:solidFill>
                <a:latin typeface="Malgun Gothic"/>
                <a:ea typeface="Malgun Gothic"/>
                <a:cs typeface="Malgun Gothic"/>
              </a:defRPr>
            </a:lvl1pPr>
            <a:lvl2pPr algn="l">
              <a:defRPr sz="1200" b="0">
                <a:solidFill>
                  <a:srgbClr val="5D7183"/>
                </a:solidFill>
                <a:latin typeface="Malgun Gothic"/>
                <a:ea typeface="Malgun Gothic"/>
                <a:cs typeface="Malgun Gothic"/>
              </a:defRPr>
            </a:lvl2pPr>
            <a:lvl3pPr algn="l">
              <a:defRPr sz="1200" b="0">
                <a:solidFill>
                  <a:srgbClr val="5D7183"/>
                </a:solidFill>
                <a:latin typeface="Malgun Gothic"/>
                <a:ea typeface="Malgun Gothic"/>
                <a:cs typeface="Malgun Gothic"/>
              </a:defRPr>
            </a:lvl3pPr>
            <a:lvl4pPr algn="l">
              <a:defRPr sz="1200" b="0">
                <a:solidFill>
                  <a:srgbClr val="5D7183"/>
                </a:solidFill>
                <a:latin typeface="Malgun Gothic"/>
                <a:ea typeface="Malgun Gothic"/>
                <a:cs typeface="Malgun Gothic"/>
              </a:defRPr>
            </a:lvl4pPr>
            <a:lvl5pPr algn="l">
              <a:defRPr sz="1200" b="0">
                <a:solidFill>
                  <a:srgbClr val="5D7183"/>
                </a:solidFill>
                <a:latin typeface="Malgun Gothic"/>
                <a:ea typeface="Malgun Gothic"/>
                <a:cs typeface="Malgun Gothic"/>
              </a:defRPr>
            </a:lvl5pPr>
            <a:lvl6pPr algn="l">
              <a:defRPr sz="1200" b="0">
                <a:solidFill>
                  <a:srgbClr val="5D7183"/>
                </a:solidFill>
                <a:latin typeface="Malgun Gothic"/>
                <a:ea typeface="Malgun Gothic"/>
                <a:cs typeface="Malgun Gothic"/>
              </a:defRPr>
            </a:lvl6pPr>
            <a:lvl7pPr algn="l">
              <a:defRPr sz="1200" b="0">
                <a:solidFill>
                  <a:srgbClr val="5D7183"/>
                </a:solidFill>
                <a:latin typeface="Malgun Gothic"/>
                <a:ea typeface="Malgun Gothic"/>
                <a:cs typeface="Malgun Gothic"/>
              </a:defRPr>
            </a:lvl7pPr>
            <a:lvl8pPr algn="l">
              <a:defRPr sz="1200" b="0">
                <a:solidFill>
                  <a:srgbClr val="5D7183"/>
                </a:solidFill>
                <a:latin typeface="Malgun Gothic"/>
                <a:ea typeface="Malgun Gothic"/>
                <a:cs typeface="Malgun Gothic"/>
              </a:defRPr>
            </a:lvl8pPr>
            <a:lvl9pPr algn="l">
              <a:defRPr sz="1200" b="0">
                <a:solidFill>
                  <a:srgbClr val="5D7183"/>
                </a:solidFill>
                <a:latin typeface="Malgun Gothic"/>
                <a:ea typeface="Malgun Gothic"/>
                <a:cs typeface="Malgun Gothic"/>
              </a:defRPr>
            </a:lvl9pPr>
          </a:lstStyle>
          <a:p xmlns:a="http://schemas.openxmlformats.org/drawingml/2006/main">
            <a:pPr algn="l">
              <a:defRPr sz="1200" b="0">
                <a:solidFill>
                  <a:srgbClr val="5D7183"/>
                </a:solidFill>
                <a:latin typeface="Malgun Gothic"/>
                <a:ea typeface="Malgun Gothic"/>
                <a:cs typeface="Malgun Gothic"/>
              </a:defRPr>
            </a:pPr>
            <a:r>
              <a:rPr sz="1200" b="0">
                <a:solidFill>
                  <a:srgbClr val="5D7183"/>
                </a:solidFill>
                <a:latin typeface="Malgun Gothic"/>
                <a:ea typeface="Malgun Gothic"/>
                <a:cs typeface="Malgun Gothic"/>
              </a:rPr>
              <a:t>행동계획의 15개 과제를 발표 목적에 맞게 발표자가 재구성</a:t>
            </a:r>
          </a:p>
        </p:txBody>
      </p:sp>
    </p:spTree>
    <p:extLst>
      <p:ext uri="{BB962C8B-B14F-4D97-AF65-F5344CB8AC3E}">
        <p14:creationId xmlns:p14="http://schemas.microsoft.com/office/powerpoint/2010/main" val="70203880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0" name="">
            <a:extLst xmlns:a="http://schemas.openxmlformats.org/drawingml/2006/main">
              <a:ext uri="{FF2B5EF4-FFF2-40B4-BE49-F238E27FC236}">
                <a16:creationId xmlns:a16="http://schemas.microsoft.com/office/drawing/2014/main" id="{202AA0FA-31D0-4608-A522-DF7D2BB82738}"/>
              </a:ext>
            </a:extLst>
          </p:cNvPr>
          <p:cNvPicPr>
            <a:picLocks xmlns:a="http://schemas.openxmlformats.org/drawingml/2006/main" noChangeAspect="1"/>
          </p:cNvPicPr>
          <p:nvPr/>
        </p:nvPicPr>
        <p:blipFill>
          <a:blip xmlns:r="http://schemas.openxmlformats.org/officeDocument/2006/relationships" xmlns:a="http://schemas.openxmlformats.org/drawingml/2006/main" r:embed="R5a2347e4817e48d9"/>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AI 기반 행정업무 혁신">
            <a:extLst xmlns:a="http://schemas.openxmlformats.org/drawingml/2006/main">
              <a:ext uri="{FF2B5EF4-FFF2-40B4-BE49-F238E27FC236}">
                <a16:creationId xmlns:a16="http://schemas.microsoft.com/office/drawing/2014/main" id="{F338878A-0DB9-4BA0-9D7F-8805D062D076}"/>
              </a:ext>
            </a:extLst>
          </p:cNvPr>
          <p:cNvSpPr>
            <a:spLocks xmlns:a="http://schemas.openxmlformats.org/drawingml/2006/main" noGrp="1"/>
          </p:cNvSpPr>
          <p:nvPr/>
        </p:nvSpPr>
        <p:spPr>
          <a:xfrm xmlns:a="http://schemas.openxmlformats.org/drawingml/2006/main">
            <a:off x="609600" y="45720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150" b="1">
                <a:solidFill>
                  <a:srgbClr val="182F49"/>
                </a:solidFill>
                <a:latin typeface="Malgun Gothic"/>
                <a:ea typeface="Malgun Gothic"/>
                <a:cs typeface="Malgun Gothic"/>
              </a:defRPr>
            </a:defPPr>
            <a:lvl1pPr algn="l">
              <a:defRPr sz="3150" b="1">
                <a:solidFill>
                  <a:srgbClr val="182F49"/>
                </a:solidFill>
                <a:latin typeface="Malgun Gothic"/>
                <a:ea typeface="Malgun Gothic"/>
                <a:cs typeface="Malgun Gothic"/>
              </a:defRPr>
            </a:lvl1pPr>
            <a:lvl2pPr algn="l">
              <a:defRPr sz="3150" b="1">
                <a:solidFill>
                  <a:srgbClr val="182F49"/>
                </a:solidFill>
                <a:latin typeface="Malgun Gothic"/>
                <a:ea typeface="Malgun Gothic"/>
                <a:cs typeface="Malgun Gothic"/>
              </a:defRPr>
            </a:lvl2pPr>
            <a:lvl3pPr algn="l">
              <a:defRPr sz="3150" b="1">
                <a:solidFill>
                  <a:srgbClr val="182F49"/>
                </a:solidFill>
                <a:latin typeface="Malgun Gothic"/>
                <a:ea typeface="Malgun Gothic"/>
                <a:cs typeface="Malgun Gothic"/>
              </a:defRPr>
            </a:lvl3pPr>
            <a:lvl4pPr algn="l">
              <a:defRPr sz="3150" b="1">
                <a:solidFill>
                  <a:srgbClr val="182F49"/>
                </a:solidFill>
                <a:latin typeface="Malgun Gothic"/>
                <a:ea typeface="Malgun Gothic"/>
                <a:cs typeface="Malgun Gothic"/>
              </a:defRPr>
            </a:lvl4pPr>
            <a:lvl5pPr algn="l">
              <a:defRPr sz="3150" b="1">
                <a:solidFill>
                  <a:srgbClr val="182F49"/>
                </a:solidFill>
                <a:latin typeface="Malgun Gothic"/>
                <a:ea typeface="Malgun Gothic"/>
                <a:cs typeface="Malgun Gothic"/>
              </a:defRPr>
            </a:lvl5pPr>
            <a:lvl6pPr algn="l">
              <a:defRPr sz="3150" b="1">
                <a:solidFill>
                  <a:srgbClr val="182F49"/>
                </a:solidFill>
                <a:latin typeface="Malgun Gothic"/>
                <a:ea typeface="Malgun Gothic"/>
                <a:cs typeface="Malgun Gothic"/>
              </a:defRPr>
            </a:lvl6pPr>
            <a:lvl7pPr algn="l">
              <a:defRPr sz="3150" b="1">
                <a:solidFill>
                  <a:srgbClr val="182F49"/>
                </a:solidFill>
                <a:latin typeface="Malgun Gothic"/>
                <a:ea typeface="Malgun Gothic"/>
                <a:cs typeface="Malgun Gothic"/>
              </a:defRPr>
            </a:lvl7pPr>
            <a:lvl8pPr algn="l">
              <a:defRPr sz="3150" b="1">
                <a:solidFill>
                  <a:srgbClr val="182F49"/>
                </a:solidFill>
                <a:latin typeface="Malgun Gothic"/>
                <a:ea typeface="Malgun Gothic"/>
                <a:cs typeface="Malgun Gothic"/>
              </a:defRPr>
            </a:lvl8pPr>
            <a:lvl9pPr algn="l">
              <a:defRPr sz="3150" b="1">
                <a:solidFill>
                  <a:srgbClr val="182F49"/>
                </a:solidFill>
                <a:latin typeface="Malgun Gothic"/>
                <a:ea typeface="Malgun Gothic"/>
                <a:cs typeface="Malgun Gothic"/>
              </a:defRPr>
            </a:lvl9pPr>
          </a:lstStyle>
          <a:p xmlns:a="http://schemas.openxmlformats.org/drawingml/2006/main">
            <a:pPr algn="l">
              <a:defRPr sz="3150" b="1">
                <a:solidFill>
                  <a:srgbClr val="182F49"/>
                </a:solidFill>
                <a:latin typeface="Malgun Gothic"/>
                <a:ea typeface="Malgun Gothic"/>
                <a:cs typeface="Malgun Gothic"/>
              </a:defRPr>
            </a:pPr>
            <a:r>
              <a:rPr sz="3150" b="1">
                <a:solidFill>
                  <a:srgbClr val="182F49"/>
                </a:solidFill>
                <a:latin typeface="Malgun Gothic"/>
                <a:ea typeface="Malgun Gothic"/>
                <a:cs typeface="Malgun Gothic"/>
              </a:rPr>
              <a:t>AI 기반 행정업무 혁신</a:t>
            </a:r>
          </a:p>
        </p:txBody>
      </p:sp>
      <p:sp>
        <p:nvSpPr>
          <p:cNvPr id="3" name="05">
            <a:extLst xmlns:a="http://schemas.openxmlformats.org/drawingml/2006/main">
              <a:ext uri="{FF2B5EF4-FFF2-40B4-BE49-F238E27FC236}">
                <a16:creationId xmlns:a16="http://schemas.microsoft.com/office/drawing/2014/main" id="{18D1B8FA-1BE8-4973-834F-E145226988AC}"/>
              </a:ext>
            </a:extLst>
          </p:cNvPr>
          <p:cNvSpPr>
            <a:spLocks xmlns:a="http://schemas.openxmlformats.org/drawingml/2006/main" noGrp="1"/>
          </p:cNvSpPr>
          <p:nvPr/>
        </p:nvSpPr>
        <p:spPr>
          <a:xfrm xmlns:a="http://schemas.openxmlformats.org/drawingml/2006/main">
            <a:off x="11049000" y="626745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350" b="0">
                <a:solidFill>
                  <a:srgbClr val="5D7183"/>
                </a:solidFill>
                <a:latin typeface="Malgun Gothic"/>
                <a:ea typeface="Malgun Gothic"/>
                <a:cs typeface="Malgun Gothic"/>
              </a:defRPr>
            </a:defPPr>
            <a:lvl1pPr algn="r">
              <a:defRPr sz="1350" b="0">
                <a:solidFill>
                  <a:srgbClr val="5D7183"/>
                </a:solidFill>
                <a:latin typeface="Malgun Gothic"/>
                <a:ea typeface="Malgun Gothic"/>
                <a:cs typeface="Malgun Gothic"/>
              </a:defRPr>
            </a:lvl1pPr>
            <a:lvl2pPr algn="r">
              <a:defRPr sz="1350" b="0">
                <a:solidFill>
                  <a:srgbClr val="5D7183"/>
                </a:solidFill>
                <a:latin typeface="Malgun Gothic"/>
                <a:ea typeface="Malgun Gothic"/>
                <a:cs typeface="Malgun Gothic"/>
              </a:defRPr>
            </a:lvl2pPr>
            <a:lvl3pPr algn="r">
              <a:defRPr sz="1350" b="0">
                <a:solidFill>
                  <a:srgbClr val="5D7183"/>
                </a:solidFill>
                <a:latin typeface="Malgun Gothic"/>
                <a:ea typeface="Malgun Gothic"/>
                <a:cs typeface="Malgun Gothic"/>
              </a:defRPr>
            </a:lvl3pPr>
            <a:lvl4pPr algn="r">
              <a:defRPr sz="1350" b="0">
                <a:solidFill>
                  <a:srgbClr val="5D7183"/>
                </a:solidFill>
                <a:latin typeface="Malgun Gothic"/>
                <a:ea typeface="Malgun Gothic"/>
                <a:cs typeface="Malgun Gothic"/>
              </a:defRPr>
            </a:lvl4pPr>
            <a:lvl5pPr algn="r">
              <a:defRPr sz="1350" b="0">
                <a:solidFill>
                  <a:srgbClr val="5D7183"/>
                </a:solidFill>
                <a:latin typeface="Malgun Gothic"/>
                <a:ea typeface="Malgun Gothic"/>
                <a:cs typeface="Malgun Gothic"/>
              </a:defRPr>
            </a:lvl5pPr>
            <a:lvl6pPr algn="r">
              <a:defRPr sz="1350" b="0">
                <a:solidFill>
                  <a:srgbClr val="5D7183"/>
                </a:solidFill>
                <a:latin typeface="Malgun Gothic"/>
                <a:ea typeface="Malgun Gothic"/>
                <a:cs typeface="Malgun Gothic"/>
              </a:defRPr>
            </a:lvl6pPr>
            <a:lvl7pPr algn="r">
              <a:defRPr sz="1350" b="0">
                <a:solidFill>
                  <a:srgbClr val="5D7183"/>
                </a:solidFill>
                <a:latin typeface="Malgun Gothic"/>
                <a:ea typeface="Malgun Gothic"/>
                <a:cs typeface="Malgun Gothic"/>
              </a:defRPr>
            </a:lvl7pPr>
            <a:lvl8pPr algn="r">
              <a:defRPr sz="1350" b="0">
                <a:solidFill>
                  <a:srgbClr val="5D7183"/>
                </a:solidFill>
                <a:latin typeface="Malgun Gothic"/>
                <a:ea typeface="Malgun Gothic"/>
                <a:cs typeface="Malgun Gothic"/>
              </a:defRPr>
            </a:lvl8pPr>
            <a:lvl9pPr algn="r">
              <a:defRPr sz="1350" b="0">
                <a:solidFill>
                  <a:srgbClr val="5D7183"/>
                </a:solidFill>
                <a:latin typeface="Malgun Gothic"/>
                <a:ea typeface="Malgun Gothic"/>
                <a:cs typeface="Malgun Gothic"/>
              </a:defRPr>
            </a:lvl9pPr>
          </a:lstStyle>
          <a:p xmlns:a="http://schemas.openxmlformats.org/drawingml/2006/main">
            <a:pPr algn="r">
              <a:defRPr sz="1350" b="0">
                <a:solidFill>
                  <a:srgbClr val="5D7183"/>
                </a:solidFill>
                <a:latin typeface="Malgun Gothic"/>
                <a:ea typeface="Malgun Gothic"/>
                <a:cs typeface="Malgun Gothic"/>
              </a:defRPr>
            </a:pPr>
            <a:r>
              <a:rPr sz="1350" b="0">
                <a:solidFill>
                  <a:srgbClr val="5D7183"/>
                </a:solidFill>
                <a:latin typeface="Malgun Gothic"/>
                <a:ea typeface="Malgun Gothic"/>
                <a:cs typeface="Malgun Gothic"/>
              </a:rPr>
              <a:t>05</a:t>
            </a:r>
          </a:p>
        </p:txBody>
      </p:sp>
      <p:sp>
        <p:nvSpPr>
          <p:cNvPr id="4" name="전략목표 1">
            <a:extLst xmlns:a="http://schemas.openxmlformats.org/drawingml/2006/main">
              <a:ext uri="{FF2B5EF4-FFF2-40B4-BE49-F238E27FC236}">
                <a16:creationId xmlns:a16="http://schemas.microsoft.com/office/drawing/2014/main" id="{84FCADC6-1D4A-49DF-B937-66E4639D24E9}"/>
              </a:ext>
            </a:extLst>
          </p:cNvPr>
          <p:cNvSpPr>
            <a:spLocks xmlns:a="http://schemas.openxmlformats.org/drawingml/2006/main" noGrp="1"/>
          </p:cNvSpPr>
          <p:nvPr/>
        </p:nvSpPr>
        <p:spPr>
          <a:xfrm xmlns:a="http://schemas.openxmlformats.org/drawingml/2006/main">
            <a:off x="609600" y="1200150"/>
            <a:ext cx="47625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650" b="0">
                <a:solidFill>
                  <a:srgbClr val="5D7183"/>
                </a:solidFill>
                <a:latin typeface="Malgun Gothic"/>
                <a:ea typeface="Malgun Gothic"/>
                <a:cs typeface="Malgun Gothic"/>
              </a:defRPr>
            </a:defPPr>
            <a:lvl1pPr algn="l">
              <a:defRPr sz="1650" b="0">
                <a:solidFill>
                  <a:srgbClr val="5D7183"/>
                </a:solidFill>
                <a:latin typeface="Malgun Gothic"/>
                <a:ea typeface="Malgun Gothic"/>
                <a:cs typeface="Malgun Gothic"/>
              </a:defRPr>
            </a:lvl1pPr>
            <a:lvl2pPr algn="l">
              <a:defRPr sz="1650" b="0">
                <a:solidFill>
                  <a:srgbClr val="5D7183"/>
                </a:solidFill>
                <a:latin typeface="Malgun Gothic"/>
                <a:ea typeface="Malgun Gothic"/>
                <a:cs typeface="Malgun Gothic"/>
              </a:defRPr>
            </a:lvl2pPr>
            <a:lvl3pPr algn="l">
              <a:defRPr sz="1650" b="0">
                <a:solidFill>
                  <a:srgbClr val="5D7183"/>
                </a:solidFill>
                <a:latin typeface="Malgun Gothic"/>
                <a:ea typeface="Malgun Gothic"/>
                <a:cs typeface="Malgun Gothic"/>
              </a:defRPr>
            </a:lvl3pPr>
            <a:lvl4pPr algn="l">
              <a:defRPr sz="1650" b="0">
                <a:solidFill>
                  <a:srgbClr val="5D7183"/>
                </a:solidFill>
                <a:latin typeface="Malgun Gothic"/>
                <a:ea typeface="Malgun Gothic"/>
                <a:cs typeface="Malgun Gothic"/>
              </a:defRPr>
            </a:lvl4pPr>
            <a:lvl5pPr algn="l">
              <a:defRPr sz="1650" b="0">
                <a:solidFill>
                  <a:srgbClr val="5D7183"/>
                </a:solidFill>
                <a:latin typeface="Malgun Gothic"/>
                <a:ea typeface="Malgun Gothic"/>
                <a:cs typeface="Malgun Gothic"/>
              </a:defRPr>
            </a:lvl5pPr>
            <a:lvl6pPr algn="l">
              <a:defRPr sz="1650" b="0">
                <a:solidFill>
                  <a:srgbClr val="5D7183"/>
                </a:solidFill>
                <a:latin typeface="Malgun Gothic"/>
                <a:ea typeface="Malgun Gothic"/>
                <a:cs typeface="Malgun Gothic"/>
              </a:defRPr>
            </a:lvl6pPr>
            <a:lvl7pPr algn="l">
              <a:defRPr sz="1650" b="0">
                <a:solidFill>
                  <a:srgbClr val="5D7183"/>
                </a:solidFill>
                <a:latin typeface="Malgun Gothic"/>
                <a:ea typeface="Malgun Gothic"/>
                <a:cs typeface="Malgun Gothic"/>
              </a:defRPr>
            </a:lvl7pPr>
            <a:lvl8pPr algn="l">
              <a:defRPr sz="1650" b="0">
                <a:solidFill>
                  <a:srgbClr val="5D7183"/>
                </a:solidFill>
                <a:latin typeface="Malgun Gothic"/>
                <a:ea typeface="Malgun Gothic"/>
                <a:cs typeface="Malgun Gothic"/>
              </a:defRPr>
            </a:lvl8pPr>
            <a:lvl9pPr algn="l">
              <a:defRPr sz="1650" b="0">
                <a:solidFill>
                  <a:srgbClr val="5D7183"/>
                </a:solidFill>
                <a:latin typeface="Malgun Gothic"/>
                <a:ea typeface="Malgun Gothic"/>
                <a:cs typeface="Malgun Gothic"/>
              </a:defRPr>
            </a:lvl9pPr>
          </a:lstStyle>
          <a:p xmlns:a="http://schemas.openxmlformats.org/drawingml/2006/main">
            <a:pPr algn="l">
              <a:defRPr sz="1650" b="0">
                <a:solidFill>
                  <a:srgbClr val="5D7183"/>
                </a:solidFill>
                <a:latin typeface="Malgun Gothic"/>
                <a:ea typeface="Malgun Gothic"/>
                <a:cs typeface="Malgun Gothic"/>
              </a:defRPr>
            </a:pPr>
            <a:r>
              <a:rPr sz="1650" b="0">
                <a:solidFill>
                  <a:srgbClr val="5D7183"/>
                </a:solidFill>
                <a:latin typeface="Malgun Gothic"/>
                <a:ea typeface="Malgun Gothic"/>
                <a:cs typeface="Malgun Gothic"/>
              </a:rPr>
              <a:t>전략목표 1</a:t>
            </a:r>
          </a:p>
        </p:txBody>
      </p:sp>
      <p:sp>
        <p:nvSpPr>
          <p:cNvPr id="5" name="공무원과 AI의 협업">
            <a:extLst xmlns:a="http://schemas.openxmlformats.org/drawingml/2006/main">
              <a:ext uri="{FF2B5EF4-FFF2-40B4-BE49-F238E27FC236}">
                <a16:creationId xmlns:a16="http://schemas.microsoft.com/office/drawing/2014/main" id="{C3D3F08F-8ACE-4AB4-8D35-740A978C4DFB}"/>
              </a:ext>
            </a:extLst>
          </p:cNvPr>
          <p:cNvSpPr>
            <a:spLocks xmlns:a="http://schemas.openxmlformats.org/drawingml/2006/main" noGrp="1"/>
          </p:cNvSpPr>
          <p:nvPr/>
        </p:nvSpPr>
        <p:spPr>
          <a:xfrm xmlns:a="http://schemas.openxmlformats.org/drawingml/2006/main">
            <a:off x="609600" y="1866900"/>
            <a:ext cx="9048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450" b="1">
                <a:solidFill>
                  <a:srgbClr val="182F49"/>
                </a:solidFill>
                <a:latin typeface="Malgun Gothic"/>
                <a:ea typeface="Malgun Gothic"/>
                <a:cs typeface="Malgun Gothic"/>
              </a:defRPr>
            </a:defPPr>
            <a:lvl1pPr algn="l">
              <a:defRPr sz="3450" b="1">
                <a:solidFill>
                  <a:srgbClr val="182F49"/>
                </a:solidFill>
                <a:latin typeface="Malgun Gothic"/>
                <a:ea typeface="Malgun Gothic"/>
                <a:cs typeface="Malgun Gothic"/>
              </a:defRPr>
            </a:lvl1pPr>
            <a:lvl2pPr algn="l">
              <a:defRPr sz="3450" b="1">
                <a:solidFill>
                  <a:srgbClr val="182F49"/>
                </a:solidFill>
                <a:latin typeface="Malgun Gothic"/>
                <a:ea typeface="Malgun Gothic"/>
                <a:cs typeface="Malgun Gothic"/>
              </a:defRPr>
            </a:lvl2pPr>
            <a:lvl3pPr algn="l">
              <a:defRPr sz="3450" b="1">
                <a:solidFill>
                  <a:srgbClr val="182F49"/>
                </a:solidFill>
                <a:latin typeface="Malgun Gothic"/>
                <a:ea typeface="Malgun Gothic"/>
                <a:cs typeface="Malgun Gothic"/>
              </a:defRPr>
            </a:lvl3pPr>
            <a:lvl4pPr algn="l">
              <a:defRPr sz="3450" b="1">
                <a:solidFill>
                  <a:srgbClr val="182F49"/>
                </a:solidFill>
                <a:latin typeface="Malgun Gothic"/>
                <a:ea typeface="Malgun Gothic"/>
                <a:cs typeface="Malgun Gothic"/>
              </a:defRPr>
            </a:lvl4pPr>
            <a:lvl5pPr algn="l">
              <a:defRPr sz="3450" b="1">
                <a:solidFill>
                  <a:srgbClr val="182F49"/>
                </a:solidFill>
                <a:latin typeface="Malgun Gothic"/>
                <a:ea typeface="Malgun Gothic"/>
                <a:cs typeface="Malgun Gothic"/>
              </a:defRPr>
            </a:lvl5pPr>
            <a:lvl6pPr algn="l">
              <a:defRPr sz="3450" b="1">
                <a:solidFill>
                  <a:srgbClr val="182F49"/>
                </a:solidFill>
                <a:latin typeface="Malgun Gothic"/>
                <a:ea typeface="Malgun Gothic"/>
                <a:cs typeface="Malgun Gothic"/>
              </a:defRPr>
            </a:lvl6pPr>
            <a:lvl7pPr algn="l">
              <a:defRPr sz="3450" b="1">
                <a:solidFill>
                  <a:srgbClr val="182F49"/>
                </a:solidFill>
                <a:latin typeface="Malgun Gothic"/>
                <a:ea typeface="Malgun Gothic"/>
                <a:cs typeface="Malgun Gothic"/>
              </a:defRPr>
            </a:lvl7pPr>
            <a:lvl8pPr algn="l">
              <a:defRPr sz="3450" b="1">
                <a:solidFill>
                  <a:srgbClr val="182F49"/>
                </a:solidFill>
                <a:latin typeface="Malgun Gothic"/>
                <a:ea typeface="Malgun Gothic"/>
                <a:cs typeface="Malgun Gothic"/>
              </a:defRPr>
            </a:lvl8pPr>
            <a:lvl9pPr algn="l">
              <a:defRPr sz="3450" b="1">
                <a:solidFill>
                  <a:srgbClr val="182F49"/>
                </a:solidFill>
                <a:latin typeface="Malgun Gothic"/>
                <a:ea typeface="Malgun Gothic"/>
                <a:cs typeface="Malgun Gothic"/>
              </a:defRPr>
            </a:lvl9pPr>
          </a:lstStyle>
          <a:p xmlns:a="http://schemas.openxmlformats.org/drawingml/2006/main">
            <a:pPr algn="l">
              <a:defRPr sz="3450" b="1">
                <a:solidFill>
                  <a:srgbClr val="182F49"/>
                </a:solidFill>
                <a:latin typeface="Malgun Gothic"/>
                <a:ea typeface="Malgun Gothic"/>
                <a:cs typeface="Malgun Gothic"/>
              </a:defRPr>
            </a:pPr>
            <a:r>
              <a:rPr sz="3450" b="1">
                <a:solidFill>
                  <a:srgbClr val="182F49"/>
                </a:solidFill>
                <a:latin typeface="Malgun Gothic"/>
                <a:ea typeface="Malgun Gothic"/>
                <a:cs typeface="Malgun Gothic"/>
              </a:rPr>
              <a:t>공무원과 AI의 협업</a:t>
            </a:r>
          </a:p>
        </p:txBody>
      </p:sp>
      <p:sp>
        <p:nvSpPr>
          <p:cNvPr id="6" name="①">
            <a:extLst xmlns:a="http://schemas.openxmlformats.org/drawingml/2006/main">
              <a:ext uri="{FF2B5EF4-FFF2-40B4-BE49-F238E27FC236}">
                <a16:creationId xmlns:a16="http://schemas.microsoft.com/office/drawing/2014/main" id="{6A1A9514-D17C-439B-9D25-1A26FE24D0F1}"/>
              </a:ext>
            </a:extLst>
          </p:cNvPr>
          <p:cNvSpPr>
            <a:spLocks xmlns:a="http://schemas.openxmlformats.org/drawingml/2006/main" noGrp="1"/>
          </p:cNvSpPr>
          <p:nvPr/>
        </p:nvSpPr>
        <p:spPr>
          <a:xfrm xmlns:a="http://schemas.openxmlformats.org/drawingml/2006/main">
            <a:off x="609600" y="3048000"/>
            <a:ext cx="6191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300" b="1">
                <a:solidFill>
                  <a:srgbClr val="719F99"/>
                </a:solidFill>
                <a:latin typeface="Malgun Gothic"/>
                <a:ea typeface="Malgun Gothic"/>
                <a:cs typeface="Malgun Gothic"/>
              </a:defRPr>
            </a:defPPr>
            <a:lvl1pPr algn="l">
              <a:defRPr sz="3300" b="1">
                <a:solidFill>
                  <a:srgbClr val="719F99"/>
                </a:solidFill>
                <a:latin typeface="Malgun Gothic"/>
                <a:ea typeface="Malgun Gothic"/>
                <a:cs typeface="Malgun Gothic"/>
              </a:defRPr>
            </a:lvl1pPr>
            <a:lvl2pPr algn="l">
              <a:defRPr sz="3300" b="1">
                <a:solidFill>
                  <a:srgbClr val="719F99"/>
                </a:solidFill>
                <a:latin typeface="Malgun Gothic"/>
                <a:ea typeface="Malgun Gothic"/>
                <a:cs typeface="Malgun Gothic"/>
              </a:defRPr>
            </a:lvl2pPr>
            <a:lvl3pPr algn="l">
              <a:defRPr sz="3300" b="1">
                <a:solidFill>
                  <a:srgbClr val="719F99"/>
                </a:solidFill>
                <a:latin typeface="Malgun Gothic"/>
                <a:ea typeface="Malgun Gothic"/>
                <a:cs typeface="Malgun Gothic"/>
              </a:defRPr>
            </a:lvl3pPr>
            <a:lvl4pPr algn="l">
              <a:defRPr sz="3300" b="1">
                <a:solidFill>
                  <a:srgbClr val="719F99"/>
                </a:solidFill>
                <a:latin typeface="Malgun Gothic"/>
                <a:ea typeface="Malgun Gothic"/>
                <a:cs typeface="Malgun Gothic"/>
              </a:defRPr>
            </a:lvl4pPr>
            <a:lvl5pPr algn="l">
              <a:defRPr sz="3300" b="1">
                <a:solidFill>
                  <a:srgbClr val="719F99"/>
                </a:solidFill>
                <a:latin typeface="Malgun Gothic"/>
                <a:ea typeface="Malgun Gothic"/>
                <a:cs typeface="Malgun Gothic"/>
              </a:defRPr>
            </a:lvl5pPr>
            <a:lvl6pPr algn="l">
              <a:defRPr sz="3300" b="1">
                <a:solidFill>
                  <a:srgbClr val="719F99"/>
                </a:solidFill>
                <a:latin typeface="Malgun Gothic"/>
                <a:ea typeface="Malgun Gothic"/>
                <a:cs typeface="Malgun Gothic"/>
              </a:defRPr>
            </a:lvl6pPr>
            <a:lvl7pPr algn="l">
              <a:defRPr sz="3300" b="1">
                <a:solidFill>
                  <a:srgbClr val="719F99"/>
                </a:solidFill>
                <a:latin typeface="Malgun Gothic"/>
                <a:ea typeface="Malgun Gothic"/>
                <a:cs typeface="Malgun Gothic"/>
              </a:defRPr>
            </a:lvl7pPr>
            <a:lvl8pPr algn="l">
              <a:defRPr sz="3300" b="1">
                <a:solidFill>
                  <a:srgbClr val="719F99"/>
                </a:solidFill>
                <a:latin typeface="Malgun Gothic"/>
                <a:ea typeface="Malgun Gothic"/>
                <a:cs typeface="Malgun Gothic"/>
              </a:defRPr>
            </a:lvl8pPr>
            <a:lvl9pPr algn="l">
              <a:defRPr sz="3300" b="1">
                <a:solidFill>
                  <a:srgbClr val="719F99"/>
                </a:solidFill>
                <a:latin typeface="Malgun Gothic"/>
                <a:ea typeface="Malgun Gothic"/>
                <a:cs typeface="Malgun Gothic"/>
              </a:defRPr>
            </a:lvl9pPr>
          </a:lstStyle>
          <a:p xmlns:a="http://schemas.openxmlformats.org/drawingml/2006/main">
            <a:pPr algn="l">
              <a:defRPr sz="3300" b="1">
                <a:solidFill>
                  <a:srgbClr val="719F99"/>
                </a:solidFill>
                <a:latin typeface="Malgun Gothic"/>
                <a:ea typeface="Malgun Gothic"/>
                <a:cs typeface="Malgun Gothic"/>
              </a:defRPr>
            </a:pPr>
            <a:r>
              <a:rPr sz="3300" b="1">
                <a:solidFill>
                  <a:srgbClr val="719F99"/>
                </a:solidFill>
                <a:latin typeface="Malgun Gothic"/>
                <a:ea typeface="Malgun Gothic"/>
                <a:cs typeface="Malgun Gothic"/>
              </a:rPr>
              <a:t>①</a:t>
            </a:r>
          </a:p>
        </p:txBody>
      </p:sp>
      <p:sp>
        <p:nvSpPr>
          <p:cNvPr id="7" name="AI-Native 협업체계">
            <a:extLst xmlns:a="http://schemas.openxmlformats.org/drawingml/2006/main">
              <a:ext uri="{FF2B5EF4-FFF2-40B4-BE49-F238E27FC236}">
                <a16:creationId xmlns:a16="http://schemas.microsoft.com/office/drawing/2014/main" id="{789FCE9C-9A12-48C9-8DE3-D7B56D3083B4}"/>
              </a:ext>
            </a:extLst>
          </p:cNvPr>
          <p:cNvSpPr>
            <a:spLocks xmlns:a="http://schemas.openxmlformats.org/drawingml/2006/main" noGrp="1"/>
          </p:cNvSpPr>
          <p:nvPr/>
        </p:nvSpPr>
        <p:spPr>
          <a:xfrm xmlns:a="http://schemas.openxmlformats.org/drawingml/2006/main">
            <a:off x="609600" y="3781425"/>
            <a:ext cx="3333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250" b="1">
                <a:solidFill>
                  <a:srgbClr val="182F49"/>
                </a:solidFill>
                <a:latin typeface="Malgun Gothic"/>
                <a:ea typeface="Malgun Gothic"/>
                <a:cs typeface="Malgun Gothic"/>
              </a:defRPr>
            </a:defPPr>
            <a:lvl1pPr algn="l">
              <a:defRPr sz="2250" b="1">
                <a:solidFill>
                  <a:srgbClr val="182F49"/>
                </a:solidFill>
                <a:latin typeface="Malgun Gothic"/>
                <a:ea typeface="Malgun Gothic"/>
                <a:cs typeface="Malgun Gothic"/>
              </a:defRPr>
            </a:lvl1pPr>
            <a:lvl2pPr algn="l">
              <a:defRPr sz="2250" b="1">
                <a:solidFill>
                  <a:srgbClr val="182F49"/>
                </a:solidFill>
                <a:latin typeface="Malgun Gothic"/>
                <a:ea typeface="Malgun Gothic"/>
                <a:cs typeface="Malgun Gothic"/>
              </a:defRPr>
            </a:lvl2pPr>
            <a:lvl3pPr algn="l">
              <a:defRPr sz="2250" b="1">
                <a:solidFill>
                  <a:srgbClr val="182F49"/>
                </a:solidFill>
                <a:latin typeface="Malgun Gothic"/>
                <a:ea typeface="Malgun Gothic"/>
                <a:cs typeface="Malgun Gothic"/>
              </a:defRPr>
            </a:lvl3pPr>
            <a:lvl4pPr algn="l">
              <a:defRPr sz="2250" b="1">
                <a:solidFill>
                  <a:srgbClr val="182F49"/>
                </a:solidFill>
                <a:latin typeface="Malgun Gothic"/>
                <a:ea typeface="Malgun Gothic"/>
                <a:cs typeface="Malgun Gothic"/>
              </a:defRPr>
            </a:lvl4pPr>
            <a:lvl5pPr algn="l">
              <a:defRPr sz="2250" b="1">
                <a:solidFill>
                  <a:srgbClr val="182F49"/>
                </a:solidFill>
                <a:latin typeface="Malgun Gothic"/>
                <a:ea typeface="Malgun Gothic"/>
                <a:cs typeface="Malgun Gothic"/>
              </a:defRPr>
            </a:lvl5pPr>
            <a:lvl6pPr algn="l">
              <a:defRPr sz="2250" b="1">
                <a:solidFill>
                  <a:srgbClr val="182F49"/>
                </a:solidFill>
                <a:latin typeface="Malgun Gothic"/>
                <a:ea typeface="Malgun Gothic"/>
                <a:cs typeface="Malgun Gothic"/>
              </a:defRPr>
            </a:lvl6pPr>
            <a:lvl7pPr algn="l">
              <a:defRPr sz="2250" b="1">
                <a:solidFill>
                  <a:srgbClr val="182F49"/>
                </a:solidFill>
                <a:latin typeface="Malgun Gothic"/>
                <a:ea typeface="Malgun Gothic"/>
                <a:cs typeface="Malgun Gothic"/>
              </a:defRPr>
            </a:lvl7pPr>
            <a:lvl8pPr algn="l">
              <a:defRPr sz="2250" b="1">
                <a:solidFill>
                  <a:srgbClr val="182F49"/>
                </a:solidFill>
                <a:latin typeface="Malgun Gothic"/>
                <a:ea typeface="Malgun Gothic"/>
                <a:cs typeface="Malgun Gothic"/>
              </a:defRPr>
            </a:lvl8pPr>
            <a:lvl9pPr algn="l">
              <a:defRPr sz="2250" b="1">
                <a:solidFill>
                  <a:srgbClr val="182F49"/>
                </a:solidFill>
                <a:latin typeface="Malgun Gothic"/>
                <a:ea typeface="Malgun Gothic"/>
                <a:cs typeface="Malgun Gothic"/>
              </a:defRPr>
            </a:lvl9pPr>
          </a:lstStyle>
          <a:p xmlns:a="http://schemas.openxmlformats.org/drawingml/2006/main">
            <a:pPr algn="l">
              <a:defRPr sz="2250" b="1">
                <a:solidFill>
                  <a:srgbClr val="182F49"/>
                </a:solidFill>
                <a:latin typeface="Malgun Gothic"/>
                <a:ea typeface="Malgun Gothic"/>
                <a:cs typeface="Malgun Gothic"/>
              </a:defRPr>
            </a:pPr>
            <a:r>
              <a:rPr sz="2250" b="1">
                <a:solidFill>
                  <a:srgbClr val="182F49"/>
                </a:solidFill>
                <a:latin typeface="Malgun Gothic"/>
                <a:ea typeface="Malgun Gothic"/>
                <a:cs typeface="Malgun Gothic"/>
              </a:rPr>
              <a:t>AI-Native 협업체계</a:t>
            </a:r>
          </a:p>
        </p:txBody>
      </p:sp>
      <p:sp>
        <p:nvSpPr>
          <p:cNvPr id="8" name="AI와 함께 일하기 문서·지식의 표준화">
            <a:extLst xmlns:a="http://schemas.openxmlformats.org/drawingml/2006/main">
              <a:ext uri="{FF2B5EF4-FFF2-40B4-BE49-F238E27FC236}">
                <a16:creationId xmlns:a16="http://schemas.microsoft.com/office/drawing/2014/main" id="{70FDAED7-529C-43C8-A91E-0A50FF9E3C70}"/>
              </a:ext>
            </a:extLst>
          </p:cNvPr>
          <p:cNvSpPr>
            <a:spLocks xmlns:a="http://schemas.openxmlformats.org/drawingml/2006/main" noGrp="1"/>
          </p:cNvSpPr>
          <p:nvPr/>
        </p:nvSpPr>
        <p:spPr>
          <a:xfrm xmlns:a="http://schemas.openxmlformats.org/drawingml/2006/main">
            <a:off x="609600" y="4400550"/>
            <a:ext cx="333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950" b="0">
                <a:solidFill>
                  <a:srgbClr val="5D7183"/>
                </a:solidFill>
                <a:latin typeface="Malgun Gothic"/>
                <a:ea typeface="Malgun Gothic"/>
                <a:cs typeface="Malgun Gothic"/>
              </a:defRPr>
            </a:defPPr>
            <a:lvl1pPr algn="l">
              <a:defRPr sz="1950" b="0">
                <a:solidFill>
                  <a:srgbClr val="5D7183"/>
                </a:solidFill>
                <a:latin typeface="Malgun Gothic"/>
                <a:ea typeface="Malgun Gothic"/>
                <a:cs typeface="Malgun Gothic"/>
              </a:defRPr>
            </a:lvl1pPr>
            <a:lvl2pPr algn="l">
              <a:defRPr sz="1950" b="0">
                <a:solidFill>
                  <a:srgbClr val="5D7183"/>
                </a:solidFill>
                <a:latin typeface="Malgun Gothic"/>
                <a:ea typeface="Malgun Gothic"/>
                <a:cs typeface="Malgun Gothic"/>
              </a:defRPr>
            </a:lvl2pPr>
            <a:lvl3pPr algn="l">
              <a:defRPr sz="1950" b="0">
                <a:solidFill>
                  <a:srgbClr val="5D7183"/>
                </a:solidFill>
                <a:latin typeface="Malgun Gothic"/>
                <a:ea typeface="Malgun Gothic"/>
                <a:cs typeface="Malgun Gothic"/>
              </a:defRPr>
            </a:lvl3pPr>
            <a:lvl4pPr algn="l">
              <a:defRPr sz="1950" b="0">
                <a:solidFill>
                  <a:srgbClr val="5D7183"/>
                </a:solidFill>
                <a:latin typeface="Malgun Gothic"/>
                <a:ea typeface="Malgun Gothic"/>
                <a:cs typeface="Malgun Gothic"/>
              </a:defRPr>
            </a:lvl4pPr>
            <a:lvl5pPr algn="l">
              <a:defRPr sz="1950" b="0">
                <a:solidFill>
                  <a:srgbClr val="5D7183"/>
                </a:solidFill>
                <a:latin typeface="Malgun Gothic"/>
                <a:ea typeface="Malgun Gothic"/>
                <a:cs typeface="Malgun Gothic"/>
              </a:defRPr>
            </a:lvl5pPr>
            <a:lvl6pPr algn="l">
              <a:defRPr sz="1950" b="0">
                <a:solidFill>
                  <a:srgbClr val="5D7183"/>
                </a:solidFill>
                <a:latin typeface="Malgun Gothic"/>
                <a:ea typeface="Malgun Gothic"/>
                <a:cs typeface="Malgun Gothic"/>
              </a:defRPr>
            </a:lvl6pPr>
            <a:lvl7pPr algn="l">
              <a:defRPr sz="1950" b="0">
                <a:solidFill>
                  <a:srgbClr val="5D7183"/>
                </a:solidFill>
                <a:latin typeface="Malgun Gothic"/>
                <a:ea typeface="Malgun Gothic"/>
                <a:cs typeface="Malgun Gothic"/>
              </a:defRPr>
            </a:lvl7pPr>
            <a:lvl8pPr algn="l">
              <a:defRPr sz="1950" b="0">
                <a:solidFill>
                  <a:srgbClr val="5D7183"/>
                </a:solidFill>
                <a:latin typeface="Malgun Gothic"/>
                <a:ea typeface="Malgun Gothic"/>
                <a:cs typeface="Malgun Gothic"/>
              </a:defRPr>
            </a:lvl8pPr>
            <a:lvl9pPr algn="l">
              <a:defRPr sz="1950" b="0">
                <a:solidFill>
                  <a:srgbClr val="5D7183"/>
                </a:solidFill>
                <a:latin typeface="Malgun Gothic"/>
                <a:ea typeface="Malgun Gothic"/>
                <a:cs typeface="Malgun Gothic"/>
              </a:defRPr>
            </a:lvl9pPr>
          </a:lstStyle>
          <a:p xmlns:a="http://schemas.openxmlformats.org/drawingml/2006/main">
            <a:pPr algn="l">
              <a:defRPr sz="1950" b="0">
                <a:solidFill>
                  <a:srgbClr val="5D7183"/>
                </a:solidFill>
                <a:latin typeface="Malgun Gothic"/>
                <a:ea typeface="Malgun Gothic"/>
                <a:cs typeface="Malgun Gothic"/>
              </a:defRPr>
            </a:pPr>
            <a:r>
              <a:rPr sz="1950" b="0">
                <a:solidFill>
                  <a:srgbClr val="5D7183"/>
                </a:solidFill>
                <a:latin typeface="Malgun Gothic"/>
                <a:ea typeface="Malgun Gothic"/>
                <a:cs typeface="Malgun Gothic"/>
              </a:rPr>
              <a:t>AI와 함께 일하기</a:t>
            </a:r>
          </a:p>
          <a:p xmlns:a="http://schemas.openxmlformats.org/drawingml/2006/main">
            <a:pPr algn="l">
              <a:defRPr sz="1950" b="0">
                <a:solidFill>
                  <a:srgbClr val="5D7183"/>
                </a:solidFill>
                <a:latin typeface="Malgun Gothic"/>
                <a:ea typeface="Malgun Gothic"/>
                <a:cs typeface="Malgun Gothic"/>
              </a:defRPr>
            </a:pPr>
            <a:r>
              <a:rPr sz="1950" b="0">
                <a:solidFill>
                  <a:srgbClr val="5D7183"/>
                </a:solidFill>
                <a:latin typeface="Malgun Gothic"/>
                <a:ea typeface="Malgun Gothic"/>
                <a:cs typeface="Malgun Gothic"/>
              </a:rPr>
              <a:t>문서·지식의 표준화</a:t>
            </a:r>
          </a:p>
        </p:txBody>
      </p:sp>
      <p:sp>
        <p:nvSpPr>
          <p:cNvPr id="9" name="②">
            <a:extLst xmlns:a="http://schemas.openxmlformats.org/drawingml/2006/main">
              <a:ext uri="{FF2B5EF4-FFF2-40B4-BE49-F238E27FC236}">
                <a16:creationId xmlns:a16="http://schemas.microsoft.com/office/drawing/2014/main" id="{CDA37189-40AE-4572-A4BE-F78EC0E8A371}"/>
              </a:ext>
            </a:extLst>
          </p:cNvPr>
          <p:cNvSpPr>
            <a:spLocks xmlns:a="http://schemas.openxmlformats.org/drawingml/2006/main" noGrp="1"/>
          </p:cNvSpPr>
          <p:nvPr/>
        </p:nvSpPr>
        <p:spPr>
          <a:xfrm xmlns:a="http://schemas.openxmlformats.org/drawingml/2006/main">
            <a:off x="4533900" y="3048000"/>
            <a:ext cx="6191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300" b="1">
                <a:solidFill>
                  <a:srgbClr val="719F99"/>
                </a:solidFill>
                <a:latin typeface="Malgun Gothic"/>
                <a:ea typeface="Malgun Gothic"/>
                <a:cs typeface="Malgun Gothic"/>
              </a:defRPr>
            </a:defPPr>
            <a:lvl1pPr algn="l">
              <a:defRPr sz="3300" b="1">
                <a:solidFill>
                  <a:srgbClr val="719F99"/>
                </a:solidFill>
                <a:latin typeface="Malgun Gothic"/>
                <a:ea typeface="Malgun Gothic"/>
                <a:cs typeface="Malgun Gothic"/>
              </a:defRPr>
            </a:lvl1pPr>
            <a:lvl2pPr algn="l">
              <a:defRPr sz="3300" b="1">
                <a:solidFill>
                  <a:srgbClr val="719F99"/>
                </a:solidFill>
                <a:latin typeface="Malgun Gothic"/>
                <a:ea typeface="Malgun Gothic"/>
                <a:cs typeface="Malgun Gothic"/>
              </a:defRPr>
            </a:lvl2pPr>
            <a:lvl3pPr algn="l">
              <a:defRPr sz="3300" b="1">
                <a:solidFill>
                  <a:srgbClr val="719F99"/>
                </a:solidFill>
                <a:latin typeface="Malgun Gothic"/>
                <a:ea typeface="Malgun Gothic"/>
                <a:cs typeface="Malgun Gothic"/>
              </a:defRPr>
            </a:lvl3pPr>
            <a:lvl4pPr algn="l">
              <a:defRPr sz="3300" b="1">
                <a:solidFill>
                  <a:srgbClr val="719F99"/>
                </a:solidFill>
                <a:latin typeface="Malgun Gothic"/>
                <a:ea typeface="Malgun Gothic"/>
                <a:cs typeface="Malgun Gothic"/>
              </a:defRPr>
            </a:lvl4pPr>
            <a:lvl5pPr algn="l">
              <a:defRPr sz="3300" b="1">
                <a:solidFill>
                  <a:srgbClr val="719F99"/>
                </a:solidFill>
                <a:latin typeface="Malgun Gothic"/>
                <a:ea typeface="Malgun Gothic"/>
                <a:cs typeface="Malgun Gothic"/>
              </a:defRPr>
            </a:lvl5pPr>
            <a:lvl6pPr algn="l">
              <a:defRPr sz="3300" b="1">
                <a:solidFill>
                  <a:srgbClr val="719F99"/>
                </a:solidFill>
                <a:latin typeface="Malgun Gothic"/>
                <a:ea typeface="Malgun Gothic"/>
                <a:cs typeface="Malgun Gothic"/>
              </a:defRPr>
            </a:lvl6pPr>
            <a:lvl7pPr algn="l">
              <a:defRPr sz="3300" b="1">
                <a:solidFill>
                  <a:srgbClr val="719F99"/>
                </a:solidFill>
                <a:latin typeface="Malgun Gothic"/>
                <a:ea typeface="Malgun Gothic"/>
                <a:cs typeface="Malgun Gothic"/>
              </a:defRPr>
            </a:lvl7pPr>
            <a:lvl8pPr algn="l">
              <a:defRPr sz="3300" b="1">
                <a:solidFill>
                  <a:srgbClr val="719F99"/>
                </a:solidFill>
                <a:latin typeface="Malgun Gothic"/>
                <a:ea typeface="Malgun Gothic"/>
                <a:cs typeface="Malgun Gothic"/>
              </a:defRPr>
            </a:lvl8pPr>
            <a:lvl9pPr algn="l">
              <a:defRPr sz="3300" b="1">
                <a:solidFill>
                  <a:srgbClr val="719F99"/>
                </a:solidFill>
                <a:latin typeface="Malgun Gothic"/>
                <a:ea typeface="Malgun Gothic"/>
                <a:cs typeface="Malgun Gothic"/>
              </a:defRPr>
            </a:lvl9pPr>
          </a:lstStyle>
          <a:p xmlns:a="http://schemas.openxmlformats.org/drawingml/2006/main">
            <a:pPr algn="l">
              <a:defRPr sz="3300" b="1">
                <a:solidFill>
                  <a:srgbClr val="719F99"/>
                </a:solidFill>
                <a:latin typeface="Malgun Gothic"/>
                <a:ea typeface="Malgun Gothic"/>
                <a:cs typeface="Malgun Gothic"/>
              </a:defRPr>
            </a:pPr>
            <a:r>
              <a:rPr sz="3300" b="1">
                <a:solidFill>
                  <a:srgbClr val="719F99"/>
                </a:solidFill>
                <a:latin typeface="Malgun Gothic"/>
                <a:ea typeface="Malgun Gothic"/>
                <a:cs typeface="Malgun Gothic"/>
              </a:rPr>
              <a:t>②</a:t>
            </a:r>
          </a:p>
        </p:txBody>
      </p:sp>
      <p:sp>
        <p:nvSpPr>
          <p:cNvPr id="10" name="AI 업무관리 플랫폼">
            <a:extLst xmlns:a="http://schemas.openxmlformats.org/drawingml/2006/main">
              <a:ext uri="{FF2B5EF4-FFF2-40B4-BE49-F238E27FC236}">
                <a16:creationId xmlns:a16="http://schemas.microsoft.com/office/drawing/2014/main" id="{0A71AEB4-6DBD-4B44-A49A-92CBDBC4FA6F}"/>
              </a:ext>
            </a:extLst>
          </p:cNvPr>
          <p:cNvSpPr>
            <a:spLocks xmlns:a="http://schemas.openxmlformats.org/drawingml/2006/main" noGrp="1"/>
          </p:cNvSpPr>
          <p:nvPr/>
        </p:nvSpPr>
        <p:spPr>
          <a:xfrm xmlns:a="http://schemas.openxmlformats.org/drawingml/2006/main">
            <a:off x="4533900" y="3781425"/>
            <a:ext cx="3333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250" b="1">
                <a:solidFill>
                  <a:srgbClr val="182F49"/>
                </a:solidFill>
                <a:latin typeface="Malgun Gothic"/>
                <a:ea typeface="Malgun Gothic"/>
                <a:cs typeface="Malgun Gothic"/>
              </a:defRPr>
            </a:defPPr>
            <a:lvl1pPr algn="l">
              <a:defRPr sz="2250" b="1">
                <a:solidFill>
                  <a:srgbClr val="182F49"/>
                </a:solidFill>
                <a:latin typeface="Malgun Gothic"/>
                <a:ea typeface="Malgun Gothic"/>
                <a:cs typeface="Malgun Gothic"/>
              </a:defRPr>
            </a:lvl1pPr>
            <a:lvl2pPr algn="l">
              <a:defRPr sz="2250" b="1">
                <a:solidFill>
                  <a:srgbClr val="182F49"/>
                </a:solidFill>
                <a:latin typeface="Malgun Gothic"/>
                <a:ea typeface="Malgun Gothic"/>
                <a:cs typeface="Malgun Gothic"/>
              </a:defRPr>
            </a:lvl2pPr>
            <a:lvl3pPr algn="l">
              <a:defRPr sz="2250" b="1">
                <a:solidFill>
                  <a:srgbClr val="182F49"/>
                </a:solidFill>
                <a:latin typeface="Malgun Gothic"/>
                <a:ea typeface="Malgun Gothic"/>
                <a:cs typeface="Malgun Gothic"/>
              </a:defRPr>
            </a:lvl3pPr>
            <a:lvl4pPr algn="l">
              <a:defRPr sz="2250" b="1">
                <a:solidFill>
                  <a:srgbClr val="182F49"/>
                </a:solidFill>
                <a:latin typeface="Malgun Gothic"/>
                <a:ea typeface="Malgun Gothic"/>
                <a:cs typeface="Malgun Gothic"/>
              </a:defRPr>
            </a:lvl4pPr>
            <a:lvl5pPr algn="l">
              <a:defRPr sz="2250" b="1">
                <a:solidFill>
                  <a:srgbClr val="182F49"/>
                </a:solidFill>
                <a:latin typeface="Malgun Gothic"/>
                <a:ea typeface="Malgun Gothic"/>
                <a:cs typeface="Malgun Gothic"/>
              </a:defRPr>
            </a:lvl5pPr>
            <a:lvl6pPr algn="l">
              <a:defRPr sz="2250" b="1">
                <a:solidFill>
                  <a:srgbClr val="182F49"/>
                </a:solidFill>
                <a:latin typeface="Malgun Gothic"/>
                <a:ea typeface="Malgun Gothic"/>
                <a:cs typeface="Malgun Gothic"/>
              </a:defRPr>
            </a:lvl6pPr>
            <a:lvl7pPr algn="l">
              <a:defRPr sz="2250" b="1">
                <a:solidFill>
                  <a:srgbClr val="182F49"/>
                </a:solidFill>
                <a:latin typeface="Malgun Gothic"/>
                <a:ea typeface="Malgun Gothic"/>
                <a:cs typeface="Malgun Gothic"/>
              </a:defRPr>
            </a:lvl7pPr>
            <a:lvl8pPr algn="l">
              <a:defRPr sz="2250" b="1">
                <a:solidFill>
                  <a:srgbClr val="182F49"/>
                </a:solidFill>
                <a:latin typeface="Malgun Gothic"/>
                <a:ea typeface="Malgun Gothic"/>
                <a:cs typeface="Malgun Gothic"/>
              </a:defRPr>
            </a:lvl8pPr>
            <a:lvl9pPr algn="l">
              <a:defRPr sz="2250" b="1">
                <a:solidFill>
                  <a:srgbClr val="182F49"/>
                </a:solidFill>
                <a:latin typeface="Malgun Gothic"/>
                <a:ea typeface="Malgun Gothic"/>
                <a:cs typeface="Malgun Gothic"/>
              </a:defRPr>
            </a:lvl9pPr>
          </a:lstStyle>
          <a:p xmlns:a="http://schemas.openxmlformats.org/drawingml/2006/main">
            <a:pPr algn="l">
              <a:defRPr sz="2250" b="1">
                <a:solidFill>
                  <a:srgbClr val="182F49"/>
                </a:solidFill>
                <a:latin typeface="Malgun Gothic"/>
                <a:ea typeface="Malgun Gothic"/>
                <a:cs typeface="Malgun Gothic"/>
              </a:defRPr>
            </a:pPr>
            <a:r>
              <a:rPr sz="2250" b="1">
                <a:solidFill>
                  <a:srgbClr val="182F49"/>
                </a:solidFill>
                <a:latin typeface="Malgun Gothic"/>
                <a:ea typeface="Malgun Gothic"/>
                <a:cs typeface="Malgun Gothic"/>
              </a:rPr>
              <a:t>AI 업무관리 플랫폼</a:t>
            </a:r>
          </a:p>
        </p:txBody>
      </p:sp>
      <p:sp>
        <p:nvSpPr>
          <p:cNvPr id="11" name="부처 간 맥락 연결 업무·데이터의 통합">
            <a:extLst xmlns:a="http://schemas.openxmlformats.org/drawingml/2006/main">
              <a:ext uri="{FF2B5EF4-FFF2-40B4-BE49-F238E27FC236}">
                <a16:creationId xmlns:a16="http://schemas.microsoft.com/office/drawing/2014/main" id="{8E8BE6FF-5C04-4B60-BA1B-42FF7267F918}"/>
              </a:ext>
            </a:extLst>
          </p:cNvPr>
          <p:cNvSpPr>
            <a:spLocks xmlns:a="http://schemas.openxmlformats.org/drawingml/2006/main" noGrp="1"/>
          </p:cNvSpPr>
          <p:nvPr/>
        </p:nvSpPr>
        <p:spPr>
          <a:xfrm xmlns:a="http://schemas.openxmlformats.org/drawingml/2006/main">
            <a:off x="4533900" y="4400550"/>
            <a:ext cx="333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950" b="0">
                <a:solidFill>
                  <a:srgbClr val="5D7183"/>
                </a:solidFill>
                <a:latin typeface="Malgun Gothic"/>
                <a:ea typeface="Malgun Gothic"/>
                <a:cs typeface="Malgun Gothic"/>
              </a:defRPr>
            </a:defPPr>
            <a:lvl1pPr algn="l">
              <a:defRPr sz="1950" b="0">
                <a:solidFill>
                  <a:srgbClr val="5D7183"/>
                </a:solidFill>
                <a:latin typeface="Malgun Gothic"/>
                <a:ea typeface="Malgun Gothic"/>
                <a:cs typeface="Malgun Gothic"/>
              </a:defRPr>
            </a:lvl1pPr>
            <a:lvl2pPr algn="l">
              <a:defRPr sz="1950" b="0">
                <a:solidFill>
                  <a:srgbClr val="5D7183"/>
                </a:solidFill>
                <a:latin typeface="Malgun Gothic"/>
                <a:ea typeface="Malgun Gothic"/>
                <a:cs typeface="Malgun Gothic"/>
              </a:defRPr>
            </a:lvl2pPr>
            <a:lvl3pPr algn="l">
              <a:defRPr sz="1950" b="0">
                <a:solidFill>
                  <a:srgbClr val="5D7183"/>
                </a:solidFill>
                <a:latin typeface="Malgun Gothic"/>
                <a:ea typeface="Malgun Gothic"/>
                <a:cs typeface="Malgun Gothic"/>
              </a:defRPr>
            </a:lvl3pPr>
            <a:lvl4pPr algn="l">
              <a:defRPr sz="1950" b="0">
                <a:solidFill>
                  <a:srgbClr val="5D7183"/>
                </a:solidFill>
                <a:latin typeface="Malgun Gothic"/>
                <a:ea typeface="Malgun Gothic"/>
                <a:cs typeface="Malgun Gothic"/>
              </a:defRPr>
            </a:lvl4pPr>
            <a:lvl5pPr algn="l">
              <a:defRPr sz="1950" b="0">
                <a:solidFill>
                  <a:srgbClr val="5D7183"/>
                </a:solidFill>
                <a:latin typeface="Malgun Gothic"/>
                <a:ea typeface="Malgun Gothic"/>
                <a:cs typeface="Malgun Gothic"/>
              </a:defRPr>
            </a:lvl5pPr>
            <a:lvl6pPr algn="l">
              <a:defRPr sz="1950" b="0">
                <a:solidFill>
                  <a:srgbClr val="5D7183"/>
                </a:solidFill>
                <a:latin typeface="Malgun Gothic"/>
                <a:ea typeface="Malgun Gothic"/>
                <a:cs typeface="Malgun Gothic"/>
              </a:defRPr>
            </a:lvl6pPr>
            <a:lvl7pPr algn="l">
              <a:defRPr sz="1950" b="0">
                <a:solidFill>
                  <a:srgbClr val="5D7183"/>
                </a:solidFill>
                <a:latin typeface="Malgun Gothic"/>
                <a:ea typeface="Malgun Gothic"/>
                <a:cs typeface="Malgun Gothic"/>
              </a:defRPr>
            </a:lvl7pPr>
            <a:lvl8pPr algn="l">
              <a:defRPr sz="1950" b="0">
                <a:solidFill>
                  <a:srgbClr val="5D7183"/>
                </a:solidFill>
                <a:latin typeface="Malgun Gothic"/>
                <a:ea typeface="Malgun Gothic"/>
                <a:cs typeface="Malgun Gothic"/>
              </a:defRPr>
            </a:lvl8pPr>
            <a:lvl9pPr algn="l">
              <a:defRPr sz="1950" b="0">
                <a:solidFill>
                  <a:srgbClr val="5D7183"/>
                </a:solidFill>
                <a:latin typeface="Malgun Gothic"/>
                <a:ea typeface="Malgun Gothic"/>
                <a:cs typeface="Malgun Gothic"/>
              </a:defRPr>
            </a:lvl9pPr>
          </a:lstStyle>
          <a:p xmlns:a="http://schemas.openxmlformats.org/drawingml/2006/main">
            <a:pPr algn="l">
              <a:defRPr sz="1950" b="0">
                <a:solidFill>
                  <a:srgbClr val="5D7183"/>
                </a:solidFill>
                <a:latin typeface="Malgun Gothic"/>
                <a:ea typeface="Malgun Gothic"/>
                <a:cs typeface="Malgun Gothic"/>
              </a:defRPr>
            </a:pPr>
            <a:r>
              <a:rPr sz="1950" b="0">
                <a:solidFill>
                  <a:srgbClr val="5D7183"/>
                </a:solidFill>
                <a:latin typeface="Malgun Gothic"/>
                <a:ea typeface="Malgun Gothic"/>
                <a:cs typeface="Malgun Gothic"/>
              </a:rPr>
              <a:t>부처 간 맥락 연결</a:t>
            </a:r>
          </a:p>
          <a:p xmlns:a="http://schemas.openxmlformats.org/drawingml/2006/main">
            <a:pPr algn="l">
              <a:defRPr sz="1950" b="0">
                <a:solidFill>
                  <a:srgbClr val="5D7183"/>
                </a:solidFill>
                <a:latin typeface="Malgun Gothic"/>
                <a:ea typeface="Malgun Gothic"/>
                <a:cs typeface="Malgun Gothic"/>
              </a:defRPr>
            </a:pPr>
            <a:r>
              <a:rPr sz="1950" b="0">
                <a:solidFill>
                  <a:srgbClr val="5D7183"/>
                </a:solidFill>
                <a:latin typeface="Malgun Gothic"/>
                <a:ea typeface="Malgun Gothic"/>
                <a:cs typeface="Malgun Gothic"/>
              </a:rPr>
              <a:t>업무·데이터의 통합</a:t>
            </a:r>
          </a:p>
        </p:txBody>
      </p:sp>
      <p:sp>
        <p:nvSpPr>
          <p:cNvPr id="12" name="④">
            <a:extLst xmlns:a="http://schemas.openxmlformats.org/drawingml/2006/main">
              <a:ext uri="{FF2B5EF4-FFF2-40B4-BE49-F238E27FC236}">
                <a16:creationId xmlns:a16="http://schemas.microsoft.com/office/drawing/2014/main" id="{719DC9C7-9C07-4AB9-8FFF-0C3E596A1B65}"/>
              </a:ext>
            </a:extLst>
          </p:cNvPr>
          <p:cNvSpPr>
            <a:spLocks xmlns:a="http://schemas.openxmlformats.org/drawingml/2006/main" noGrp="1"/>
          </p:cNvSpPr>
          <p:nvPr/>
        </p:nvSpPr>
        <p:spPr>
          <a:xfrm xmlns:a="http://schemas.openxmlformats.org/drawingml/2006/main">
            <a:off x="8458200" y="3048000"/>
            <a:ext cx="6191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300" b="1">
                <a:solidFill>
                  <a:srgbClr val="719F99"/>
                </a:solidFill>
                <a:latin typeface="Malgun Gothic"/>
                <a:ea typeface="Malgun Gothic"/>
                <a:cs typeface="Malgun Gothic"/>
              </a:defRPr>
            </a:defPPr>
            <a:lvl1pPr algn="l">
              <a:defRPr sz="3300" b="1">
                <a:solidFill>
                  <a:srgbClr val="719F99"/>
                </a:solidFill>
                <a:latin typeface="Malgun Gothic"/>
                <a:ea typeface="Malgun Gothic"/>
                <a:cs typeface="Malgun Gothic"/>
              </a:defRPr>
            </a:lvl1pPr>
            <a:lvl2pPr algn="l">
              <a:defRPr sz="3300" b="1">
                <a:solidFill>
                  <a:srgbClr val="719F99"/>
                </a:solidFill>
                <a:latin typeface="Malgun Gothic"/>
                <a:ea typeface="Malgun Gothic"/>
                <a:cs typeface="Malgun Gothic"/>
              </a:defRPr>
            </a:lvl2pPr>
            <a:lvl3pPr algn="l">
              <a:defRPr sz="3300" b="1">
                <a:solidFill>
                  <a:srgbClr val="719F99"/>
                </a:solidFill>
                <a:latin typeface="Malgun Gothic"/>
                <a:ea typeface="Malgun Gothic"/>
                <a:cs typeface="Malgun Gothic"/>
              </a:defRPr>
            </a:lvl3pPr>
            <a:lvl4pPr algn="l">
              <a:defRPr sz="3300" b="1">
                <a:solidFill>
                  <a:srgbClr val="719F99"/>
                </a:solidFill>
                <a:latin typeface="Malgun Gothic"/>
                <a:ea typeface="Malgun Gothic"/>
                <a:cs typeface="Malgun Gothic"/>
              </a:defRPr>
            </a:lvl4pPr>
            <a:lvl5pPr algn="l">
              <a:defRPr sz="3300" b="1">
                <a:solidFill>
                  <a:srgbClr val="719F99"/>
                </a:solidFill>
                <a:latin typeface="Malgun Gothic"/>
                <a:ea typeface="Malgun Gothic"/>
                <a:cs typeface="Malgun Gothic"/>
              </a:defRPr>
            </a:lvl5pPr>
            <a:lvl6pPr algn="l">
              <a:defRPr sz="3300" b="1">
                <a:solidFill>
                  <a:srgbClr val="719F99"/>
                </a:solidFill>
                <a:latin typeface="Malgun Gothic"/>
                <a:ea typeface="Malgun Gothic"/>
                <a:cs typeface="Malgun Gothic"/>
              </a:defRPr>
            </a:lvl6pPr>
            <a:lvl7pPr algn="l">
              <a:defRPr sz="3300" b="1">
                <a:solidFill>
                  <a:srgbClr val="719F99"/>
                </a:solidFill>
                <a:latin typeface="Malgun Gothic"/>
                <a:ea typeface="Malgun Gothic"/>
                <a:cs typeface="Malgun Gothic"/>
              </a:defRPr>
            </a:lvl7pPr>
            <a:lvl8pPr algn="l">
              <a:defRPr sz="3300" b="1">
                <a:solidFill>
                  <a:srgbClr val="719F99"/>
                </a:solidFill>
                <a:latin typeface="Malgun Gothic"/>
                <a:ea typeface="Malgun Gothic"/>
                <a:cs typeface="Malgun Gothic"/>
              </a:defRPr>
            </a:lvl8pPr>
            <a:lvl9pPr algn="l">
              <a:defRPr sz="3300" b="1">
                <a:solidFill>
                  <a:srgbClr val="719F99"/>
                </a:solidFill>
                <a:latin typeface="Malgun Gothic"/>
                <a:ea typeface="Malgun Gothic"/>
                <a:cs typeface="Malgun Gothic"/>
              </a:defRPr>
            </a:lvl9pPr>
          </a:lstStyle>
          <a:p xmlns:a="http://schemas.openxmlformats.org/drawingml/2006/main">
            <a:pPr algn="l">
              <a:defRPr sz="3300" b="1">
                <a:solidFill>
                  <a:srgbClr val="719F99"/>
                </a:solidFill>
                <a:latin typeface="Malgun Gothic"/>
                <a:ea typeface="Malgun Gothic"/>
                <a:cs typeface="Malgun Gothic"/>
              </a:defRPr>
            </a:pPr>
            <a:r>
              <a:rPr sz="3300" b="1">
                <a:solidFill>
                  <a:srgbClr val="719F99"/>
                </a:solidFill>
                <a:latin typeface="Malgun Gothic"/>
                <a:ea typeface="Malgun Gothic"/>
                <a:cs typeface="Malgun Gothic"/>
              </a:rPr>
              <a:t>④</a:t>
            </a:r>
          </a:p>
        </p:txBody>
      </p:sp>
      <p:sp>
        <p:nvSpPr>
          <p:cNvPr id="13" name="공공 AI 인재양성">
            <a:extLst xmlns:a="http://schemas.openxmlformats.org/drawingml/2006/main">
              <a:ext uri="{FF2B5EF4-FFF2-40B4-BE49-F238E27FC236}">
                <a16:creationId xmlns:a16="http://schemas.microsoft.com/office/drawing/2014/main" id="{5D2C2C0C-3786-4814-9897-C2528B92EDA1}"/>
              </a:ext>
            </a:extLst>
          </p:cNvPr>
          <p:cNvSpPr>
            <a:spLocks xmlns:a="http://schemas.openxmlformats.org/drawingml/2006/main" noGrp="1"/>
          </p:cNvSpPr>
          <p:nvPr/>
        </p:nvSpPr>
        <p:spPr>
          <a:xfrm xmlns:a="http://schemas.openxmlformats.org/drawingml/2006/main">
            <a:off x="8458200" y="3781425"/>
            <a:ext cx="3333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250" b="1">
                <a:solidFill>
                  <a:srgbClr val="182F49"/>
                </a:solidFill>
                <a:latin typeface="Malgun Gothic"/>
                <a:ea typeface="Malgun Gothic"/>
                <a:cs typeface="Malgun Gothic"/>
              </a:defRPr>
            </a:defPPr>
            <a:lvl1pPr algn="l">
              <a:defRPr sz="2250" b="1">
                <a:solidFill>
                  <a:srgbClr val="182F49"/>
                </a:solidFill>
                <a:latin typeface="Malgun Gothic"/>
                <a:ea typeface="Malgun Gothic"/>
                <a:cs typeface="Malgun Gothic"/>
              </a:defRPr>
            </a:lvl1pPr>
            <a:lvl2pPr algn="l">
              <a:defRPr sz="2250" b="1">
                <a:solidFill>
                  <a:srgbClr val="182F49"/>
                </a:solidFill>
                <a:latin typeface="Malgun Gothic"/>
                <a:ea typeface="Malgun Gothic"/>
                <a:cs typeface="Malgun Gothic"/>
              </a:defRPr>
            </a:lvl2pPr>
            <a:lvl3pPr algn="l">
              <a:defRPr sz="2250" b="1">
                <a:solidFill>
                  <a:srgbClr val="182F49"/>
                </a:solidFill>
                <a:latin typeface="Malgun Gothic"/>
                <a:ea typeface="Malgun Gothic"/>
                <a:cs typeface="Malgun Gothic"/>
              </a:defRPr>
            </a:lvl3pPr>
            <a:lvl4pPr algn="l">
              <a:defRPr sz="2250" b="1">
                <a:solidFill>
                  <a:srgbClr val="182F49"/>
                </a:solidFill>
                <a:latin typeface="Malgun Gothic"/>
                <a:ea typeface="Malgun Gothic"/>
                <a:cs typeface="Malgun Gothic"/>
              </a:defRPr>
            </a:lvl4pPr>
            <a:lvl5pPr algn="l">
              <a:defRPr sz="2250" b="1">
                <a:solidFill>
                  <a:srgbClr val="182F49"/>
                </a:solidFill>
                <a:latin typeface="Malgun Gothic"/>
                <a:ea typeface="Malgun Gothic"/>
                <a:cs typeface="Malgun Gothic"/>
              </a:defRPr>
            </a:lvl5pPr>
            <a:lvl6pPr algn="l">
              <a:defRPr sz="2250" b="1">
                <a:solidFill>
                  <a:srgbClr val="182F49"/>
                </a:solidFill>
                <a:latin typeface="Malgun Gothic"/>
                <a:ea typeface="Malgun Gothic"/>
                <a:cs typeface="Malgun Gothic"/>
              </a:defRPr>
            </a:lvl6pPr>
            <a:lvl7pPr algn="l">
              <a:defRPr sz="2250" b="1">
                <a:solidFill>
                  <a:srgbClr val="182F49"/>
                </a:solidFill>
                <a:latin typeface="Malgun Gothic"/>
                <a:ea typeface="Malgun Gothic"/>
                <a:cs typeface="Malgun Gothic"/>
              </a:defRPr>
            </a:lvl7pPr>
            <a:lvl8pPr algn="l">
              <a:defRPr sz="2250" b="1">
                <a:solidFill>
                  <a:srgbClr val="182F49"/>
                </a:solidFill>
                <a:latin typeface="Malgun Gothic"/>
                <a:ea typeface="Malgun Gothic"/>
                <a:cs typeface="Malgun Gothic"/>
              </a:defRPr>
            </a:lvl8pPr>
            <a:lvl9pPr algn="l">
              <a:defRPr sz="2250" b="1">
                <a:solidFill>
                  <a:srgbClr val="182F49"/>
                </a:solidFill>
                <a:latin typeface="Malgun Gothic"/>
                <a:ea typeface="Malgun Gothic"/>
                <a:cs typeface="Malgun Gothic"/>
              </a:defRPr>
            </a:lvl9pPr>
          </a:lstStyle>
          <a:p xmlns:a="http://schemas.openxmlformats.org/drawingml/2006/main">
            <a:pPr algn="l">
              <a:defRPr sz="2250" b="1">
                <a:solidFill>
                  <a:srgbClr val="182F49"/>
                </a:solidFill>
                <a:latin typeface="Malgun Gothic"/>
                <a:ea typeface="Malgun Gothic"/>
                <a:cs typeface="Malgun Gothic"/>
              </a:defRPr>
            </a:pPr>
            <a:r>
              <a:rPr sz="2250" b="1">
                <a:solidFill>
                  <a:srgbClr val="182F49"/>
                </a:solidFill>
                <a:latin typeface="Malgun Gothic"/>
                <a:ea typeface="Malgun Gothic"/>
                <a:cs typeface="Malgun Gothic"/>
              </a:rPr>
              <a:t>공공 AI 인재양성</a:t>
            </a:r>
          </a:p>
        </p:txBody>
      </p:sp>
      <p:sp>
        <p:nvSpPr>
          <p:cNvPr id="14" name="직무별 AI 역량 현장 문제 해결">
            <a:extLst xmlns:a="http://schemas.openxmlformats.org/drawingml/2006/main">
              <a:ext uri="{FF2B5EF4-FFF2-40B4-BE49-F238E27FC236}">
                <a16:creationId xmlns:a16="http://schemas.microsoft.com/office/drawing/2014/main" id="{3120AFB7-0BBB-41BC-857C-D09171C14B3E}"/>
              </a:ext>
            </a:extLst>
          </p:cNvPr>
          <p:cNvSpPr>
            <a:spLocks xmlns:a="http://schemas.openxmlformats.org/drawingml/2006/main" noGrp="1"/>
          </p:cNvSpPr>
          <p:nvPr/>
        </p:nvSpPr>
        <p:spPr>
          <a:xfrm xmlns:a="http://schemas.openxmlformats.org/drawingml/2006/main">
            <a:off x="8458200" y="4400550"/>
            <a:ext cx="333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950" b="0">
                <a:solidFill>
                  <a:srgbClr val="5D7183"/>
                </a:solidFill>
                <a:latin typeface="Malgun Gothic"/>
                <a:ea typeface="Malgun Gothic"/>
                <a:cs typeface="Malgun Gothic"/>
              </a:defRPr>
            </a:defPPr>
            <a:lvl1pPr algn="l">
              <a:defRPr sz="1950" b="0">
                <a:solidFill>
                  <a:srgbClr val="5D7183"/>
                </a:solidFill>
                <a:latin typeface="Malgun Gothic"/>
                <a:ea typeface="Malgun Gothic"/>
                <a:cs typeface="Malgun Gothic"/>
              </a:defRPr>
            </a:lvl1pPr>
            <a:lvl2pPr algn="l">
              <a:defRPr sz="1950" b="0">
                <a:solidFill>
                  <a:srgbClr val="5D7183"/>
                </a:solidFill>
                <a:latin typeface="Malgun Gothic"/>
                <a:ea typeface="Malgun Gothic"/>
                <a:cs typeface="Malgun Gothic"/>
              </a:defRPr>
            </a:lvl2pPr>
            <a:lvl3pPr algn="l">
              <a:defRPr sz="1950" b="0">
                <a:solidFill>
                  <a:srgbClr val="5D7183"/>
                </a:solidFill>
                <a:latin typeface="Malgun Gothic"/>
                <a:ea typeface="Malgun Gothic"/>
                <a:cs typeface="Malgun Gothic"/>
              </a:defRPr>
            </a:lvl3pPr>
            <a:lvl4pPr algn="l">
              <a:defRPr sz="1950" b="0">
                <a:solidFill>
                  <a:srgbClr val="5D7183"/>
                </a:solidFill>
                <a:latin typeface="Malgun Gothic"/>
                <a:ea typeface="Malgun Gothic"/>
                <a:cs typeface="Malgun Gothic"/>
              </a:defRPr>
            </a:lvl4pPr>
            <a:lvl5pPr algn="l">
              <a:defRPr sz="1950" b="0">
                <a:solidFill>
                  <a:srgbClr val="5D7183"/>
                </a:solidFill>
                <a:latin typeface="Malgun Gothic"/>
                <a:ea typeface="Malgun Gothic"/>
                <a:cs typeface="Malgun Gothic"/>
              </a:defRPr>
            </a:lvl5pPr>
            <a:lvl6pPr algn="l">
              <a:defRPr sz="1950" b="0">
                <a:solidFill>
                  <a:srgbClr val="5D7183"/>
                </a:solidFill>
                <a:latin typeface="Malgun Gothic"/>
                <a:ea typeface="Malgun Gothic"/>
                <a:cs typeface="Malgun Gothic"/>
              </a:defRPr>
            </a:lvl6pPr>
            <a:lvl7pPr algn="l">
              <a:defRPr sz="1950" b="0">
                <a:solidFill>
                  <a:srgbClr val="5D7183"/>
                </a:solidFill>
                <a:latin typeface="Malgun Gothic"/>
                <a:ea typeface="Malgun Gothic"/>
                <a:cs typeface="Malgun Gothic"/>
              </a:defRPr>
            </a:lvl7pPr>
            <a:lvl8pPr algn="l">
              <a:defRPr sz="1950" b="0">
                <a:solidFill>
                  <a:srgbClr val="5D7183"/>
                </a:solidFill>
                <a:latin typeface="Malgun Gothic"/>
                <a:ea typeface="Malgun Gothic"/>
                <a:cs typeface="Malgun Gothic"/>
              </a:defRPr>
            </a:lvl8pPr>
            <a:lvl9pPr algn="l">
              <a:defRPr sz="1950" b="0">
                <a:solidFill>
                  <a:srgbClr val="5D7183"/>
                </a:solidFill>
                <a:latin typeface="Malgun Gothic"/>
                <a:ea typeface="Malgun Gothic"/>
                <a:cs typeface="Malgun Gothic"/>
              </a:defRPr>
            </a:lvl9pPr>
          </a:lstStyle>
          <a:p xmlns:a="http://schemas.openxmlformats.org/drawingml/2006/main">
            <a:pPr algn="l">
              <a:defRPr sz="1950" b="0">
                <a:solidFill>
                  <a:srgbClr val="5D7183"/>
                </a:solidFill>
                <a:latin typeface="Malgun Gothic"/>
                <a:ea typeface="Malgun Gothic"/>
                <a:cs typeface="Malgun Gothic"/>
              </a:defRPr>
            </a:pPr>
            <a:r>
              <a:rPr sz="1950" b="0">
                <a:solidFill>
                  <a:srgbClr val="5D7183"/>
                </a:solidFill>
                <a:latin typeface="Malgun Gothic"/>
                <a:ea typeface="Malgun Gothic"/>
                <a:cs typeface="Malgun Gothic"/>
              </a:rPr>
              <a:t>직무별 AI 역량</a:t>
            </a:r>
          </a:p>
          <a:p xmlns:a="http://schemas.openxmlformats.org/drawingml/2006/main">
            <a:pPr algn="l">
              <a:defRPr sz="1950" b="0">
                <a:solidFill>
                  <a:srgbClr val="5D7183"/>
                </a:solidFill>
                <a:latin typeface="Malgun Gothic"/>
                <a:ea typeface="Malgun Gothic"/>
                <a:cs typeface="Malgun Gothic"/>
              </a:defRPr>
            </a:pPr>
            <a:r>
              <a:rPr sz="1950" b="0">
                <a:solidFill>
                  <a:srgbClr val="5D7183"/>
                </a:solidFill>
                <a:latin typeface="Malgun Gothic"/>
                <a:ea typeface="Malgun Gothic"/>
                <a:cs typeface="Malgun Gothic"/>
              </a:rPr>
              <a:t>현장 문제 해결</a:t>
            </a:r>
          </a:p>
        </p:txBody>
      </p:sp>
      <p:sp>
        <p:nvSpPr>
          <p:cNvPr id="15" name="">
            <a:extLst xmlns:a="http://schemas.openxmlformats.org/drawingml/2006/main">
              <a:ext uri="{FF2B5EF4-FFF2-40B4-BE49-F238E27FC236}">
                <a16:creationId xmlns:a16="http://schemas.microsoft.com/office/drawing/2014/main" id="{423541F9-0105-4AFB-BE38-463AC3DE0323}"/>
              </a:ext>
            </a:extLst>
          </p:cNvPr>
          <p:cNvSpPr>
            <a:spLocks xmlns:a="http://schemas.openxmlformats.org/drawingml/2006/main" noGrp="1"/>
          </p:cNvSpPr>
          <p:nvPr/>
        </p:nvSpPr>
        <p:spPr>
          <a:xfrm xmlns:a="http://schemas.openxmlformats.org/drawingml/2006/main">
            <a:off x="1171575" y="3409950"/>
            <a:ext cx="3124200" cy="0"/>
          </a:xfrm>
          <a:prstGeom xmlns:a="http://schemas.openxmlformats.org/drawingml/2006/main" prst="line">
            <a:avLst/>
          </a:prstGeom>
          <a:noFill xmlns:a="http://schemas.openxmlformats.org/drawingml/2006/main"/>
          <a:ln xmlns:a="http://schemas.openxmlformats.org/drawingml/2006/main" w="19050">
            <a:solidFill>
              <a:srgbClr val="B8DAD5"/>
            </a:solidFill>
            <a:prstDash val="solid"/>
          </a:ln>
        </p:spPr>
      </p:sp>
      <p:sp>
        <p:nvSpPr>
          <p:cNvPr id="16" name="">
            <a:extLst xmlns:a="http://schemas.openxmlformats.org/drawingml/2006/main">
              <a:ext uri="{FF2B5EF4-FFF2-40B4-BE49-F238E27FC236}">
                <a16:creationId xmlns:a16="http://schemas.microsoft.com/office/drawing/2014/main" id="{ACC82838-D6A9-4A44-B81E-E3EEB6F9BEA2}"/>
              </a:ext>
            </a:extLst>
          </p:cNvPr>
          <p:cNvSpPr>
            <a:spLocks xmlns:a="http://schemas.openxmlformats.org/drawingml/2006/main" noGrp="1"/>
          </p:cNvSpPr>
          <p:nvPr/>
        </p:nvSpPr>
        <p:spPr>
          <a:xfrm xmlns:a="http://schemas.openxmlformats.org/drawingml/2006/main">
            <a:off x="5095875" y="3409950"/>
            <a:ext cx="3124200" cy="0"/>
          </a:xfrm>
          <a:prstGeom xmlns:a="http://schemas.openxmlformats.org/drawingml/2006/main" prst="line">
            <a:avLst/>
          </a:prstGeom>
          <a:noFill xmlns:a="http://schemas.openxmlformats.org/drawingml/2006/main"/>
          <a:ln xmlns:a="http://schemas.openxmlformats.org/drawingml/2006/main" w="19050">
            <a:solidFill>
              <a:srgbClr val="B8DAD5"/>
            </a:solidFill>
            <a:prstDash val="solid"/>
          </a:ln>
        </p:spPr>
      </p:sp>
      <p:sp>
        <p:nvSpPr>
          <p:cNvPr id="17" name="협업 방식">
            <a:extLst xmlns:a="http://schemas.openxmlformats.org/drawingml/2006/main">
              <a:ext uri="{FF2B5EF4-FFF2-40B4-BE49-F238E27FC236}">
                <a16:creationId xmlns:a16="http://schemas.microsoft.com/office/drawing/2014/main" id="{E814E2DE-9618-429E-B165-54B5378D46A7}"/>
              </a:ext>
            </a:extLst>
          </p:cNvPr>
          <p:cNvSpPr>
            <a:spLocks xmlns:a="http://schemas.openxmlformats.org/drawingml/2006/main" noGrp="1"/>
          </p:cNvSpPr>
          <p:nvPr/>
        </p:nvSpPr>
        <p:spPr>
          <a:xfrm xmlns:a="http://schemas.openxmlformats.org/drawingml/2006/main">
            <a:off x="609600" y="5638800"/>
            <a:ext cx="2952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00" b="1">
                <a:solidFill>
                  <a:srgbClr val="182F49"/>
                </a:solidFill>
                <a:latin typeface="Malgun Gothic"/>
                <a:ea typeface="Malgun Gothic"/>
                <a:cs typeface="Malgun Gothic"/>
              </a:defRPr>
            </a:defPPr>
            <a:lvl1pPr algn="l">
              <a:defRPr sz="2100" b="1">
                <a:solidFill>
                  <a:srgbClr val="182F49"/>
                </a:solidFill>
                <a:latin typeface="Malgun Gothic"/>
                <a:ea typeface="Malgun Gothic"/>
                <a:cs typeface="Malgun Gothic"/>
              </a:defRPr>
            </a:lvl1pPr>
            <a:lvl2pPr algn="l">
              <a:defRPr sz="2100" b="1">
                <a:solidFill>
                  <a:srgbClr val="182F49"/>
                </a:solidFill>
                <a:latin typeface="Malgun Gothic"/>
                <a:ea typeface="Malgun Gothic"/>
                <a:cs typeface="Malgun Gothic"/>
              </a:defRPr>
            </a:lvl2pPr>
            <a:lvl3pPr algn="l">
              <a:defRPr sz="2100" b="1">
                <a:solidFill>
                  <a:srgbClr val="182F49"/>
                </a:solidFill>
                <a:latin typeface="Malgun Gothic"/>
                <a:ea typeface="Malgun Gothic"/>
                <a:cs typeface="Malgun Gothic"/>
              </a:defRPr>
            </a:lvl3pPr>
            <a:lvl4pPr algn="l">
              <a:defRPr sz="2100" b="1">
                <a:solidFill>
                  <a:srgbClr val="182F49"/>
                </a:solidFill>
                <a:latin typeface="Malgun Gothic"/>
                <a:ea typeface="Malgun Gothic"/>
                <a:cs typeface="Malgun Gothic"/>
              </a:defRPr>
            </a:lvl4pPr>
            <a:lvl5pPr algn="l">
              <a:defRPr sz="2100" b="1">
                <a:solidFill>
                  <a:srgbClr val="182F49"/>
                </a:solidFill>
                <a:latin typeface="Malgun Gothic"/>
                <a:ea typeface="Malgun Gothic"/>
                <a:cs typeface="Malgun Gothic"/>
              </a:defRPr>
            </a:lvl5pPr>
            <a:lvl6pPr algn="l">
              <a:defRPr sz="2100" b="1">
                <a:solidFill>
                  <a:srgbClr val="182F49"/>
                </a:solidFill>
                <a:latin typeface="Malgun Gothic"/>
                <a:ea typeface="Malgun Gothic"/>
                <a:cs typeface="Malgun Gothic"/>
              </a:defRPr>
            </a:lvl6pPr>
            <a:lvl7pPr algn="l">
              <a:defRPr sz="2100" b="1">
                <a:solidFill>
                  <a:srgbClr val="182F49"/>
                </a:solidFill>
                <a:latin typeface="Malgun Gothic"/>
                <a:ea typeface="Malgun Gothic"/>
                <a:cs typeface="Malgun Gothic"/>
              </a:defRPr>
            </a:lvl7pPr>
            <a:lvl8pPr algn="l">
              <a:defRPr sz="2100" b="1">
                <a:solidFill>
                  <a:srgbClr val="182F49"/>
                </a:solidFill>
                <a:latin typeface="Malgun Gothic"/>
                <a:ea typeface="Malgun Gothic"/>
                <a:cs typeface="Malgun Gothic"/>
              </a:defRPr>
            </a:lvl8pPr>
            <a:lvl9pPr algn="l">
              <a:defRPr sz="2100" b="1">
                <a:solidFill>
                  <a:srgbClr val="182F49"/>
                </a:solidFill>
                <a:latin typeface="Malgun Gothic"/>
                <a:ea typeface="Malgun Gothic"/>
                <a:cs typeface="Malgun Gothic"/>
              </a:defRPr>
            </a:lvl9pPr>
          </a:lstStyle>
          <a:p xmlns:a="http://schemas.openxmlformats.org/drawingml/2006/main">
            <a:pPr algn="l">
              <a:defRPr sz="2100" b="1">
                <a:solidFill>
                  <a:srgbClr val="182F49"/>
                </a:solidFill>
                <a:latin typeface="Malgun Gothic"/>
                <a:ea typeface="Malgun Gothic"/>
                <a:cs typeface="Malgun Gothic"/>
              </a:defRPr>
            </a:pPr>
            <a:r>
              <a:rPr sz="2100" b="1">
                <a:solidFill>
                  <a:srgbClr val="182F49"/>
                </a:solidFill>
                <a:latin typeface="Malgun Gothic"/>
                <a:ea typeface="Malgun Gothic"/>
                <a:cs typeface="Malgun Gothic"/>
              </a:rPr>
              <a:t>협업 방식</a:t>
            </a:r>
          </a:p>
        </p:txBody>
      </p:sp>
      <p:sp>
        <p:nvSpPr>
          <p:cNvPr id="18" name="연결된 업무 기반">
            <a:extLst xmlns:a="http://schemas.openxmlformats.org/drawingml/2006/main">
              <a:ext uri="{FF2B5EF4-FFF2-40B4-BE49-F238E27FC236}">
                <a16:creationId xmlns:a16="http://schemas.microsoft.com/office/drawing/2014/main" id="{ABEDE0C5-FC6C-4353-847A-A85B5EF41968}"/>
              </a:ext>
            </a:extLst>
          </p:cNvPr>
          <p:cNvSpPr>
            <a:spLocks xmlns:a="http://schemas.openxmlformats.org/drawingml/2006/main" noGrp="1"/>
          </p:cNvSpPr>
          <p:nvPr/>
        </p:nvSpPr>
        <p:spPr>
          <a:xfrm xmlns:a="http://schemas.openxmlformats.org/drawingml/2006/main">
            <a:off x="4533900" y="5638800"/>
            <a:ext cx="3333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00" b="1">
                <a:solidFill>
                  <a:srgbClr val="182F49"/>
                </a:solidFill>
                <a:latin typeface="Malgun Gothic"/>
                <a:ea typeface="Malgun Gothic"/>
                <a:cs typeface="Malgun Gothic"/>
              </a:defRPr>
            </a:defPPr>
            <a:lvl1pPr algn="l">
              <a:defRPr sz="2100" b="1">
                <a:solidFill>
                  <a:srgbClr val="182F49"/>
                </a:solidFill>
                <a:latin typeface="Malgun Gothic"/>
                <a:ea typeface="Malgun Gothic"/>
                <a:cs typeface="Malgun Gothic"/>
              </a:defRPr>
            </a:lvl1pPr>
            <a:lvl2pPr algn="l">
              <a:defRPr sz="2100" b="1">
                <a:solidFill>
                  <a:srgbClr val="182F49"/>
                </a:solidFill>
                <a:latin typeface="Malgun Gothic"/>
                <a:ea typeface="Malgun Gothic"/>
                <a:cs typeface="Malgun Gothic"/>
              </a:defRPr>
            </a:lvl2pPr>
            <a:lvl3pPr algn="l">
              <a:defRPr sz="2100" b="1">
                <a:solidFill>
                  <a:srgbClr val="182F49"/>
                </a:solidFill>
                <a:latin typeface="Malgun Gothic"/>
                <a:ea typeface="Malgun Gothic"/>
                <a:cs typeface="Malgun Gothic"/>
              </a:defRPr>
            </a:lvl3pPr>
            <a:lvl4pPr algn="l">
              <a:defRPr sz="2100" b="1">
                <a:solidFill>
                  <a:srgbClr val="182F49"/>
                </a:solidFill>
                <a:latin typeface="Malgun Gothic"/>
                <a:ea typeface="Malgun Gothic"/>
                <a:cs typeface="Malgun Gothic"/>
              </a:defRPr>
            </a:lvl4pPr>
            <a:lvl5pPr algn="l">
              <a:defRPr sz="2100" b="1">
                <a:solidFill>
                  <a:srgbClr val="182F49"/>
                </a:solidFill>
                <a:latin typeface="Malgun Gothic"/>
                <a:ea typeface="Malgun Gothic"/>
                <a:cs typeface="Malgun Gothic"/>
              </a:defRPr>
            </a:lvl5pPr>
            <a:lvl6pPr algn="l">
              <a:defRPr sz="2100" b="1">
                <a:solidFill>
                  <a:srgbClr val="182F49"/>
                </a:solidFill>
                <a:latin typeface="Malgun Gothic"/>
                <a:ea typeface="Malgun Gothic"/>
                <a:cs typeface="Malgun Gothic"/>
              </a:defRPr>
            </a:lvl6pPr>
            <a:lvl7pPr algn="l">
              <a:defRPr sz="2100" b="1">
                <a:solidFill>
                  <a:srgbClr val="182F49"/>
                </a:solidFill>
                <a:latin typeface="Malgun Gothic"/>
                <a:ea typeface="Malgun Gothic"/>
                <a:cs typeface="Malgun Gothic"/>
              </a:defRPr>
            </a:lvl7pPr>
            <a:lvl8pPr algn="l">
              <a:defRPr sz="2100" b="1">
                <a:solidFill>
                  <a:srgbClr val="182F49"/>
                </a:solidFill>
                <a:latin typeface="Malgun Gothic"/>
                <a:ea typeface="Malgun Gothic"/>
                <a:cs typeface="Malgun Gothic"/>
              </a:defRPr>
            </a:lvl8pPr>
            <a:lvl9pPr algn="l">
              <a:defRPr sz="2100" b="1">
                <a:solidFill>
                  <a:srgbClr val="182F49"/>
                </a:solidFill>
                <a:latin typeface="Malgun Gothic"/>
                <a:ea typeface="Malgun Gothic"/>
                <a:cs typeface="Malgun Gothic"/>
              </a:defRPr>
            </a:lvl9pPr>
          </a:lstStyle>
          <a:p xmlns:a="http://schemas.openxmlformats.org/drawingml/2006/main">
            <a:pPr algn="l">
              <a:defRPr sz="2100" b="1">
                <a:solidFill>
                  <a:srgbClr val="182F49"/>
                </a:solidFill>
                <a:latin typeface="Malgun Gothic"/>
                <a:ea typeface="Malgun Gothic"/>
                <a:cs typeface="Malgun Gothic"/>
              </a:defRPr>
            </a:pPr>
            <a:r>
              <a:rPr sz="2100" b="1">
                <a:solidFill>
                  <a:srgbClr val="182F49"/>
                </a:solidFill>
                <a:latin typeface="Malgun Gothic"/>
                <a:ea typeface="Malgun Gothic"/>
                <a:cs typeface="Malgun Gothic"/>
              </a:rPr>
              <a:t>연결된 업무 기반</a:t>
            </a:r>
          </a:p>
        </p:txBody>
      </p:sp>
      <p:sp>
        <p:nvSpPr>
          <p:cNvPr id="19" name="실행하는 사람">
            <a:extLst xmlns:a="http://schemas.openxmlformats.org/drawingml/2006/main">
              <a:ext uri="{FF2B5EF4-FFF2-40B4-BE49-F238E27FC236}">
                <a16:creationId xmlns:a16="http://schemas.microsoft.com/office/drawing/2014/main" id="{D5B763CF-C1BB-4A93-93E0-D30BA991A6C9}"/>
              </a:ext>
            </a:extLst>
          </p:cNvPr>
          <p:cNvSpPr>
            <a:spLocks xmlns:a="http://schemas.openxmlformats.org/drawingml/2006/main" noGrp="1"/>
          </p:cNvSpPr>
          <p:nvPr/>
        </p:nvSpPr>
        <p:spPr>
          <a:xfrm xmlns:a="http://schemas.openxmlformats.org/drawingml/2006/main">
            <a:off x="8458200" y="5638800"/>
            <a:ext cx="3143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00" b="1">
                <a:solidFill>
                  <a:srgbClr val="182F49"/>
                </a:solidFill>
                <a:latin typeface="Malgun Gothic"/>
                <a:ea typeface="Malgun Gothic"/>
                <a:cs typeface="Malgun Gothic"/>
              </a:defRPr>
            </a:defPPr>
            <a:lvl1pPr algn="l">
              <a:defRPr sz="2100" b="1">
                <a:solidFill>
                  <a:srgbClr val="182F49"/>
                </a:solidFill>
                <a:latin typeface="Malgun Gothic"/>
                <a:ea typeface="Malgun Gothic"/>
                <a:cs typeface="Malgun Gothic"/>
              </a:defRPr>
            </a:lvl1pPr>
            <a:lvl2pPr algn="l">
              <a:defRPr sz="2100" b="1">
                <a:solidFill>
                  <a:srgbClr val="182F49"/>
                </a:solidFill>
                <a:latin typeface="Malgun Gothic"/>
                <a:ea typeface="Malgun Gothic"/>
                <a:cs typeface="Malgun Gothic"/>
              </a:defRPr>
            </a:lvl2pPr>
            <a:lvl3pPr algn="l">
              <a:defRPr sz="2100" b="1">
                <a:solidFill>
                  <a:srgbClr val="182F49"/>
                </a:solidFill>
                <a:latin typeface="Malgun Gothic"/>
                <a:ea typeface="Malgun Gothic"/>
                <a:cs typeface="Malgun Gothic"/>
              </a:defRPr>
            </a:lvl3pPr>
            <a:lvl4pPr algn="l">
              <a:defRPr sz="2100" b="1">
                <a:solidFill>
                  <a:srgbClr val="182F49"/>
                </a:solidFill>
                <a:latin typeface="Malgun Gothic"/>
                <a:ea typeface="Malgun Gothic"/>
                <a:cs typeface="Malgun Gothic"/>
              </a:defRPr>
            </a:lvl4pPr>
            <a:lvl5pPr algn="l">
              <a:defRPr sz="2100" b="1">
                <a:solidFill>
                  <a:srgbClr val="182F49"/>
                </a:solidFill>
                <a:latin typeface="Malgun Gothic"/>
                <a:ea typeface="Malgun Gothic"/>
                <a:cs typeface="Malgun Gothic"/>
              </a:defRPr>
            </a:lvl5pPr>
            <a:lvl6pPr algn="l">
              <a:defRPr sz="2100" b="1">
                <a:solidFill>
                  <a:srgbClr val="182F49"/>
                </a:solidFill>
                <a:latin typeface="Malgun Gothic"/>
                <a:ea typeface="Malgun Gothic"/>
                <a:cs typeface="Malgun Gothic"/>
              </a:defRPr>
            </a:lvl6pPr>
            <a:lvl7pPr algn="l">
              <a:defRPr sz="2100" b="1">
                <a:solidFill>
                  <a:srgbClr val="182F49"/>
                </a:solidFill>
                <a:latin typeface="Malgun Gothic"/>
                <a:ea typeface="Malgun Gothic"/>
                <a:cs typeface="Malgun Gothic"/>
              </a:defRPr>
            </a:lvl7pPr>
            <a:lvl8pPr algn="l">
              <a:defRPr sz="2100" b="1">
                <a:solidFill>
                  <a:srgbClr val="182F49"/>
                </a:solidFill>
                <a:latin typeface="Malgun Gothic"/>
                <a:ea typeface="Malgun Gothic"/>
                <a:cs typeface="Malgun Gothic"/>
              </a:defRPr>
            </a:lvl8pPr>
            <a:lvl9pPr algn="l">
              <a:defRPr sz="2100" b="1">
                <a:solidFill>
                  <a:srgbClr val="182F49"/>
                </a:solidFill>
                <a:latin typeface="Malgun Gothic"/>
                <a:ea typeface="Malgun Gothic"/>
                <a:cs typeface="Malgun Gothic"/>
              </a:defRPr>
            </a:lvl9pPr>
          </a:lstStyle>
          <a:p xmlns:a="http://schemas.openxmlformats.org/drawingml/2006/main">
            <a:pPr algn="l">
              <a:defRPr sz="2100" b="1">
                <a:solidFill>
                  <a:srgbClr val="182F49"/>
                </a:solidFill>
                <a:latin typeface="Malgun Gothic"/>
                <a:ea typeface="Malgun Gothic"/>
                <a:cs typeface="Malgun Gothic"/>
              </a:defRPr>
            </a:pPr>
            <a:r>
              <a:rPr sz="2100" b="1">
                <a:solidFill>
                  <a:srgbClr val="182F49"/>
                </a:solidFill>
                <a:latin typeface="Malgun Gothic"/>
                <a:ea typeface="Malgun Gothic"/>
                <a:cs typeface="Malgun Gothic"/>
              </a:rPr>
              <a:t>실행하는 사람</a:t>
            </a:r>
          </a:p>
        </p:txBody>
      </p:sp>
    </p:spTree>
    <p:extLst>
      <p:ext uri="{BB962C8B-B14F-4D97-AF65-F5344CB8AC3E}">
        <p14:creationId xmlns:p14="http://schemas.microsoft.com/office/powerpoint/2010/main" val="153783728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2026-10-22T14:05:05.8610000Z</dcterms:created>
  <dcterms:modified xsi:type="dcterms:W3CDTF">2026-10-22T14:05:05.8620000Z</dcterms:modified>
</coreProperties>
</file>