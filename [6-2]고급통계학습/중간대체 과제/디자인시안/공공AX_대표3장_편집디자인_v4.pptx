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4879b4f8ec48cb" /><Relationship Type="http://schemas.openxmlformats.org/officeDocument/2006/relationships/extended-properties" Target="/docProps/app.xml" Id="R2ee50db7c4ed469e" /><Relationship Type="http://schemas.openxmlformats.org/officeDocument/2006/relationships/officeDocument" Target="/ppt/presentation.xml" Id="R72595099a0f1488f" /></Relationships>
</file>

<file path=ppt/presentation.xml><?xml version="1.0" encoding="utf-8"?>
<p:presentation xmlns:p="http://schemas.openxmlformats.org/presentationml/2006/main">
  <p:sldMasterIdLst>
    <p:sldMasterId xmlns:r="http://schemas.openxmlformats.org/officeDocument/2006/relationships" id="2147483648" r:id="R43c5280170674ee4"/>
  </p:sldMasterIdLst>
  <p:notesMasterIdLst>
    <p:notesMasterId xmlns:r="http://schemas.openxmlformats.org/officeDocument/2006/relationships" r:id="Rbf83e60a002042a6"/>
  </p:notesMasterIdLst>
  <p:sldIdLst>
    <p:sldId xmlns:r="http://schemas.openxmlformats.org/officeDocument/2006/relationships" id="256" r:id="R91bc54c92d5540ea"/>
    <p:sldId xmlns:r="http://schemas.openxmlformats.org/officeDocument/2006/relationships" id="257" r:id="R0d853ced31074b23"/>
    <p:sldId xmlns:r="http://schemas.openxmlformats.org/officeDocument/2006/relationships" id="258" r:id="R875a6cc2eff947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9276a5d6de4134" /><Relationship Type="http://schemas.openxmlformats.org/officeDocument/2006/relationships/slideMaster" Target="/ppt/slideMasters/slideMaster1.xml" Id="R43c5280170674ee4" /><Relationship Type="http://schemas.openxmlformats.org/officeDocument/2006/relationships/notesMaster" Target="/ppt/notesMasters/notesMaster1.xml" Id="Rbf83e60a002042a6" /><Relationship Type="http://schemas.openxmlformats.org/officeDocument/2006/relationships/presProps" Target="/ppt/presProps.xml" Id="Rd6e89e40826f43d5" /><Relationship Type="http://schemas.openxmlformats.org/officeDocument/2006/relationships/tableStyles" Target="/ppt/tableStyles.xml" Id="R494a8e5492704949" /><Relationship Type="http://schemas.openxmlformats.org/officeDocument/2006/relationships/slide" Target="/ppt/slides/slide1.xml" Id="R91bc54c92d5540ea" /><Relationship Type="http://schemas.openxmlformats.org/officeDocument/2006/relationships/slide" Target="/ppt/slides/slide2.xml" Id="R0d853ced31074b23" /><Relationship Type="http://schemas.openxmlformats.org/officeDocument/2006/relationships/slide" Target="/ppt/slides/slide3.xml" Id="R875a6cc2eff947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88db840dd144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f882803e1e4ab7" /><Relationship Type="http://schemas.openxmlformats.org/officeDocument/2006/relationships/notesMaster" Target="/ppt/notesMasters/notesMaster1.xml" Id="R73600ce564a54b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7e845b14c04b20" /><Relationship Type="http://schemas.openxmlformats.org/officeDocument/2006/relationships/notesMaster" Target="/ppt/notesMasters/notesMaster1.xml" Id="R8784274254a646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01b81ffe4143aa" /><Relationship Type="http://schemas.openxmlformats.org/officeDocument/2006/relationships/notesMaster" Target="/ppt/notesMasters/notesMaster1.xml" Id="R9a87814e58cc44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공공AX는 정부 업무와 국민 서비스를 데이터와 AI 기반으로 재설계하는 방향이다. 국가인공지능전략위원회는 2026년 2월 25일 대한민국 인공지능행동계획을 최종 확정했다. 3대 정책축·12대 전략분야 중 공공AX는 두 번째 정책축인 범국가 AI 기반 대전환의 공공 인공지능 대전환에 해당한다. 화면의 오른쪽 도식은 이 위치를 보여준다.</a:t>
            </a:r>
          </a:p>
          <a:p xmlns:a="http://schemas.openxmlformats.org/drawingml/2006/main">
            <a:r>
              <a:t>출처: 외교부 대한민국 AI 행동계획 https://www.mofa.go.kr/www/wpge/m_29685/contents.do ; 국가인공지능전략위원회 https://www.aikorea.go.kr/upload/contents/contents_01.html ; 공공AX.pdf 본문 88~89쪽.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발표자는 원문의 15개 과제를 4대 전략목표와 2대 공통 관리체계로 재구성했다. 이는 공식 분류가 아니다. 행정업무 혁신, 국민 서비스 혁신, AI·데이터 생태계, 신뢰 기반 공공 AI가 변화의 네 영역이다. 추진 지원과 성과관리는 네 영역을 함께 뒷받침한다. 번호는 원문의 과제 50~64를 순서대로 ①~⑮로 바꾼 것이다.</a:t>
            </a:r>
          </a:p>
          <a:p xmlns:a="http://schemas.openxmlformats.org/drawingml/2006/main">
            <a:r>
              <a:t>출처: 공공AX.pdf 본문 89쪽 15개 과제 및 88~106쪽 설명. 발표자료 목차_수정.md 슬라이드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행정업무 혁신은 AI와 함께 일하는 방식, 연결된 업무 기반, 이를 실행하는 사람의 역량을 함께 설계하는 과제로 설명한다. 협업체계는 AI를 안전하게 사용하고 문서와 지식을 표준화하는 기반을 마련한다. 업무관리 플랫폼은 부처별로 흩어진 업무·데이터·정책 맥락을 연결한다. 공공 AI 인재양성은 직무별 교육과 실습을 통해 현장 문제 해결 역량을 높이는 방향이다. 화면의 연결선은 세 과제가 함께 작동해야 함을 의미하며 시간순 절차를 뜻하지 않는다. 시행 완료된 성과가 아니라 계획의 방향으로 설명한다.</a:t>
            </a:r>
          </a:p>
          <a:p xmlns:a="http://schemas.openxmlformats.org/drawingml/2006/main">
            <a:r>
              <a:t>출처: 공공AX.pdf 본문 89~91쪽(과제 50·51), 93쪽(과제 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b64bc993aa45b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277638b37b437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7757e71bac4d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5a3e7e8103488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4e1afefda44c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3350339dcb49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DFC0C2-1E7D-4FEA-B55C-A09A1FDED0D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4A485F-452E-44D8-9596-8CC4F8A3CB1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9DF2872-227B-4FD7-B8B5-AB398243597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3B441D-B2A1-454B-9EF1-4CFD846FC2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5169B4E-DB9B-4411-97F2-4CA1BEC9C77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F91D10F-FEA8-4DC4-8345-9281E9D56C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56AE40-5958-410F-A3EB-7DC53E4CF7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962D7E-A8FF-4373-8821-8AAAE4CAA1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1F3AFA-7761-4D80-A9C4-1EA9EFF98E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647C74-827F-4875-AD00-119E481921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e1c212004f42cb" /><Relationship Type="http://schemas.openxmlformats.org/officeDocument/2006/relationships/slideLayout" Target="/ppt/slideLayouts/slideLayout1.xml" Id="R986413797acb464d" /><Relationship Type="http://schemas.openxmlformats.org/officeDocument/2006/relationships/slideLayout" Target="/ppt/slideLayouts/slideLayout2.xml" Id="R6a3ae80faaf54caa" /><Relationship Type="http://schemas.openxmlformats.org/officeDocument/2006/relationships/slideLayout" Target="/ppt/slideLayouts/slideLayout3.xml" Id="R2593344a582243d7" /><Relationship Type="http://schemas.openxmlformats.org/officeDocument/2006/relationships/slideLayout" Target="/ppt/slideLayouts/slideLayout4.xml" Id="Rc595cae192cf4eed" /><Relationship Type="http://schemas.openxmlformats.org/officeDocument/2006/relationships/slideLayout" Target="/ppt/slideLayouts/slideLayout5.xml" Id="Rcf76ff806f1746b3" /><Relationship Type="http://schemas.openxmlformats.org/officeDocument/2006/relationships/slideLayout" Target="/ppt/slideLayouts/slideLayout6.xml" Id="Rebd489b0131a42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6413797acb464d"/>
    <p:sldLayoutId xmlns:r="http://schemas.openxmlformats.org/officeDocument/2006/relationships" id="2147483650" r:id="R6a3ae80faaf54caa"/>
    <p:sldLayoutId xmlns:r="http://schemas.openxmlformats.org/officeDocument/2006/relationships" id="2147483651" r:id="R2593344a582243d7"/>
    <p:sldLayoutId xmlns:r="http://schemas.openxmlformats.org/officeDocument/2006/relationships" id="2147483652" r:id="Rc595cae192cf4eed"/>
    <p:sldLayoutId xmlns:r="http://schemas.openxmlformats.org/officeDocument/2006/relationships" id="2147483653" r:id="Rcf76ff806f1746b3"/>
    <p:sldLayoutId xmlns:r="http://schemas.openxmlformats.org/officeDocument/2006/relationships" id="2147483654" r:id="Rebd489b0131a42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fb146b7bcac4559" /><Relationship Type="http://schemas.openxmlformats.org/officeDocument/2006/relationships/notesSlide" Target="/ppt/notesSlides/notesSlide1.xml" Id="R3e97fd5b51fb4d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73ca97fdd62404e" /><Relationship Type="http://schemas.openxmlformats.org/officeDocument/2006/relationships/notesSlide" Target="/ppt/notesSlides/notesSlide2.xml" Id="R86c8d8e54b1047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cb2d6a95f1a4527" /><Relationship Type="http://schemas.openxmlformats.org/officeDocument/2006/relationships/notesSlide" Target="/ppt/notesSlides/notesSlide3.xml" Id="R604e8865cb7b4e04" /></Relationships>
</file>

<file path=ppt/slides/slide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9" name="01">
            <a:extLst xmlns:a="http://schemas.openxmlformats.org/drawingml/2006/main">
              <a:ext uri="{FF2B5EF4-FFF2-40B4-BE49-F238E27FC236}">
                <a16:creationId xmlns:a16="http://schemas.microsoft.com/office/drawing/2014/main" id="{ACA2DD3E-9418-4DA3-B4C9-A7398054B4D8}"/>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01</a:t>
            </a:r>
          </a:p>
        </p:txBody>
      </p:sp>
      <p:sp>
        <p:nvSpPr>
          <p:cNvPr id="2" name="고급통계학습   중간대체 과제">
            <a:extLst xmlns:a="http://schemas.openxmlformats.org/drawingml/2006/main">
              <a:ext uri="{FF2B5EF4-FFF2-40B4-BE49-F238E27FC236}">
                <a16:creationId xmlns:a16="http://schemas.microsoft.com/office/drawing/2014/main" id="{CBB70BA4-EEA5-477C-A671-B4D7EA528428}"/>
              </a:ext>
            </a:extLst>
          </p:cNvPr>
          <p:cNvSpPr>
            <a:spLocks xmlns:a="http://schemas.openxmlformats.org/drawingml/2006/main" noGrp="1"/>
          </p:cNvSpPr>
          <p:nvPr/>
        </p:nvSpPr>
        <p:spPr>
          <a:xfrm xmlns:a="http://schemas.openxmlformats.org/drawingml/2006/main">
            <a:off x="609600" y="504825"/>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고급통계학습   중간대체 과제</a:t>
            </a:r>
          </a:p>
        </p:txBody>
      </p:sp>
      <p:sp>
        <p:nvSpPr>
          <p:cNvPr id="3" name="공공AX">
            <a:extLst xmlns:a="http://schemas.openxmlformats.org/drawingml/2006/main">
              <a:ext uri="{FF2B5EF4-FFF2-40B4-BE49-F238E27FC236}">
                <a16:creationId xmlns:a16="http://schemas.microsoft.com/office/drawing/2014/main" id="{2E66CB05-C215-4503-A506-996EF0DF3346}"/>
              </a:ext>
            </a:extLst>
          </p:cNvPr>
          <p:cNvSpPr>
            <a:spLocks xmlns:a="http://schemas.openxmlformats.org/drawingml/2006/main" noGrp="1"/>
          </p:cNvSpPr>
          <p:nvPr/>
        </p:nvSpPr>
        <p:spPr>
          <a:xfrm xmlns:a="http://schemas.openxmlformats.org/drawingml/2006/main">
            <a:off x="542925" y="1581150"/>
            <a:ext cx="70961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9150" b="1">
                <a:solidFill>
                  <a:srgbClr val="17262C"/>
                </a:solidFill>
                <a:latin typeface="Noto Sans KR"/>
                <a:ea typeface="Noto Sans KR"/>
                <a:cs typeface="Noto Sans KR"/>
              </a:defRPr>
            </a:defPPr>
            <a:lvl1pPr algn="l">
              <a:defRPr sz="9150" b="1">
                <a:solidFill>
                  <a:srgbClr val="17262C"/>
                </a:solidFill>
                <a:latin typeface="Noto Sans KR"/>
                <a:ea typeface="Noto Sans KR"/>
                <a:cs typeface="Noto Sans KR"/>
              </a:defRPr>
            </a:lvl1pPr>
            <a:lvl2pPr algn="l">
              <a:defRPr sz="9150" b="1">
                <a:solidFill>
                  <a:srgbClr val="17262C"/>
                </a:solidFill>
                <a:latin typeface="Noto Sans KR"/>
                <a:ea typeface="Noto Sans KR"/>
                <a:cs typeface="Noto Sans KR"/>
              </a:defRPr>
            </a:lvl2pPr>
            <a:lvl3pPr algn="l">
              <a:defRPr sz="9150" b="1">
                <a:solidFill>
                  <a:srgbClr val="17262C"/>
                </a:solidFill>
                <a:latin typeface="Noto Sans KR"/>
                <a:ea typeface="Noto Sans KR"/>
                <a:cs typeface="Noto Sans KR"/>
              </a:defRPr>
            </a:lvl3pPr>
            <a:lvl4pPr algn="l">
              <a:defRPr sz="9150" b="1">
                <a:solidFill>
                  <a:srgbClr val="17262C"/>
                </a:solidFill>
                <a:latin typeface="Noto Sans KR"/>
                <a:ea typeface="Noto Sans KR"/>
                <a:cs typeface="Noto Sans KR"/>
              </a:defRPr>
            </a:lvl4pPr>
            <a:lvl5pPr algn="l">
              <a:defRPr sz="9150" b="1">
                <a:solidFill>
                  <a:srgbClr val="17262C"/>
                </a:solidFill>
                <a:latin typeface="Noto Sans KR"/>
                <a:ea typeface="Noto Sans KR"/>
                <a:cs typeface="Noto Sans KR"/>
              </a:defRPr>
            </a:lvl5pPr>
            <a:lvl6pPr algn="l">
              <a:defRPr sz="9150" b="1">
                <a:solidFill>
                  <a:srgbClr val="17262C"/>
                </a:solidFill>
                <a:latin typeface="Noto Sans KR"/>
                <a:ea typeface="Noto Sans KR"/>
                <a:cs typeface="Noto Sans KR"/>
              </a:defRPr>
            </a:lvl6pPr>
            <a:lvl7pPr algn="l">
              <a:defRPr sz="9150" b="1">
                <a:solidFill>
                  <a:srgbClr val="17262C"/>
                </a:solidFill>
                <a:latin typeface="Noto Sans KR"/>
                <a:ea typeface="Noto Sans KR"/>
                <a:cs typeface="Noto Sans KR"/>
              </a:defRPr>
            </a:lvl7pPr>
            <a:lvl8pPr algn="l">
              <a:defRPr sz="9150" b="1">
                <a:solidFill>
                  <a:srgbClr val="17262C"/>
                </a:solidFill>
                <a:latin typeface="Noto Sans KR"/>
                <a:ea typeface="Noto Sans KR"/>
                <a:cs typeface="Noto Sans KR"/>
              </a:defRPr>
            </a:lvl8pPr>
            <a:lvl9pPr algn="l">
              <a:defRPr sz="9150" b="1">
                <a:solidFill>
                  <a:srgbClr val="17262C"/>
                </a:solidFill>
                <a:latin typeface="Noto Sans KR"/>
                <a:ea typeface="Noto Sans KR"/>
                <a:cs typeface="Noto Sans KR"/>
              </a:defRPr>
            </a:lvl9pPr>
          </a:lstStyle>
          <a:p xmlns:a="http://schemas.openxmlformats.org/drawingml/2006/main">
            <a:pPr algn="l">
              <a:defRPr sz="9150" b="1">
                <a:solidFill>
                  <a:srgbClr val="17262C"/>
                </a:solidFill>
                <a:latin typeface="Noto Sans KR"/>
                <a:ea typeface="Noto Sans KR"/>
                <a:cs typeface="Noto Sans KR"/>
              </a:defRPr>
            </a:pPr>
            <a:r>
              <a:rPr sz="9150" b="1">
                <a:solidFill>
                  <a:srgbClr val="17262C"/>
                </a:solidFill>
                <a:latin typeface="Noto Sans KR"/>
                <a:ea typeface="Noto Sans KR"/>
                <a:cs typeface="Noto Sans KR"/>
              </a:rPr>
              <a:t>공공AX</a:t>
            </a:r>
          </a:p>
        </p:txBody>
      </p:sp>
      <p:sp>
        <p:nvSpPr>
          <p:cNvPr id="4" name="AI Native 정부는 어떻게 사회를 바꾸는가">
            <a:extLst xmlns:a="http://schemas.openxmlformats.org/drawingml/2006/main">
              <a:ext uri="{FF2B5EF4-FFF2-40B4-BE49-F238E27FC236}">
                <a16:creationId xmlns:a16="http://schemas.microsoft.com/office/drawing/2014/main" id="{820B211B-5936-4284-817D-58A92046780A}"/>
              </a:ext>
            </a:extLst>
          </p:cNvPr>
          <p:cNvSpPr>
            <a:spLocks xmlns:a="http://schemas.openxmlformats.org/drawingml/2006/main" noGrp="1"/>
          </p:cNvSpPr>
          <p:nvPr/>
        </p:nvSpPr>
        <p:spPr>
          <a:xfrm xmlns:a="http://schemas.openxmlformats.org/drawingml/2006/main">
            <a:off x="609600" y="3390900"/>
            <a:ext cx="685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225" b="0">
                <a:solidFill>
                  <a:srgbClr val="17262C"/>
                </a:solidFill>
                <a:latin typeface="Noto Sans KR"/>
                <a:ea typeface="Noto Sans KR"/>
                <a:cs typeface="Noto Sans KR"/>
              </a:defRPr>
            </a:defPPr>
            <a:lvl1pPr algn="l">
              <a:defRPr sz="3225" b="0">
                <a:solidFill>
                  <a:srgbClr val="17262C"/>
                </a:solidFill>
                <a:latin typeface="Noto Sans KR"/>
                <a:ea typeface="Noto Sans KR"/>
                <a:cs typeface="Noto Sans KR"/>
              </a:defRPr>
            </a:lvl1pPr>
            <a:lvl2pPr algn="l">
              <a:defRPr sz="3225" b="0">
                <a:solidFill>
                  <a:srgbClr val="17262C"/>
                </a:solidFill>
                <a:latin typeface="Noto Sans KR"/>
                <a:ea typeface="Noto Sans KR"/>
                <a:cs typeface="Noto Sans KR"/>
              </a:defRPr>
            </a:lvl2pPr>
            <a:lvl3pPr algn="l">
              <a:defRPr sz="3225" b="0">
                <a:solidFill>
                  <a:srgbClr val="17262C"/>
                </a:solidFill>
                <a:latin typeface="Noto Sans KR"/>
                <a:ea typeface="Noto Sans KR"/>
                <a:cs typeface="Noto Sans KR"/>
              </a:defRPr>
            </a:lvl3pPr>
            <a:lvl4pPr algn="l">
              <a:defRPr sz="3225" b="0">
                <a:solidFill>
                  <a:srgbClr val="17262C"/>
                </a:solidFill>
                <a:latin typeface="Noto Sans KR"/>
                <a:ea typeface="Noto Sans KR"/>
                <a:cs typeface="Noto Sans KR"/>
              </a:defRPr>
            </a:lvl4pPr>
            <a:lvl5pPr algn="l">
              <a:defRPr sz="3225" b="0">
                <a:solidFill>
                  <a:srgbClr val="17262C"/>
                </a:solidFill>
                <a:latin typeface="Noto Sans KR"/>
                <a:ea typeface="Noto Sans KR"/>
                <a:cs typeface="Noto Sans KR"/>
              </a:defRPr>
            </a:lvl5pPr>
            <a:lvl6pPr algn="l">
              <a:defRPr sz="3225" b="0">
                <a:solidFill>
                  <a:srgbClr val="17262C"/>
                </a:solidFill>
                <a:latin typeface="Noto Sans KR"/>
                <a:ea typeface="Noto Sans KR"/>
                <a:cs typeface="Noto Sans KR"/>
              </a:defRPr>
            </a:lvl6pPr>
            <a:lvl7pPr algn="l">
              <a:defRPr sz="3225" b="0">
                <a:solidFill>
                  <a:srgbClr val="17262C"/>
                </a:solidFill>
                <a:latin typeface="Noto Sans KR"/>
                <a:ea typeface="Noto Sans KR"/>
                <a:cs typeface="Noto Sans KR"/>
              </a:defRPr>
            </a:lvl7pPr>
            <a:lvl8pPr algn="l">
              <a:defRPr sz="3225" b="0">
                <a:solidFill>
                  <a:srgbClr val="17262C"/>
                </a:solidFill>
                <a:latin typeface="Noto Sans KR"/>
                <a:ea typeface="Noto Sans KR"/>
                <a:cs typeface="Noto Sans KR"/>
              </a:defRPr>
            </a:lvl8pPr>
            <a:lvl9pPr algn="l">
              <a:defRPr sz="3225" b="0">
                <a:solidFill>
                  <a:srgbClr val="17262C"/>
                </a:solidFill>
                <a:latin typeface="Noto Sans KR"/>
                <a:ea typeface="Noto Sans KR"/>
                <a:cs typeface="Noto Sans KR"/>
              </a:defRPr>
            </a:lvl9pPr>
          </a:lstStyle>
          <a:p xmlns:a="http://schemas.openxmlformats.org/drawingml/2006/main">
            <a:pPr algn="l">
              <a:defRPr sz="3225" b="0">
                <a:solidFill>
                  <a:srgbClr val="17262C"/>
                </a:solidFill>
                <a:latin typeface="Noto Sans KR"/>
                <a:ea typeface="Noto Sans KR"/>
                <a:cs typeface="Noto Sans KR"/>
              </a:defRPr>
            </a:pPr>
            <a:r>
              <a:rPr sz="3225" b="0">
                <a:solidFill>
                  <a:srgbClr val="17262C"/>
                </a:solidFill>
                <a:latin typeface="Noto Sans KR"/>
                <a:ea typeface="Noto Sans KR"/>
                <a:cs typeface="Noto Sans KR"/>
              </a:rPr>
              <a:t>AI Native 정부는</a:t>
            </a:r>
          </a:p>
          <a:p xmlns:a="http://schemas.openxmlformats.org/drawingml/2006/main">
            <a:pPr algn="l">
              <a:defRPr sz="3225" b="0">
                <a:solidFill>
                  <a:srgbClr val="17262C"/>
                </a:solidFill>
                <a:latin typeface="Noto Sans KR"/>
                <a:ea typeface="Noto Sans KR"/>
                <a:cs typeface="Noto Sans KR"/>
              </a:defRPr>
            </a:pPr>
            <a:r>
              <a:rPr sz="3225" b="0">
                <a:solidFill>
                  <a:srgbClr val="17262C"/>
                </a:solidFill>
                <a:latin typeface="Noto Sans KR"/>
                <a:ea typeface="Noto Sans KR"/>
                <a:cs typeface="Noto Sans KR"/>
              </a:rPr>
              <a:t>어떻게 사회를 바꾸는가</a:t>
            </a:r>
          </a:p>
        </p:txBody>
      </p:sp>
      <p:sp>
        <p:nvSpPr>
          <p:cNvPr id="5" name="202485-010007 김동현">
            <a:extLst xmlns:a="http://schemas.openxmlformats.org/drawingml/2006/main">
              <a:ext uri="{FF2B5EF4-FFF2-40B4-BE49-F238E27FC236}">
                <a16:creationId xmlns:a16="http://schemas.microsoft.com/office/drawing/2014/main" id="{2B32C0CD-D573-4044-82CC-354A454C4D82}"/>
              </a:ext>
            </a:extLst>
          </p:cNvPr>
          <p:cNvSpPr>
            <a:spLocks xmlns:a="http://schemas.openxmlformats.org/drawingml/2006/main" noGrp="1"/>
          </p:cNvSpPr>
          <p:nvPr/>
        </p:nvSpPr>
        <p:spPr>
          <a:xfrm xmlns:a="http://schemas.openxmlformats.org/drawingml/2006/main">
            <a:off x="609600" y="6048375"/>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657578"/>
                </a:solidFill>
                <a:latin typeface="Noto Sans KR"/>
                <a:ea typeface="Noto Sans KR"/>
                <a:cs typeface="Noto Sans KR"/>
              </a:defRPr>
            </a:defPPr>
            <a:lvl1pPr algn="l">
              <a:defRPr sz="1650" b="0">
                <a:solidFill>
                  <a:srgbClr val="657578"/>
                </a:solidFill>
                <a:latin typeface="Noto Sans KR"/>
                <a:ea typeface="Noto Sans KR"/>
                <a:cs typeface="Noto Sans KR"/>
              </a:defRPr>
            </a:lvl1pPr>
            <a:lvl2pPr algn="l">
              <a:defRPr sz="1650" b="0">
                <a:solidFill>
                  <a:srgbClr val="657578"/>
                </a:solidFill>
                <a:latin typeface="Noto Sans KR"/>
                <a:ea typeface="Noto Sans KR"/>
                <a:cs typeface="Noto Sans KR"/>
              </a:defRPr>
            </a:lvl2pPr>
            <a:lvl3pPr algn="l">
              <a:defRPr sz="1650" b="0">
                <a:solidFill>
                  <a:srgbClr val="657578"/>
                </a:solidFill>
                <a:latin typeface="Noto Sans KR"/>
                <a:ea typeface="Noto Sans KR"/>
                <a:cs typeface="Noto Sans KR"/>
              </a:defRPr>
            </a:lvl3pPr>
            <a:lvl4pPr algn="l">
              <a:defRPr sz="1650" b="0">
                <a:solidFill>
                  <a:srgbClr val="657578"/>
                </a:solidFill>
                <a:latin typeface="Noto Sans KR"/>
                <a:ea typeface="Noto Sans KR"/>
                <a:cs typeface="Noto Sans KR"/>
              </a:defRPr>
            </a:lvl4pPr>
            <a:lvl5pPr algn="l">
              <a:defRPr sz="1650" b="0">
                <a:solidFill>
                  <a:srgbClr val="657578"/>
                </a:solidFill>
                <a:latin typeface="Noto Sans KR"/>
                <a:ea typeface="Noto Sans KR"/>
                <a:cs typeface="Noto Sans KR"/>
              </a:defRPr>
            </a:lvl5pPr>
            <a:lvl6pPr algn="l">
              <a:defRPr sz="1650" b="0">
                <a:solidFill>
                  <a:srgbClr val="657578"/>
                </a:solidFill>
                <a:latin typeface="Noto Sans KR"/>
                <a:ea typeface="Noto Sans KR"/>
                <a:cs typeface="Noto Sans KR"/>
              </a:defRPr>
            </a:lvl6pPr>
            <a:lvl7pPr algn="l">
              <a:defRPr sz="1650" b="0">
                <a:solidFill>
                  <a:srgbClr val="657578"/>
                </a:solidFill>
                <a:latin typeface="Noto Sans KR"/>
                <a:ea typeface="Noto Sans KR"/>
                <a:cs typeface="Noto Sans KR"/>
              </a:defRPr>
            </a:lvl7pPr>
            <a:lvl8pPr algn="l">
              <a:defRPr sz="1650" b="0">
                <a:solidFill>
                  <a:srgbClr val="657578"/>
                </a:solidFill>
                <a:latin typeface="Noto Sans KR"/>
                <a:ea typeface="Noto Sans KR"/>
                <a:cs typeface="Noto Sans KR"/>
              </a:defRPr>
            </a:lvl8pPr>
            <a:lvl9pPr algn="l">
              <a:defRPr sz="1650" b="0">
                <a:solidFill>
                  <a:srgbClr val="657578"/>
                </a:solidFill>
                <a:latin typeface="Noto Sans KR"/>
                <a:ea typeface="Noto Sans KR"/>
                <a:cs typeface="Noto Sans KR"/>
              </a:defRPr>
            </a:lvl9pPr>
          </a:lstStyle>
          <a:p xmlns:a="http://schemas.openxmlformats.org/drawingml/2006/main">
            <a:pPr algn="l">
              <a:defRPr sz="1650" b="0">
                <a:solidFill>
                  <a:srgbClr val="657578"/>
                </a:solidFill>
                <a:latin typeface="Noto Sans KR"/>
                <a:ea typeface="Noto Sans KR"/>
                <a:cs typeface="Noto Sans KR"/>
              </a:defRPr>
            </a:pPr>
            <a:r>
              <a:rPr sz="1650" b="0">
                <a:solidFill>
                  <a:srgbClr val="657578"/>
                </a:solidFill>
                <a:latin typeface="Noto Sans KR"/>
                <a:ea typeface="Noto Sans KR"/>
                <a:cs typeface="Noto Sans KR"/>
              </a:rPr>
              <a:t>202485-010007 김동현</a:t>
            </a:r>
          </a:p>
        </p:txBody>
      </p:sp>
      <p:sp>
        <p:nvSpPr>
          <p:cNvPr id="6" name="">
            <a:extLst xmlns:a="http://schemas.openxmlformats.org/drawingml/2006/main">
              <a:ext uri="{FF2B5EF4-FFF2-40B4-BE49-F238E27FC236}">
                <a16:creationId xmlns:a16="http://schemas.microsoft.com/office/drawing/2014/main" id="{AC5ED10C-BEF2-4528-940C-0E1C6A5B8C4A}"/>
              </a:ext>
            </a:extLst>
          </p:cNvPr>
          <p:cNvSpPr>
            <a:spLocks xmlns:a="http://schemas.openxmlformats.org/drawingml/2006/main" noGrp="1"/>
          </p:cNvSpPr>
          <p:nvPr/>
        </p:nvSpPr>
        <p:spPr>
          <a:xfrm xmlns:a="http://schemas.openxmlformats.org/drawingml/2006/main">
            <a:off x="7924800" y="1666875"/>
            <a:ext cx="0" cy="373380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7" name="대한민국 인공지능 행동계획">
            <a:extLst xmlns:a="http://schemas.openxmlformats.org/drawingml/2006/main">
              <a:ext uri="{FF2B5EF4-FFF2-40B4-BE49-F238E27FC236}">
                <a16:creationId xmlns:a16="http://schemas.microsoft.com/office/drawing/2014/main" id="{965FA3F5-1D00-495E-A415-ED4E0E074113}"/>
              </a:ext>
            </a:extLst>
          </p:cNvPr>
          <p:cNvSpPr>
            <a:spLocks xmlns:a="http://schemas.openxmlformats.org/drawingml/2006/main" noGrp="1"/>
          </p:cNvSpPr>
          <p:nvPr/>
        </p:nvSpPr>
        <p:spPr>
          <a:xfrm xmlns:a="http://schemas.openxmlformats.org/drawingml/2006/main">
            <a:off x="8420100" y="1638300"/>
            <a:ext cx="31623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7262C"/>
                </a:solidFill>
                <a:latin typeface="Noto Sans KR"/>
                <a:ea typeface="Noto Sans KR"/>
                <a:cs typeface="Noto Sans KR"/>
              </a:defRPr>
            </a:defPPr>
            <a:lvl1pPr algn="l">
              <a:defRPr sz="2175" b="1">
                <a:solidFill>
                  <a:srgbClr val="17262C"/>
                </a:solidFill>
                <a:latin typeface="Noto Sans KR"/>
                <a:ea typeface="Noto Sans KR"/>
                <a:cs typeface="Noto Sans KR"/>
              </a:defRPr>
            </a:lvl1pPr>
            <a:lvl2pPr algn="l">
              <a:defRPr sz="2175" b="1">
                <a:solidFill>
                  <a:srgbClr val="17262C"/>
                </a:solidFill>
                <a:latin typeface="Noto Sans KR"/>
                <a:ea typeface="Noto Sans KR"/>
                <a:cs typeface="Noto Sans KR"/>
              </a:defRPr>
            </a:lvl2pPr>
            <a:lvl3pPr algn="l">
              <a:defRPr sz="2175" b="1">
                <a:solidFill>
                  <a:srgbClr val="17262C"/>
                </a:solidFill>
                <a:latin typeface="Noto Sans KR"/>
                <a:ea typeface="Noto Sans KR"/>
                <a:cs typeface="Noto Sans KR"/>
              </a:defRPr>
            </a:lvl3pPr>
            <a:lvl4pPr algn="l">
              <a:defRPr sz="2175" b="1">
                <a:solidFill>
                  <a:srgbClr val="17262C"/>
                </a:solidFill>
                <a:latin typeface="Noto Sans KR"/>
                <a:ea typeface="Noto Sans KR"/>
                <a:cs typeface="Noto Sans KR"/>
              </a:defRPr>
            </a:lvl4pPr>
            <a:lvl5pPr algn="l">
              <a:defRPr sz="2175" b="1">
                <a:solidFill>
                  <a:srgbClr val="17262C"/>
                </a:solidFill>
                <a:latin typeface="Noto Sans KR"/>
                <a:ea typeface="Noto Sans KR"/>
                <a:cs typeface="Noto Sans KR"/>
              </a:defRPr>
            </a:lvl5pPr>
            <a:lvl6pPr algn="l">
              <a:defRPr sz="2175" b="1">
                <a:solidFill>
                  <a:srgbClr val="17262C"/>
                </a:solidFill>
                <a:latin typeface="Noto Sans KR"/>
                <a:ea typeface="Noto Sans KR"/>
                <a:cs typeface="Noto Sans KR"/>
              </a:defRPr>
            </a:lvl6pPr>
            <a:lvl7pPr algn="l">
              <a:defRPr sz="2175" b="1">
                <a:solidFill>
                  <a:srgbClr val="17262C"/>
                </a:solidFill>
                <a:latin typeface="Noto Sans KR"/>
                <a:ea typeface="Noto Sans KR"/>
                <a:cs typeface="Noto Sans KR"/>
              </a:defRPr>
            </a:lvl7pPr>
            <a:lvl8pPr algn="l">
              <a:defRPr sz="2175" b="1">
                <a:solidFill>
                  <a:srgbClr val="17262C"/>
                </a:solidFill>
                <a:latin typeface="Noto Sans KR"/>
                <a:ea typeface="Noto Sans KR"/>
                <a:cs typeface="Noto Sans KR"/>
              </a:defRPr>
            </a:lvl8pPr>
            <a:lvl9pPr algn="l">
              <a:defRPr sz="2175" b="1">
                <a:solidFill>
                  <a:srgbClr val="17262C"/>
                </a:solidFill>
                <a:latin typeface="Noto Sans KR"/>
                <a:ea typeface="Noto Sans KR"/>
                <a:cs typeface="Noto Sans KR"/>
              </a:defRPr>
            </a:lvl9pPr>
          </a:lstStyle>
          <a:p xmlns:a="http://schemas.openxmlformats.org/drawingml/2006/main">
            <a:pPr algn="l">
              <a:defRPr sz="2175" b="1">
                <a:solidFill>
                  <a:srgbClr val="17262C"/>
                </a:solidFill>
                <a:latin typeface="Noto Sans KR"/>
                <a:ea typeface="Noto Sans KR"/>
                <a:cs typeface="Noto Sans KR"/>
              </a:defRPr>
            </a:pPr>
            <a:r>
              <a:rPr sz="2175" b="1">
                <a:solidFill>
                  <a:srgbClr val="17262C"/>
                </a:solidFill>
                <a:latin typeface="Noto Sans KR"/>
                <a:ea typeface="Noto Sans KR"/>
                <a:cs typeface="Noto Sans KR"/>
              </a:rPr>
              <a:t>대한민국</a:t>
            </a:r>
          </a:p>
          <a:p xmlns:a="http://schemas.openxmlformats.org/drawingml/2006/main">
            <a:pPr algn="l">
              <a:defRPr sz="2175" b="1">
                <a:solidFill>
                  <a:srgbClr val="17262C"/>
                </a:solidFill>
                <a:latin typeface="Noto Sans KR"/>
                <a:ea typeface="Noto Sans KR"/>
                <a:cs typeface="Noto Sans KR"/>
              </a:defRPr>
            </a:pPr>
            <a:r>
              <a:rPr sz="2175" b="1">
                <a:solidFill>
                  <a:srgbClr val="17262C"/>
                </a:solidFill>
                <a:latin typeface="Noto Sans KR"/>
                <a:ea typeface="Noto Sans KR"/>
                <a:cs typeface="Noto Sans KR"/>
              </a:rPr>
              <a:t>인공지능 행동계획</a:t>
            </a:r>
          </a:p>
        </p:txBody>
      </p:sp>
      <p:sp>
        <p:nvSpPr>
          <p:cNvPr id="8" name="2026. 2. 25. 확정">
            <a:extLst xmlns:a="http://schemas.openxmlformats.org/drawingml/2006/main">
              <a:ext uri="{FF2B5EF4-FFF2-40B4-BE49-F238E27FC236}">
                <a16:creationId xmlns:a16="http://schemas.microsoft.com/office/drawing/2014/main" id="{D4388A4F-3EAB-4B1C-B5A9-B26AC785E194}"/>
              </a:ext>
            </a:extLst>
          </p:cNvPr>
          <p:cNvSpPr>
            <a:spLocks xmlns:a="http://schemas.openxmlformats.org/drawingml/2006/main" noGrp="1"/>
          </p:cNvSpPr>
          <p:nvPr/>
        </p:nvSpPr>
        <p:spPr>
          <a:xfrm xmlns:a="http://schemas.openxmlformats.org/drawingml/2006/main">
            <a:off x="8420100" y="2647950"/>
            <a:ext cx="3162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xmlns:a="http://schemas.openxmlformats.org/drawingml/2006/main">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2026. 2. 25. 확정</a:t>
            </a:r>
          </a:p>
        </p:txBody>
      </p:sp>
      <p:sp>
        <p:nvSpPr>
          <p:cNvPr id="9" name="3대 정책축 · 12대 전략분야">
            <a:extLst xmlns:a="http://schemas.openxmlformats.org/drawingml/2006/main">
              <a:ext uri="{FF2B5EF4-FFF2-40B4-BE49-F238E27FC236}">
                <a16:creationId xmlns:a16="http://schemas.microsoft.com/office/drawing/2014/main" id="{20EE12AB-8569-4005-90D8-5386319F841E}"/>
              </a:ext>
            </a:extLst>
          </p:cNvPr>
          <p:cNvSpPr>
            <a:spLocks xmlns:a="http://schemas.openxmlformats.org/drawingml/2006/main" noGrp="1"/>
          </p:cNvSpPr>
          <p:nvPr/>
        </p:nvSpPr>
        <p:spPr>
          <a:xfrm xmlns:a="http://schemas.openxmlformats.org/drawingml/2006/main">
            <a:off x="8420100" y="3200400"/>
            <a:ext cx="3162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657578"/>
                </a:solidFill>
                <a:latin typeface="Noto Sans KR"/>
                <a:ea typeface="Noto Sans KR"/>
                <a:cs typeface="Noto Sans KR"/>
              </a:defRPr>
            </a:defPPr>
            <a:lvl1pPr algn="l">
              <a:defRPr sz="1425" b="0">
                <a:solidFill>
                  <a:srgbClr val="657578"/>
                </a:solidFill>
                <a:latin typeface="Noto Sans KR"/>
                <a:ea typeface="Noto Sans KR"/>
                <a:cs typeface="Noto Sans KR"/>
              </a:defRPr>
            </a:lvl1pPr>
            <a:lvl2pPr algn="l">
              <a:defRPr sz="1425" b="0">
                <a:solidFill>
                  <a:srgbClr val="657578"/>
                </a:solidFill>
                <a:latin typeface="Noto Sans KR"/>
                <a:ea typeface="Noto Sans KR"/>
                <a:cs typeface="Noto Sans KR"/>
              </a:defRPr>
            </a:lvl2pPr>
            <a:lvl3pPr algn="l">
              <a:defRPr sz="1425" b="0">
                <a:solidFill>
                  <a:srgbClr val="657578"/>
                </a:solidFill>
                <a:latin typeface="Noto Sans KR"/>
                <a:ea typeface="Noto Sans KR"/>
                <a:cs typeface="Noto Sans KR"/>
              </a:defRPr>
            </a:lvl3pPr>
            <a:lvl4pPr algn="l">
              <a:defRPr sz="1425" b="0">
                <a:solidFill>
                  <a:srgbClr val="657578"/>
                </a:solidFill>
                <a:latin typeface="Noto Sans KR"/>
                <a:ea typeface="Noto Sans KR"/>
                <a:cs typeface="Noto Sans KR"/>
              </a:defRPr>
            </a:lvl4pPr>
            <a:lvl5pPr algn="l">
              <a:defRPr sz="1425" b="0">
                <a:solidFill>
                  <a:srgbClr val="657578"/>
                </a:solidFill>
                <a:latin typeface="Noto Sans KR"/>
                <a:ea typeface="Noto Sans KR"/>
                <a:cs typeface="Noto Sans KR"/>
              </a:defRPr>
            </a:lvl5pPr>
            <a:lvl6pPr algn="l">
              <a:defRPr sz="1425" b="0">
                <a:solidFill>
                  <a:srgbClr val="657578"/>
                </a:solidFill>
                <a:latin typeface="Noto Sans KR"/>
                <a:ea typeface="Noto Sans KR"/>
                <a:cs typeface="Noto Sans KR"/>
              </a:defRPr>
            </a:lvl6pPr>
            <a:lvl7pPr algn="l">
              <a:defRPr sz="1425" b="0">
                <a:solidFill>
                  <a:srgbClr val="657578"/>
                </a:solidFill>
                <a:latin typeface="Noto Sans KR"/>
                <a:ea typeface="Noto Sans KR"/>
                <a:cs typeface="Noto Sans KR"/>
              </a:defRPr>
            </a:lvl7pPr>
            <a:lvl8pPr algn="l">
              <a:defRPr sz="1425" b="0">
                <a:solidFill>
                  <a:srgbClr val="657578"/>
                </a:solidFill>
                <a:latin typeface="Noto Sans KR"/>
                <a:ea typeface="Noto Sans KR"/>
                <a:cs typeface="Noto Sans KR"/>
              </a:defRPr>
            </a:lvl8pPr>
            <a:lvl9pPr algn="l">
              <a:defRPr sz="1425" b="0">
                <a:solidFill>
                  <a:srgbClr val="657578"/>
                </a:solidFill>
                <a:latin typeface="Noto Sans KR"/>
                <a:ea typeface="Noto Sans KR"/>
                <a:cs typeface="Noto Sans KR"/>
              </a:defRPr>
            </a:lvl9pPr>
          </a:lstStyle>
          <a:p xmlns:a="http://schemas.openxmlformats.org/drawingml/2006/main">
            <a:pPr algn="l">
              <a:defRPr sz="1425" b="0">
                <a:solidFill>
                  <a:srgbClr val="657578"/>
                </a:solidFill>
                <a:latin typeface="Noto Sans KR"/>
                <a:ea typeface="Noto Sans KR"/>
                <a:cs typeface="Noto Sans KR"/>
              </a:defRPr>
            </a:pPr>
            <a:r>
              <a:rPr sz="1425" b="0">
                <a:solidFill>
                  <a:srgbClr val="657578"/>
                </a:solidFill>
                <a:latin typeface="Noto Sans KR"/>
                <a:ea typeface="Noto Sans KR"/>
                <a:cs typeface="Noto Sans KR"/>
              </a:rPr>
              <a:t>3대 정책축 · 12대 전략분야</a:t>
            </a:r>
          </a:p>
        </p:txBody>
      </p:sp>
      <p:sp>
        <p:nvSpPr>
          <p:cNvPr id="10" name="01">
            <a:extLst xmlns:a="http://schemas.openxmlformats.org/drawingml/2006/main">
              <a:ext uri="{FF2B5EF4-FFF2-40B4-BE49-F238E27FC236}">
                <a16:creationId xmlns:a16="http://schemas.microsoft.com/office/drawing/2014/main" id="{E46C10F9-9931-4366-967C-65B62F6B192C}"/>
              </a:ext>
            </a:extLst>
          </p:cNvPr>
          <p:cNvSpPr>
            <a:spLocks xmlns:a="http://schemas.openxmlformats.org/drawingml/2006/main" noGrp="1"/>
          </p:cNvSpPr>
          <p:nvPr/>
        </p:nvSpPr>
        <p:spPr>
          <a:xfrm xmlns:a="http://schemas.openxmlformats.org/drawingml/2006/main">
            <a:off x="8420100" y="37528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xmlns:a="http://schemas.openxmlformats.org/drawingml/2006/main">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01</a:t>
            </a:r>
          </a:p>
        </p:txBody>
      </p:sp>
      <p:sp>
        <p:nvSpPr>
          <p:cNvPr id="11" name="AI 혁신 생태계 조성">
            <a:extLst xmlns:a="http://schemas.openxmlformats.org/drawingml/2006/main">
              <a:ext uri="{FF2B5EF4-FFF2-40B4-BE49-F238E27FC236}">
                <a16:creationId xmlns:a16="http://schemas.microsoft.com/office/drawing/2014/main" id="{E0264BEC-0F05-43B8-B0C0-9790B9390210}"/>
              </a:ext>
            </a:extLst>
          </p:cNvPr>
          <p:cNvSpPr>
            <a:spLocks xmlns:a="http://schemas.openxmlformats.org/drawingml/2006/main" noGrp="1"/>
          </p:cNvSpPr>
          <p:nvPr/>
        </p:nvSpPr>
        <p:spPr>
          <a:xfrm xmlns:a="http://schemas.openxmlformats.org/drawingml/2006/main">
            <a:off x="8915400" y="37338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xmlns:a="http://schemas.openxmlformats.org/drawingml/2006/main">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AI 혁신 생태계 조성</a:t>
            </a:r>
          </a:p>
        </p:txBody>
      </p:sp>
      <p:sp>
        <p:nvSpPr>
          <p:cNvPr id="12" name="">
            <a:extLst xmlns:a="http://schemas.openxmlformats.org/drawingml/2006/main">
              <a:ext uri="{FF2B5EF4-FFF2-40B4-BE49-F238E27FC236}">
                <a16:creationId xmlns:a16="http://schemas.microsoft.com/office/drawing/2014/main" id="{01C976C3-1F4D-46D7-B396-D66337295D16}"/>
              </a:ext>
            </a:extLst>
          </p:cNvPr>
          <p:cNvSpPr>
            <a:spLocks xmlns:a="http://schemas.openxmlformats.org/drawingml/2006/main" noGrp="1"/>
          </p:cNvSpPr>
          <p:nvPr/>
        </p:nvSpPr>
        <p:spPr>
          <a:xfrm xmlns:a="http://schemas.openxmlformats.org/drawingml/2006/main">
            <a:off x="8420100" y="4238625"/>
            <a:ext cx="31623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3" name="">
            <a:extLst xmlns:a="http://schemas.openxmlformats.org/drawingml/2006/main">
              <a:ext uri="{FF2B5EF4-FFF2-40B4-BE49-F238E27FC236}">
                <a16:creationId xmlns:a16="http://schemas.microsoft.com/office/drawing/2014/main" id="{EFF87487-78A5-4DD2-99DB-3BA51B751349}"/>
              </a:ext>
            </a:extLst>
          </p:cNvPr>
          <p:cNvSpPr>
            <a:spLocks xmlns:a="http://schemas.openxmlformats.org/drawingml/2006/main" noGrp="1"/>
          </p:cNvSpPr>
          <p:nvPr/>
        </p:nvSpPr>
        <p:spPr>
          <a:xfrm xmlns:a="http://schemas.openxmlformats.org/drawingml/2006/main">
            <a:off x="8324850" y="4295775"/>
            <a:ext cx="3352800" cy="733425"/>
          </a:xfrm>
          <a:prstGeom xmlns:a="http://schemas.openxmlformats.org/drawingml/2006/main" prst="rect">
            <a:avLst/>
          </a:prstGeom>
          <a:solidFill xmlns:a="http://schemas.openxmlformats.org/drawingml/2006/main">
            <a:srgbClr val="EFF7F4"/>
          </a:solidFill>
          <a:ln xmlns:a="http://schemas.openxmlformats.org/drawingml/2006/main" w="0">
            <a:noFill/>
          </a:ln>
        </p:spPr>
      </p:sp>
      <p:sp>
        <p:nvSpPr>
          <p:cNvPr id="14" name="02">
            <a:extLst xmlns:a="http://schemas.openxmlformats.org/drawingml/2006/main">
              <a:ext uri="{FF2B5EF4-FFF2-40B4-BE49-F238E27FC236}">
                <a16:creationId xmlns:a16="http://schemas.microsoft.com/office/drawing/2014/main" id="{D83377FB-348E-4BE0-AD09-9DB028A30169}"/>
              </a:ext>
            </a:extLst>
          </p:cNvPr>
          <p:cNvSpPr>
            <a:spLocks xmlns:a="http://schemas.openxmlformats.org/drawingml/2006/main" noGrp="1"/>
          </p:cNvSpPr>
          <p:nvPr/>
        </p:nvSpPr>
        <p:spPr>
          <a:xfrm xmlns:a="http://schemas.openxmlformats.org/drawingml/2006/main">
            <a:off x="8420100" y="43815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1">
                <a:solidFill>
                  <a:srgbClr val="17262C"/>
                </a:solidFill>
                <a:latin typeface="Noto Sans KR"/>
                <a:ea typeface="Noto Sans KR"/>
                <a:cs typeface="Noto Sans KR"/>
              </a:defRPr>
            </a:defPPr>
            <a:lvl1pPr algn="l">
              <a:defRPr sz="1350" b="1">
                <a:solidFill>
                  <a:srgbClr val="17262C"/>
                </a:solidFill>
                <a:latin typeface="Noto Sans KR"/>
                <a:ea typeface="Noto Sans KR"/>
                <a:cs typeface="Noto Sans KR"/>
              </a:defRPr>
            </a:lvl1pPr>
            <a:lvl2pPr algn="l">
              <a:defRPr sz="1350" b="1">
                <a:solidFill>
                  <a:srgbClr val="17262C"/>
                </a:solidFill>
                <a:latin typeface="Noto Sans KR"/>
                <a:ea typeface="Noto Sans KR"/>
                <a:cs typeface="Noto Sans KR"/>
              </a:defRPr>
            </a:lvl2pPr>
            <a:lvl3pPr algn="l">
              <a:defRPr sz="1350" b="1">
                <a:solidFill>
                  <a:srgbClr val="17262C"/>
                </a:solidFill>
                <a:latin typeface="Noto Sans KR"/>
                <a:ea typeface="Noto Sans KR"/>
                <a:cs typeface="Noto Sans KR"/>
              </a:defRPr>
            </a:lvl3pPr>
            <a:lvl4pPr algn="l">
              <a:defRPr sz="1350" b="1">
                <a:solidFill>
                  <a:srgbClr val="17262C"/>
                </a:solidFill>
                <a:latin typeface="Noto Sans KR"/>
                <a:ea typeface="Noto Sans KR"/>
                <a:cs typeface="Noto Sans KR"/>
              </a:defRPr>
            </a:lvl4pPr>
            <a:lvl5pPr algn="l">
              <a:defRPr sz="1350" b="1">
                <a:solidFill>
                  <a:srgbClr val="17262C"/>
                </a:solidFill>
                <a:latin typeface="Noto Sans KR"/>
                <a:ea typeface="Noto Sans KR"/>
                <a:cs typeface="Noto Sans KR"/>
              </a:defRPr>
            </a:lvl5pPr>
            <a:lvl6pPr algn="l">
              <a:defRPr sz="1350" b="1">
                <a:solidFill>
                  <a:srgbClr val="17262C"/>
                </a:solidFill>
                <a:latin typeface="Noto Sans KR"/>
                <a:ea typeface="Noto Sans KR"/>
                <a:cs typeface="Noto Sans KR"/>
              </a:defRPr>
            </a:lvl6pPr>
            <a:lvl7pPr algn="l">
              <a:defRPr sz="1350" b="1">
                <a:solidFill>
                  <a:srgbClr val="17262C"/>
                </a:solidFill>
                <a:latin typeface="Noto Sans KR"/>
                <a:ea typeface="Noto Sans KR"/>
                <a:cs typeface="Noto Sans KR"/>
              </a:defRPr>
            </a:lvl7pPr>
            <a:lvl8pPr algn="l">
              <a:defRPr sz="1350" b="1">
                <a:solidFill>
                  <a:srgbClr val="17262C"/>
                </a:solidFill>
                <a:latin typeface="Noto Sans KR"/>
                <a:ea typeface="Noto Sans KR"/>
                <a:cs typeface="Noto Sans KR"/>
              </a:defRPr>
            </a:lvl8pPr>
            <a:lvl9pPr algn="l">
              <a:defRPr sz="1350" b="1">
                <a:solidFill>
                  <a:srgbClr val="17262C"/>
                </a:solidFill>
                <a:latin typeface="Noto Sans KR"/>
                <a:ea typeface="Noto Sans KR"/>
                <a:cs typeface="Noto Sans KR"/>
              </a:defRPr>
            </a:lvl9pPr>
          </a:lstStyle>
          <a:p xmlns:a="http://schemas.openxmlformats.org/drawingml/2006/main">
            <a:pPr algn="l">
              <a:defRPr sz="1350" b="1">
                <a:solidFill>
                  <a:srgbClr val="17262C"/>
                </a:solidFill>
                <a:latin typeface="Noto Sans KR"/>
                <a:ea typeface="Noto Sans KR"/>
                <a:cs typeface="Noto Sans KR"/>
              </a:defRPr>
            </a:pPr>
            <a:r>
              <a:rPr sz="1350" b="1">
                <a:solidFill>
                  <a:srgbClr val="17262C"/>
                </a:solidFill>
                <a:latin typeface="Noto Sans KR"/>
                <a:ea typeface="Noto Sans KR"/>
                <a:cs typeface="Noto Sans KR"/>
              </a:rPr>
              <a:t>02</a:t>
            </a:r>
          </a:p>
        </p:txBody>
      </p:sp>
      <p:sp>
        <p:nvSpPr>
          <p:cNvPr id="15" name="범국가 AI 기반 대전환">
            <a:extLst xmlns:a="http://schemas.openxmlformats.org/drawingml/2006/main">
              <a:ext uri="{FF2B5EF4-FFF2-40B4-BE49-F238E27FC236}">
                <a16:creationId xmlns:a16="http://schemas.microsoft.com/office/drawing/2014/main" id="{2453AFE3-1D7B-4AF5-8EB2-BC8A65A18E23}"/>
              </a:ext>
            </a:extLst>
          </p:cNvPr>
          <p:cNvSpPr>
            <a:spLocks xmlns:a="http://schemas.openxmlformats.org/drawingml/2006/main" noGrp="1"/>
          </p:cNvSpPr>
          <p:nvPr/>
        </p:nvSpPr>
        <p:spPr>
          <a:xfrm xmlns:a="http://schemas.openxmlformats.org/drawingml/2006/main">
            <a:off x="8915400" y="43624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17262C"/>
                </a:solidFill>
                <a:latin typeface="Noto Sans KR"/>
                <a:ea typeface="Noto Sans KR"/>
                <a:cs typeface="Noto Sans KR"/>
              </a:defRPr>
            </a:defPPr>
            <a:lvl1pPr algn="l">
              <a:defRPr sz="1725" b="1">
                <a:solidFill>
                  <a:srgbClr val="17262C"/>
                </a:solidFill>
                <a:latin typeface="Noto Sans KR"/>
                <a:ea typeface="Noto Sans KR"/>
                <a:cs typeface="Noto Sans KR"/>
              </a:defRPr>
            </a:lvl1pPr>
            <a:lvl2pPr algn="l">
              <a:defRPr sz="1725" b="1">
                <a:solidFill>
                  <a:srgbClr val="17262C"/>
                </a:solidFill>
                <a:latin typeface="Noto Sans KR"/>
                <a:ea typeface="Noto Sans KR"/>
                <a:cs typeface="Noto Sans KR"/>
              </a:defRPr>
            </a:lvl2pPr>
            <a:lvl3pPr algn="l">
              <a:defRPr sz="1725" b="1">
                <a:solidFill>
                  <a:srgbClr val="17262C"/>
                </a:solidFill>
                <a:latin typeface="Noto Sans KR"/>
                <a:ea typeface="Noto Sans KR"/>
                <a:cs typeface="Noto Sans KR"/>
              </a:defRPr>
            </a:lvl3pPr>
            <a:lvl4pPr algn="l">
              <a:defRPr sz="1725" b="1">
                <a:solidFill>
                  <a:srgbClr val="17262C"/>
                </a:solidFill>
                <a:latin typeface="Noto Sans KR"/>
                <a:ea typeface="Noto Sans KR"/>
                <a:cs typeface="Noto Sans KR"/>
              </a:defRPr>
            </a:lvl4pPr>
            <a:lvl5pPr algn="l">
              <a:defRPr sz="1725" b="1">
                <a:solidFill>
                  <a:srgbClr val="17262C"/>
                </a:solidFill>
                <a:latin typeface="Noto Sans KR"/>
                <a:ea typeface="Noto Sans KR"/>
                <a:cs typeface="Noto Sans KR"/>
              </a:defRPr>
            </a:lvl5pPr>
            <a:lvl6pPr algn="l">
              <a:defRPr sz="1725" b="1">
                <a:solidFill>
                  <a:srgbClr val="17262C"/>
                </a:solidFill>
                <a:latin typeface="Noto Sans KR"/>
                <a:ea typeface="Noto Sans KR"/>
                <a:cs typeface="Noto Sans KR"/>
              </a:defRPr>
            </a:lvl6pPr>
            <a:lvl7pPr algn="l">
              <a:defRPr sz="1725" b="1">
                <a:solidFill>
                  <a:srgbClr val="17262C"/>
                </a:solidFill>
                <a:latin typeface="Noto Sans KR"/>
                <a:ea typeface="Noto Sans KR"/>
                <a:cs typeface="Noto Sans KR"/>
              </a:defRPr>
            </a:lvl7pPr>
            <a:lvl8pPr algn="l">
              <a:defRPr sz="1725" b="1">
                <a:solidFill>
                  <a:srgbClr val="17262C"/>
                </a:solidFill>
                <a:latin typeface="Noto Sans KR"/>
                <a:ea typeface="Noto Sans KR"/>
                <a:cs typeface="Noto Sans KR"/>
              </a:defRPr>
            </a:lvl8pPr>
            <a:lvl9pPr algn="l">
              <a:defRPr sz="1725" b="1">
                <a:solidFill>
                  <a:srgbClr val="17262C"/>
                </a:solidFill>
                <a:latin typeface="Noto Sans KR"/>
                <a:ea typeface="Noto Sans KR"/>
                <a:cs typeface="Noto Sans KR"/>
              </a:defRPr>
            </a:lvl9pPr>
          </a:lstStyle>
          <a:p xmlns:a="http://schemas.openxmlformats.org/drawingml/2006/main">
            <a:pPr algn="l">
              <a:defRPr sz="1725" b="1">
                <a:solidFill>
                  <a:srgbClr val="17262C"/>
                </a:solidFill>
                <a:latin typeface="Noto Sans KR"/>
                <a:ea typeface="Noto Sans KR"/>
                <a:cs typeface="Noto Sans KR"/>
              </a:defRPr>
            </a:pPr>
            <a:r>
              <a:rPr sz="1725" b="1">
                <a:solidFill>
                  <a:srgbClr val="17262C"/>
                </a:solidFill>
                <a:latin typeface="Noto Sans KR"/>
                <a:ea typeface="Noto Sans KR"/>
                <a:cs typeface="Noto Sans KR"/>
              </a:rPr>
              <a:t>범국가 AI 기반 대전환</a:t>
            </a:r>
          </a:p>
        </p:txBody>
      </p:sp>
      <p:sp>
        <p:nvSpPr>
          <p:cNvPr id="16" name="공공 인공지능 대전환">
            <a:extLst xmlns:a="http://schemas.openxmlformats.org/drawingml/2006/main">
              <a:ext uri="{FF2B5EF4-FFF2-40B4-BE49-F238E27FC236}">
                <a16:creationId xmlns:a16="http://schemas.microsoft.com/office/drawing/2014/main" id="{9A848B99-4160-46CA-856D-DBCAC69423F4}"/>
              </a:ext>
            </a:extLst>
          </p:cNvPr>
          <p:cNvSpPr>
            <a:spLocks xmlns:a="http://schemas.openxmlformats.org/drawingml/2006/main" noGrp="1"/>
          </p:cNvSpPr>
          <p:nvPr/>
        </p:nvSpPr>
        <p:spPr>
          <a:xfrm xmlns:a="http://schemas.openxmlformats.org/drawingml/2006/main">
            <a:off x="8915400" y="46958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xmlns:a="http://schemas.openxmlformats.org/drawingml/2006/main">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공공 인공지능 대전환</a:t>
            </a:r>
          </a:p>
        </p:txBody>
      </p:sp>
      <p:sp>
        <p:nvSpPr>
          <p:cNvPr id="17" name="03">
            <a:extLst xmlns:a="http://schemas.openxmlformats.org/drawingml/2006/main">
              <a:ext uri="{FF2B5EF4-FFF2-40B4-BE49-F238E27FC236}">
                <a16:creationId xmlns:a16="http://schemas.microsoft.com/office/drawing/2014/main" id="{7F96CC93-3554-4C51-A04A-75411BEDF32B}"/>
              </a:ext>
            </a:extLst>
          </p:cNvPr>
          <p:cNvSpPr>
            <a:spLocks xmlns:a="http://schemas.openxmlformats.org/drawingml/2006/main" noGrp="1"/>
          </p:cNvSpPr>
          <p:nvPr/>
        </p:nvSpPr>
        <p:spPr>
          <a:xfrm xmlns:a="http://schemas.openxmlformats.org/drawingml/2006/main">
            <a:off x="8420100" y="52197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xmlns:a="http://schemas.openxmlformats.org/drawingml/2006/main">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03</a:t>
            </a:r>
          </a:p>
        </p:txBody>
      </p:sp>
      <p:sp>
        <p:nvSpPr>
          <p:cNvPr id="18" name="글로벌 AI 기본사회 기여">
            <a:extLst xmlns:a="http://schemas.openxmlformats.org/drawingml/2006/main">
              <a:ext uri="{FF2B5EF4-FFF2-40B4-BE49-F238E27FC236}">
                <a16:creationId xmlns:a16="http://schemas.microsoft.com/office/drawing/2014/main" id="{A70ED2E3-22E3-4431-8E53-E78932F39C7B}"/>
              </a:ext>
            </a:extLst>
          </p:cNvPr>
          <p:cNvSpPr>
            <a:spLocks xmlns:a="http://schemas.openxmlformats.org/drawingml/2006/main" noGrp="1"/>
          </p:cNvSpPr>
          <p:nvPr/>
        </p:nvSpPr>
        <p:spPr>
          <a:xfrm xmlns:a="http://schemas.openxmlformats.org/drawingml/2006/main">
            <a:off x="8915400" y="52006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17262C"/>
                </a:solidFill>
                <a:latin typeface="Noto Sans KR"/>
                <a:ea typeface="Noto Sans KR"/>
                <a:cs typeface="Noto Sans KR"/>
              </a:defRPr>
            </a:defPPr>
            <a:lvl1pPr algn="l">
              <a:defRPr sz="1650" b="0">
                <a:solidFill>
                  <a:srgbClr val="17262C"/>
                </a:solidFill>
                <a:latin typeface="Noto Sans KR"/>
                <a:ea typeface="Noto Sans KR"/>
                <a:cs typeface="Noto Sans KR"/>
              </a:defRPr>
            </a:lvl1pPr>
            <a:lvl2pPr algn="l">
              <a:defRPr sz="1650" b="0">
                <a:solidFill>
                  <a:srgbClr val="17262C"/>
                </a:solidFill>
                <a:latin typeface="Noto Sans KR"/>
                <a:ea typeface="Noto Sans KR"/>
                <a:cs typeface="Noto Sans KR"/>
              </a:defRPr>
            </a:lvl2pPr>
            <a:lvl3pPr algn="l">
              <a:defRPr sz="1650" b="0">
                <a:solidFill>
                  <a:srgbClr val="17262C"/>
                </a:solidFill>
                <a:latin typeface="Noto Sans KR"/>
                <a:ea typeface="Noto Sans KR"/>
                <a:cs typeface="Noto Sans KR"/>
              </a:defRPr>
            </a:lvl3pPr>
            <a:lvl4pPr algn="l">
              <a:defRPr sz="1650" b="0">
                <a:solidFill>
                  <a:srgbClr val="17262C"/>
                </a:solidFill>
                <a:latin typeface="Noto Sans KR"/>
                <a:ea typeface="Noto Sans KR"/>
                <a:cs typeface="Noto Sans KR"/>
              </a:defRPr>
            </a:lvl4pPr>
            <a:lvl5pPr algn="l">
              <a:defRPr sz="1650" b="0">
                <a:solidFill>
                  <a:srgbClr val="17262C"/>
                </a:solidFill>
                <a:latin typeface="Noto Sans KR"/>
                <a:ea typeface="Noto Sans KR"/>
                <a:cs typeface="Noto Sans KR"/>
              </a:defRPr>
            </a:lvl5pPr>
            <a:lvl6pPr algn="l">
              <a:defRPr sz="1650" b="0">
                <a:solidFill>
                  <a:srgbClr val="17262C"/>
                </a:solidFill>
                <a:latin typeface="Noto Sans KR"/>
                <a:ea typeface="Noto Sans KR"/>
                <a:cs typeface="Noto Sans KR"/>
              </a:defRPr>
            </a:lvl6pPr>
            <a:lvl7pPr algn="l">
              <a:defRPr sz="1650" b="0">
                <a:solidFill>
                  <a:srgbClr val="17262C"/>
                </a:solidFill>
                <a:latin typeface="Noto Sans KR"/>
                <a:ea typeface="Noto Sans KR"/>
                <a:cs typeface="Noto Sans KR"/>
              </a:defRPr>
            </a:lvl7pPr>
            <a:lvl8pPr algn="l">
              <a:defRPr sz="1650" b="0">
                <a:solidFill>
                  <a:srgbClr val="17262C"/>
                </a:solidFill>
                <a:latin typeface="Noto Sans KR"/>
                <a:ea typeface="Noto Sans KR"/>
                <a:cs typeface="Noto Sans KR"/>
              </a:defRPr>
            </a:lvl8pPr>
            <a:lvl9pPr algn="l">
              <a:defRPr sz="1650" b="0">
                <a:solidFill>
                  <a:srgbClr val="17262C"/>
                </a:solidFill>
                <a:latin typeface="Noto Sans KR"/>
                <a:ea typeface="Noto Sans KR"/>
                <a:cs typeface="Noto Sans KR"/>
              </a:defRPr>
            </a:lvl9pPr>
          </a:lstStyle>
          <a:p xmlns:a="http://schemas.openxmlformats.org/drawingml/2006/main">
            <a:pPr algn="l">
              <a:defRPr sz="1650" b="0">
                <a:solidFill>
                  <a:srgbClr val="17262C"/>
                </a:solidFill>
                <a:latin typeface="Noto Sans KR"/>
                <a:ea typeface="Noto Sans KR"/>
                <a:cs typeface="Noto Sans KR"/>
              </a:defRPr>
            </a:pPr>
            <a:r>
              <a:rPr sz="1650" b="0">
                <a:solidFill>
                  <a:srgbClr val="17262C"/>
                </a:solidFill>
                <a:latin typeface="Noto Sans KR"/>
                <a:ea typeface="Noto Sans KR"/>
                <a:cs typeface="Noto Sans KR"/>
              </a:rPr>
              <a:t>글로벌 AI 기본사회 기여</a:t>
            </a:r>
          </a:p>
        </p:txBody>
      </p:sp>
    </p:spTree>
    <p:extLst>
      <p:ext uri="{BB962C8B-B14F-4D97-AF65-F5344CB8AC3E}">
        <p14:creationId xmlns:p14="http://schemas.microsoft.com/office/powerpoint/2010/main" val="816788111"/>
      </p:ext>
    </p:extLst>
  </p:cSld>
</p:sld>
</file>

<file path=ppt/slides/slide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35" name="15개 과제의 재구성">
            <a:extLst xmlns:a="http://schemas.openxmlformats.org/drawingml/2006/main">
              <a:ext uri="{FF2B5EF4-FFF2-40B4-BE49-F238E27FC236}">
                <a16:creationId xmlns:a16="http://schemas.microsoft.com/office/drawing/2014/main" id="{2737DEAF-7A43-4619-8B9B-BDF1FB198FA4}"/>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15개 과제의 재구성</a:t>
            </a:r>
          </a:p>
        </p:txBody>
      </p:sp>
      <p:sp>
        <p:nvSpPr>
          <p:cNvPr id="2" name="04">
            <a:extLst xmlns:a="http://schemas.openxmlformats.org/drawingml/2006/main">
              <a:ext uri="{FF2B5EF4-FFF2-40B4-BE49-F238E27FC236}">
                <a16:creationId xmlns:a16="http://schemas.microsoft.com/office/drawing/2014/main" id="{EEF92ABB-C4D0-48AC-A278-0B49B3C7F771}"/>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04</a:t>
            </a:r>
          </a:p>
        </p:txBody>
      </p:sp>
      <p:sp>
        <p:nvSpPr>
          <p:cNvPr id="3" name="4대 전략목표">
            <a:extLst xmlns:a="http://schemas.openxmlformats.org/drawingml/2006/main">
              <a:ext uri="{FF2B5EF4-FFF2-40B4-BE49-F238E27FC236}">
                <a16:creationId xmlns:a16="http://schemas.microsoft.com/office/drawing/2014/main" id="{BC53C6FA-4664-439A-A8A0-B2C357776F6A}"/>
              </a:ext>
            </a:extLst>
          </p:cNvPr>
          <p:cNvSpPr>
            <a:spLocks xmlns:a="http://schemas.openxmlformats.org/drawingml/2006/main" noGrp="1"/>
          </p:cNvSpPr>
          <p:nvPr/>
        </p:nvSpPr>
        <p:spPr>
          <a:xfrm xmlns:a="http://schemas.openxmlformats.org/drawingml/2006/main">
            <a:off x="609600" y="1476375"/>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xmlns:a="http://schemas.openxmlformats.org/drawingml/2006/main">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4대 전략목표</a:t>
            </a:r>
          </a:p>
        </p:txBody>
      </p:sp>
      <p:sp>
        <p:nvSpPr>
          <p:cNvPr id="4" name="01">
            <a:extLst xmlns:a="http://schemas.openxmlformats.org/drawingml/2006/main">
              <a:ext uri="{FF2B5EF4-FFF2-40B4-BE49-F238E27FC236}">
                <a16:creationId xmlns:a16="http://schemas.microsoft.com/office/drawing/2014/main" id="{A09697B9-0471-47BF-90E4-2158103BE0DC}"/>
              </a:ext>
            </a:extLst>
          </p:cNvPr>
          <p:cNvSpPr>
            <a:spLocks xmlns:a="http://schemas.openxmlformats.org/drawingml/2006/main" noGrp="1"/>
          </p:cNvSpPr>
          <p:nvPr/>
        </p:nvSpPr>
        <p:spPr>
          <a:xfrm xmlns:a="http://schemas.openxmlformats.org/drawingml/2006/main">
            <a:off x="609600" y="20574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xmlns:a="http://schemas.openxmlformats.org/drawingml/2006/main">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01</a:t>
            </a:r>
          </a:p>
        </p:txBody>
      </p:sp>
      <p:sp>
        <p:nvSpPr>
          <p:cNvPr id="5" name="AI 기반 행정업무 혁신">
            <a:extLst xmlns:a="http://schemas.openxmlformats.org/drawingml/2006/main">
              <a:ext uri="{FF2B5EF4-FFF2-40B4-BE49-F238E27FC236}">
                <a16:creationId xmlns:a16="http://schemas.microsoft.com/office/drawing/2014/main" id="{06EC10B0-57A5-4EAA-B27D-531F4B940833}"/>
              </a:ext>
            </a:extLst>
          </p:cNvPr>
          <p:cNvSpPr>
            <a:spLocks xmlns:a="http://schemas.openxmlformats.org/drawingml/2006/main" noGrp="1"/>
          </p:cNvSpPr>
          <p:nvPr/>
        </p:nvSpPr>
        <p:spPr>
          <a:xfrm xmlns:a="http://schemas.openxmlformats.org/drawingml/2006/main">
            <a:off x="609600" y="2514600"/>
            <a:ext cx="2362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xmlns:a="http://schemas.openxmlformats.org/drawingml/2006/main">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AI 기반</a:t>
            </a:r>
          </a:p>
          <a:p xmlns:a="http://schemas.openxmlformats.org/drawingml/2006/main">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행정업무 혁신</a:t>
            </a:r>
          </a:p>
        </p:txBody>
      </p:sp>
      <p:sp>
        <p:nvSpPr>
          <p:cNvPr id="6" name="">
            <a:extLst xmlns:a="http://schemas.openxmlformats.org/drawingml/2006/main">
              <a:ext uri="{FF2B5EF4-FFF2-40B4-BE49-F238E27FC236}">
                <a16:creationId xmlns:a16="http://schemas.microsoft.com/office/drawing/2014/main" id="{5CD29170-1AAD-4BDE-A577-4B0670025279}"/>
              </a:ext>
            </a:extLst>
          </p:cNvPr>
          <p:cNvSpPr>
            <a:spLocks xmlns:a="http://schemas.openxmlformats.org/drawingml/2006/main" noGrp="1"/>
          </p:cNvSpPr>
          <p:nvPr/>
        </p:nvSpPr>
        <p:spPr>
          <a:xfrm xmlns:a="http://schemas.openxmlformats.org/drawingml/2006/main">
            <a:off x="609600" y="3533775"/>
            <a:ext cx="22860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7" name="① AI-Native 협업">
            <a:extLst xmlns:a="http://schemas.openxmlformats.org/drawingml/2006/main">
              <a:ext uri="{FF2B5EF4-FFF2-40B4-BE49-F238E27FC236}">
                <a16:creationId xmlns:a16="http://schemas.microsoft.com/office/drawing/2014/main" id="{98F4C123-2B66-475C-A6CC-3C358DE3848B}"/>
              </a:ext>
            </a:extLst>
          </p:cNvPr>
          <p:cNvSpPr>
            <a:spLocks xmlns:a="http://schemas.openxmlformats.org/drawingml/2006/main" noGrp="1"/>
          </p:cNvSpPr>
          <p:nvPr/>
        </p:nvSpPr>
        <p:spPr>
          <a:xfrm xmlns:a="http://schemas.openxmlformats.org/drawingml/2006/main">
            <a:off x="609600" y="3724275"/>
            <a:ext cx="2362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xmlns:a="http://schemas.openxmlformats.org/drawingml/2006/main">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① AI-Native 협업</a:t>
            </a:r>
          </a:p>
        </p:txBody>
      </p:sp>
      <p:sp>
        <p:nvSpPr>
          <p:cNvPr id="8" name="② AI 업무관리">
            <a:extLst xmlns:a="http://schemas.openxmlformats.org/drawingml/2006/main">
              <a:ext uri="{FF2B5EF4-FFF2-40B4-BE49-F238E27FC236}">
                <a16:creationId xmlns:a16="http://schemas.microsoft.com/office/drawing/2014/main" id="{27AC8A36-F515-4938-9AFC-BE9DDC2E9F09}"/>
              </a:ext>
            </a:extLst>
          </p:cNvPr>
          <p:cNvSpPr>
            <a:spLocks xmlns:a="http://schemas.openxmlformats.org/drawingml/2006/main" noGrp="1"/>
          </p:cNvSpPr>
          <p:nvPr/>
        </p:nvSpPr>
        <p:spPr>
          <a:xfrm xmlns:a="http://schemas.openxmlformats.org/drawingml/2006/main">
            <a:off x="609600" y="4057650"/>
            <a:ext cx="2362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xmlns:a="http://schemas.openxmlformats.org/drawingml/2006/main">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② AI 업무관리</a:t>
            </a:r>
          </a:p>
        </p:txBody>
      </p:sp>
      <p:sp>
        <p:nvSpPr>
          <p:cNvPr id="9" name="④ 공공 AI 인재">
            <a:extLst xmlns:a="http://schemas.openxmlformats.org/drawingml/2006/main">
              <a:ext uri="{FF2B5EF4-FFF2-40B4-BE49-F238E27FC236}">
                <a16:creationId xmlns:a16="http://schemas.microsoft.com/office/drawing/2014/main" id="{6A7EF822-8230-4DC0-BBFE-FC561D19E20F}"/>
              </a:ext>
            </a:extLst>
          </p:cNvPr>
          <p:cNvSpPr>
            <a:spLocks xmlns:a="http://schemas.openxmlformats.org/drawingml/2006/main" noGrp="1"/>
          </p:cNvSpPr>
          <p:nvPr/>
        </p:nvSpPr>
        <p:spPr>
          <a:xfrm xmlns:a="http://schemas.openxmlformats.org/drawingml/2006/main">
            <a:off x="609600" y="4391025"/>
            <a:ext cx="2362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xmlns:a="http://schemas.openxmlformats.org/drawingml/2006/main">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④ 공공 AI 인재</a:t>
            </a:r>
          </a:p>
        </p:txBody>
      </p:sp>
      <p:sp>
        <p:nvSpPr>
          <p:cNvPr id="10" name="02">
            <a:extLst xmlns:a="http://schemas.openxmlformats.org/drawingml/2006/main">
              <a:ext uri="{FF2B5EF4-FFF2-40B4-BE49-F238E27FC236}">
                <a16:creationId xmlns:a16="http://schemas.microsoft.com/office/drawing/2014/main" id="{7D671872-678E-441E-91F2-CCF9D32F7468}"/>
              </a:ext>
            </a:extLst>
          </p:cNvPr>
          <p:cNvSpPr>
            <a:spLocks xmlns:a="http://schemas.openxmlformats.org/drawingml/2006/main" noGrp="1"/>
          </p:cNvSpPr>
          <p:nvPr/>
        </p:nvSpPr>
        <p:spPr>
          <a:xfrm xmlns:a="http://schemas.openxmlformats.org/drawingml/2006/main">
            <a:off x="3505200" y="20574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xmlns:a="http://schemas.openxmlformats.org/drawingml/2006/main">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02</a:t>
            </a:r>
          </a:p>
        </p:txBody>
      </p:sp>
      <p:sp>
        <p:nvSpPr>
          <p:cNvPr id="11" name="국민 중심 AI 서비스 혁신">
            <a:extLst xmlns:a="http://schemas.openxmlformats.org/drawingml/2006/main">
              <a:ext uri="{FF2B5EF4-FFF2-40B4-BE49-F238E27FC236}">
                <a16:creationId xmlns:a16="http://schemas.microsoft.com/office/drawing/2014/main" id="{3E13E24D-801F-409A-9487-66FB07BAD80B}"/>
              </a:ext>
            </a:extLst>
          </p:cNvPr>
          <p:cNvSpPr>
            <a:spLocks xmlns:a="http://schemas.openxmlformats.org/drawingml/2006/main" noGrp="1"/>
          </p:cNvSpPr>
          <p:nvPr/>
        </p:nvSpPr>
        <p:spPr>
          <a:xfrm xmlns:a="http://schemas.openxmlformats.org/drawingml/2006/main">
            <a:off x="3505200" y="2514600"/>
            <a:ext cx="2362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xmlns:a="http://schemas.openxmlformats.org/drawingml/2006/main">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국민 중심</a:t>
            </a:r>
          </a:p>
          <a:p xmlns:a="http://schemas.openxmlformats.org/drawingml/2006/main">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AI 서비스 혁신</a:t>
            </a:r>
          </a:p>
        </p:txBody>
      </p:sp>
      <p:sp>
        <p:nvSpPr>
          <p:cNvPr id="12" name="">
            <a:extLst xmlns:a="http://schemas.openxmlformats.org/drawingml/2006/main">
              <a:ext uri="{FF2B5EF4-FFF2-40B4-BE49-F238E27FC236}">
                <a16:creationId xmlns:a16="http://schemas.microsoft.com/office/drawing/2014/main" id="{978A03AA-2968-493C-A1F8-6140B185FE67}"/>
              </a:ext>
            </a:extLst>
          </p:cNvPr>
          <p:cNvSpPr>
            <a:spLocks xmlns:a="http://schemas.openxmlformats.org/drawingml/2006/main" noGrp="1"/>
          </p:cNvSpPr>
          <p:nvPr/>
        </p:nvSpPr>
        <p:spPr>
          <a:xfrm xmlns:a="http://schemas.openxmlformats.org/drawingml/2006/main">
            <a:off x="3505200" y="3533775"/>
            <a:ext cx="22860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3" name="⑨ 대국민 AI 서비스">
            <a:extLst xmlns:a="http://schemas.openxmlformats.org/drawingml/2006/main">
              <a:ext uri="{FF2B5EF4-FFF2-40B4-BE49-F238E27FC236}">
                <a16:creationId xmlns:a16="http://schemas.microsoft.com/office/drawing/2014/main" id="{88373F2B-1ECC-4D99-9481-ED592ADDC4FB}"/>
              </a:ext>
            </a:extLst>
          </p:cNvPr>
          <p:cNvSpPr>
            <a:spLocks xmlns:a="http://schemas.openxmlformats.org/drawingml/2006/main" noGrp="1"/>
          </p:cNvSpPr>
          <p:nvPr/>
        </p:nvSpPr>
        <p:spPr>
          <a:xfrm xmlns:a="http://schemas.openxmlformats.org/drawingml/2006/main">
            <a:off x="3505200" y="3724275"/>
            <a:ext cx="2362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xmlns:a="http://schemas.openxmlformats.org/drawingml/2006/main">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⑨ 대국민 AI 서비스</a:t>
            </a:r>
          </a:p>
        </p:txBody>
      </p:sp>
      <p:sp>
        <p:nvSpPr>
          <p:cNvPr id="14" name="⑪ AI 교육·행정">
            <a:extLst xmlns:a="http://schemas.openxmlformats.org/drawingml/2006/main">
              <a:ext uri="{FF2B5EF4-FFF2-40B4-BE49-F238E27FC236}">
                <a16:creationId xmlns:a16="http://schemas.microsoft.com/office/drawing/2014/main" id="{BAC825A5-2387-4D4B-BD43-062E5087ED90}"/>
              </a:ext>
            </a:extLst>
          </p:cNvPr>
          <p:cNvSpPr>
            <a:spLocks xmlns:a="http://schemas.openxmlformats.org/drawingml/2006/main" noGrp="1"/>
          </p:cNvSpPr>
          <p:nvPr/>
        </p:nvSpPr>
        <p:spPr>
          <a:xfrm xmlns:a="http://schemas.openxmlformats.org/drawingml/2006/main">
            <a:off x="3505200" y="4057650"/>
            <a:ext cx="2362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xmlns:a="http://schemas.openxmlformats.org/drawingml/2006/main">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⑪ AI 교육·행정</a:t>
            </a:r>
          </a:p>
        </p:txBody>
      </p:sp>
      <p:sp>
        <p:nvSpPr>
          <p:cNvPr id="15" name="03">
            <a:extLst xmlns:a="http://schemas.openxmlformats.org/drawingml/2006/main">
              <a:ext uri="{FF2B5EF4-FFF2-40B4-BE49-F238E27FC236}">
                <a16:creationId xmlns:a16="http://schemas.microsoft.com/office/drawing/2014/main" id="{FFBAB712-34D4-4825-B961-680423858115}"/>
              </a:ext>
            </a:extLst>
          </p:cNvPr>
          <p:cNvSpPr>
            <a:spLocks xmlns:a="http://schemas.openxmlformats.org/drawingml/2006/main" noGrp="1"/>
          </p:cNvSpPr>
          <p:nvPr/>
        </p:nvSpPr>
        <p:spPr>
          <a:xfrm xmlns:a="http://schemas.openxmlformats.org/drawingml/2006/main">
            <a:off x="6400800" y="20574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xmlns:a="http://schemas.openxmlformats.org/drawingml/2006/main">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03</a:t>
            </a:r>
          </a:p>
        </p:txBody>
      </p:sp>
      <p:sp>
        <p:nvSpPr>
          <p:cNvPr id="16" name="AI·데이터 생태계 구축">
            <a:extLst xmlns:a="http://schemas.openxmlformats.org/drawingml/2006/main">
              <a:ext uri="{FF2B5EF4-FFF2-40B4-BE49-F238E27FC236}">
                <a16:creationId xmlns:a16="http://schemas.microsoft.com/office/drawing/2014/main" id="{2037E8A3-41A9-4380-8F8F-392631653B9A}"/>
              </a:ext>
            </a:extLst>
          </p:cNvPr>
          <p:cNvSpPr>
            <a:spLocks xmlns:a="http://schemas.openxmlformats.org/drawingml/2006/main" noGrp="1"/>
          </p:cNvSpPr>
          <p:nvPr/>
        </p:nvSpPr>
        <p:spPr>
          <a:xfrm xmlns:a="http://schemas.openxmlformats.org/drawingml/2006/main">
            <a:off x="6400800" y="2514600"/>
            <a:ext cx="2362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xmlns:a="http://schemas.openxmlformats.org/drawingml/2006/main">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AI·데이터</a:t>
            </a:r>
          </a:p>
          <a:p xmlns:a="http://schemas.openxmlformats.org/drawingml/2006/main">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생태계 구축</a:t>
            </a:r>
          </a:p>
        </p:txBody>
      </p:sp>
      <p:sp>
        <p:nvSpPr>
          <p:cNvPr id="17" name="">
            <a:extLst xmlns:a="http://schemas.openxmlformats.org/drawingml/2006/main">
              <a:ext uri="{FF2B5EF4-FFF2-40B4-BE49-F238E27FC236}">
                <a16:creationId xmlns:a16="http://schemas.microsoft.com/office/drawing/2014/main" id="{0454FA4A-FFAE-4598-96F4-498170092301}"/>
              </a:ext>
            </a:extLst>
          </p:cNvPr>
          <p:cNvSpPr>
            <a:spLocks xmlns:a="http://schemas.openxmlformats.org/drawingml/2006/main" noGrp="1"/>
          </p:cNvSpPr>
          <p:nvPr/>
        </p:nvSpPr>
        <p:spPr>
          <a:xfrm xmlns:a="http://schemas.openxmlformats.org/drawingml/2006/main">
            <a:off x="6400800" y="3533775"/>
            <a:ext cx="22860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8" name="③ 민간 클라우드">
            <a:extLst xmlns:a="http://schemas.openxmlformats.org/drawingml/2006/main">
              <a:ext uri="{FF2B5EF4-FFF2-40B4-BE49-F238E27FC236}">
                <a16:creationId xmlns:a16="http://schemas.microsoft.com/office/drawing/2014/main" id="{62B70B37-6D2D-4A8E-ABE8-9F18341F4843}"/>
              </a:ext>
            </a:extLst>
          </p:cNvPr>
          <p:cNvSpPr>
            <a:spLocks xmlns:a="http://schemas.openxmlformats.org/drawingml/2006/main" noGrp="1"/>
          </p:cNvSpPr>
          <p:nvPr/>
        </p:nvSpPr>
        <p:spPr>
          <a:xfrm xmlns:a="http://schemas.openxmlformats.org/drawingml/2006/main">
            <a:off x="6400800" y="3724275"/>
            <a:ext cx="2362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xmlns:a="http://schemas.openxmlformats.org/drawingml/2006/main">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③ 민간 클라우드</a:t>
            </a:r>
          </a:p>
        </p:txBody>
      </p:sp>
      <p:sp>
        <p:nvSpPr>
          <p:cNvPr id="19" name="⑩ 공공데이터">
            <a:extLst xmlns:a="http://schemas.openxmlformats.org/drawingml/2006/main">
              <a:ext uri="{FF2B5EF4-FFF2-40B4-BE49-F238E27FC236}">
                <a16:creationId xmlns:a16="http://schemas.microsoft.com/office/drawing/2014/main" id="{AB1A0D76-21CD-4613-B0A7-F6C22D262266}"/>
              </a:ext>
            </a:extLst>
          </p:cNvPr>
          <p:cNvSpPr>
            <a:spLocks xmlns:a="http://schemas.openxmlformats.org/drawingml/2006/main" noGrp="1"/>
          </p:cNvSpPr>
          <p:nvPr/>
        </p:nvSpPr>
        <p:spPr>
          <a:xfrm xmlns:a="http://schemas.openxmlformats.org/drawingml/2006/main">
            <a:off x="6400800" y="4057650"/>
            <a:ext cx="2362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xmlns:a="http://schemas.openxmlformats.org/drawingml/2006/main">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⑩ 공공데이터</a:t>
            </a:r>
          </a:p>
        </p:txBody>
      </p:sp>
      <p:sp>
        <p:nvSpPr>
          <p:cNvPr id="20" name="⑫ 공공 AI 실증">
            <a:extLst xmlns:a="http://schemas.openxmlformats.org/drawingml/2006/main">
              <a:ext uri="{FF2B5EF4-FFF2-40B4-BE49-F238E27FC236}">
                <a16:creationId xmlns:a16="http://schemas.microsoft.com/office/drawing/2014/main" id="{23EF14FE-364E-4D79-9CE3-AFE414BD5DB2}"/>
              </a:ext>
            </a:extLst>
          </p:cNvPr>
          <p:cNvSpPr>
            <a:spLocks xmlns:a="http://schemas.openxmlformats.org/drawingml/2006/main" noGrp="1"/>
          </p:cNvSpPr>
          <p:nvPr/>
        </p:nvSpPr>
        <p:spPr>
          <a:xfrm xmlns:a="http://schemas.openxmlformats.org/drawingml/2006/main">
            <a:off x="6400800" y="4391025"/>
            <a:ext cx="2362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xmlns:a="http://schemas.openxmlformats.org/drawingml/2006/main">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⑫ 공공 AI 실증</a:t>
            </a:r>
          </a:p>
        </p:txBody>
      </p:sp>
      <p:sp>
        <p:nvSpPr>
          <p:cNvPr id="21" name="⑬ 글로벌 확산">
            <a:extLst xmlns:a="http://schemas.openxmlformats.org/drawingml/2006/main">
              <a:ext uri="{FF2B5EF4-FFF2-40B4-BE49-F238E27FC236}">
                <a16:creationId xmlns:a16="http://schemas.microsoft.com/office/drawing/2014/main" id="{88FBA471-F219-46C3-84CA-4586FB5A0C3C}"/>
              </a:ext>
            </a:extLst>
          </p:cNvPr>
          <p:cNvSpPr>
            <a:spLocks xmlns:a="http://schemas.openxmlformats.org/drawingml/2006/main" noGrp="1"/>
          </p:cNvSpPr>
          <p:nvPr/>
        </p:nvSpPr>
        <p:spPr>
          <a:xfrm xmlns:a="http://schemas.openxmlformats.org/drawingml/2006/main">
            <a:off x="6400800" y="4724400"/>
            <a:ext cx="2362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xmlns:a="http://schemas.openxmlformats.org/drawingml/2006/main">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⑬ 글로벌 확산</a:t>
            </a:r>
          </a:p>
        </p:txBody>
      </p:sp>
      <p:sp>
        <p:nvSpPr>
          <p:cNvPr id="22" name="04">
            <a:extLst xmlns:a="http://schemas.openxmlformats.org/drawingml/2006/main">
              <a:ext uri="{FF2B5EF4-FFF2-40B4-BE49-F238E27FC236}">
                <a16:creationId xmlns:a16="http://schemas.microsoft.com/office/drawing/2014/main" id="{D7C44C89-CB08-4401-9881-1C731E2BAEB7}"/>
              </a:ext>
            </a:extLst>
          </p:cNvPr>
          <p:cNvSpPr>
            <a:spLocks xmlns:a="http://schemas.openxmlformats.org/drawingml/2006/main" noGrp="1"/>
          </p:cNvSpPr>
          <p:nvPr/>
        </p:nvSpPr>
        <p:spPr>
          <a:xfrm xmlns:a="http://schemas.openxmlformats.org/drawingml/2006/main">
            <a:off x="9296400" y="20574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xmlns:a="http://schemas.openxmlformats.org/drawingml/2006/main">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04</a:t>
            </a:r>
          </a:p>
        </p:txBody>
      </p:sp>
      <p:sp>
        <p:nvSpPr>
          <p:cNvPr id="23" name="신뢰 기반 공공 AI 확립">
            <a:extLst xmlns:a="http://schemas.openxmlformats.org/drawingml/2006/main">
              <a:ext uri="{FF2B5EF4-FFF2-40B4-BE49-F238E27FC236}">
                <a16:creationId xmlns:a16="http://schemas.microsoft.com/office/drawing/2014/main" id="{BEE750AC-D611-421E-AFAB-B51B5FD23324}"/>
              </a:ext>
            </a:extLst>
          </p:cNvPr>
          <p:cNvSpPr>
            <a:spLocks xmlns:a="http://schemas.openxmlformats.org/drawingml/2006/main" noGrp="1"/>
          </p:cNvSpPr>
          <p:nvPr/>
        </p:nvSpPr>
        <p:spPr>
          <a:xfrm xmlns:a="http://schemas.openxmlformats.org/drawingml/2006/main">
            <a:off x="9296400" y="2514600"/>
            <a:ext cx="2362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xmlns:a="http://schemas.openxmlformats.org/drawingml/2006/main">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신뢰 기반</a:t>
            </a:r>
          </a:p>
          <a:p xmlns:a="http://schemas.openxmlformats.org/drawingml/2006/main">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공공 AI 확립</a:t>
            </a:r>
          </a:p>
        </p:txBody>
      </p:sp>
      <p:sp>
        <p:nvSpPr>
          <p:cNvPr id="24" name="">
            <a:extLst xmlns:a="http://schemas.openxmlformats.org/drawingml/2006/main">
              <a:ext uri="{FF2B5EF4-FFF2-40B4-BE49-F238E27FC236}">
                <a16:creationId xmlns:a16="http://schemas.microsoft.com/office/drawing/2014/main" id="{83F28045-EF04-4E15-B6A1-72E3F5A8883E}"/>
              </a:ext>
            </a:extLst>
          </p:cNvPr>
          <p:cNvSpPr>
            <a:spLocks xmlns:a="http://schemas.openxmlformats.org/drawingml/2006/main" noGrp="1"/>
          </p:cNvSpPr>
          <p:nvPr/>
        </p:nvSpPr>
        <p:spPr>
          <a:xfrm xmlns:a="http://schemas.openxmlformats.org/drawingml/2006/main">
            <a:off x="9296400" y="3533775"/>
            <a:ext cx="22860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25" name="⑤ 공공 AI 영향평가">
            <a:extLst xmlns:a="http://schemas.openxmlformats.org/drawingml/2006/main">
              <a:ext uri="{FF2B5EF4-FFF2-40B4-BE49-F238E27FC236}">
                <a16:creationId xmlns:a16="http://schemas.microsoft.com/office/drawing/2014/main" id="{DCB3D999-5C2B-4821-A846-755F712D344A}"/>
              </a:ext>
            </a:extLst>
          </p:cNvPr>
          <p:cNvSpPr>
            <a:spLocks xmlns:a="http://schemas.openxmlformats.org/drawingml/2006/main" noGrp="1"/>
          </p:cNvSpPr>
          <p:nvPr/>
        </p:nvSpPr>
        <p:spPr>
          <a:xfrm xmlns:a="http://schemas.openxmlformats.org/drawingml/2006/main">
            <a:off x="9296400" y="3724275"/>
            <a:ext cx="2362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xmlns:a="http://schemas.openxmlformats.org/drawingml/2006/main">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⑤ 공공 AI 영향평가</a:t>
            </a:r>
          </a:p>
        </p:txBody>
      </p:sp>
      <p:sp>
        <p:nvSpPr>
          <p:cNvPr id="26" name="⑥ 공공 AI 윤리">
            <a:extLst xmlns:a="http://schemas.openxmlformats.org/drawingml/2006/main">
              <a:ext uri="{FF2B5EF4-FFF2-40B4-BE49-F238E27FC236}">
                <a16:creationId xmlns:a16="http://schemas.microsoft.com/office/drawing/2014/main" id="{5B136DB8-DAC3-4AE6-9E47-727FB4E1D473}"/>
              </a:ext>
            </a:extLst>
          </p:cNvPr>
          <p:cNvSpPr>
            <a:spLocks xmlns:a="http://schemas.openxmlformats.org/drawingml/2006/main" noGrp="1"/>
          </p:cNvSpPr>
          <p:nvPr/>
        </p:nvSpPr>
        <p:spPr>
          <a:xfrm xmlns:a="http://schemas.openxmlformats.org/drawingml/2006/main">
            <a:off x="9296400" y="4057650"/>
            <a:ext cx="2362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xmlns:a="http://schemas.openxmlformats.org/drawingml/2006/main">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⑥ 공공 AI 윤리</a:t>
            </a:r>
          </a:p>
        </p:txBody>
      </p:sp>
      <p:sp>
        <p:nvSpPr>
          <p:cNvPr id="27" name="⑮ AI·디지털 포용">
            <a:extLst xmlns:a="http://schemas.openxmlformats.org/drawingml/2006/main">
              <a:ext uri="{FF2B5EF4-FFF2-40B4-BE49-F238E27FC236}">
                <a16:creationId xmlns:a16="http://schemas.microsoft.com/office/drawing/2014/main" id="{8EBDCE4B-274C-45CC-8EB4-1A1BF12A507B}"/>
              </a:ext>
            </a:extLst>
          </p:cNvPr>
          <p:cNvSpPr>
            <a:spLocks xmlns:a="http://schemas.openxmlformats.org/drawingml/2006/main" noGrp="1"/>
          </p:cNvSpPr>
          <p:nvPr/>
        </p:nvSpPr>
        <p:spPr>
          <a:xfrm xmlns:a="http://schemas.openxmlformats.org/drawingml/2006/main">
            <a:off x="9296400" y="4391025"/>
            <a:ext cx="2362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17262C"/>
                </a:solidFill>
                <a:latin typeface="Noto Sans KR"/>
                <a:ea typeface="Noto Sans KR"/>
                <a:cs typeface="Noto Sans KR"/>
              </a:defRPr>
            </a:defPPr>
            <a:lvl1pPr algn="l">
              <a:defRPr sz="1575" b="0">
                <a:solidFill>
                  <a:srgbClr val="17262C"/>
                </a:solidFill>
                <a:latin typeface="Noto Sans KR"/>
                <a:ea typeface="Noto Sans KR"/>
                <a:cs typeface="Noto Sans KR"/>
              </a:defRPr>
            </a:lvl1pPr>
            <a:lvl2pPr algn="l">
              <a:defRPr sz="1575" b="0">
                <a:solidFill>
                  <a:srgbClr val="17262C"/>
                </a:solidFill>
                <a:latin typeface="Noto Sans KR"/>
                <a:ea typeface="Noto Sans KR"/>
                <a:cs typeface="Noto Sans KR"/>
              </a:defRPr>
            </a:lvl2pPr>
            <a:lvl3pPr algn="l">
              <a:defRPr sz="1575" b="0">
                <a:solidFill>
                  <a:srgbClr val="17262C"/>
                </a:solidFill>
                <a:latin typeface="Noto Sans KR"/>
                <a:ea typeface="Noto Sans KR"/>
                <a:cs typeface="Noto Sans KR"/>
              </a:defRPr>
            </a:lvl3pPr>
            <a:lvl4pPr algn="l">
              <a:defRPr sz="1575" b="0">
                <a:solidFill>
                  <a:srgbClr val="17262C"/>
                </a:solidFill>
                <a:latin typeface="Noto Sans KR"/>
                <a:ea typeface="Noto Sans KR"/>
                <a:cs typeface="Noto Sans KR"/>
              </a:defRPr>
            </a:lvl4pPr>
            <a:lvl5pPr algn="l">
              <a:defRPr sz="1575" b="0">
                <a:solidFill>
                  <a:srgbClr val="17262C"/>
                </a:solidFill>
                <a:latin typeface="Noto Sans KR"/>
                <a:ea typeface="Noto Sans KR"/>
                <a:cs typeface="Noto Sans KR"/>
              </a:defRPr>
            </a:lvl5pPr>
            <a:lvl6pPr algn="l">
              <a:defRPr sz="1575" b="0">
                <a:solidFill>
                  <a:srgbClr val="17262C"/>
                </a:solidFill>
                <a:latin typeface="Noto Sans KR"/>
                <a:ea typeface="Noto Sans KR"/>
                <a:cs typeface="Noto Sans KR"/>
              </a:defRPr>
            </a:lvl6pPr>
            <a:lvl7pPr algn="l">
              <a:defRPr sz="1575" b="0">
                <a:solidFill>
                  <a:srgbClr val="17262C"/>
                </a:solidFill>
                <a:latin typeface="Noto Sans KR"/>
                <a:ea typeface="Noto Sans KR"/>
                <a:cs typeface="Noto Sans KR"/>
              </a:defRPr>
            </a:lvl7pPr>
            <a:lvl8pPr algn="l">
              <a:defRPr sz="1575" b="0">
                <a:solidFill>
                  <a:srgbClr val="17262C"/>
                </a:solidFill>
                <a:latin typeface="Noto Sans KR"/>
                <a:ea typeface="Noto Sans KR"/>
                <a:cs typeface="Noto Sans KR"/>
              </a:defRPr>
            </a:lvl8pPr>
            <a:lvl9pPr algn="l">
              <a:defRPr sz="1575" b="0">
                <a:solidFill>
                  <a:srgbClr val="17262C"/>
                </a:solidFill>
                <a:latin typeface="Noto Sans KR"/>
                <a:ea typeface="Noto Sans KR"/>
                <a:cs typeface="Noto Sans KR"/>
              </a:defRPr>
            </a:lvl9pPr>
          </a:lstStyle>
          <a:p xmlns:a="http://schemas.openxmlformats.org/drawingml/2006/main">
            <a:pPr algn="l">
              <a:defRPr sz="1575" b="0">
                <a:solidFill>
                  <a:srgbClr val="17262C"/>
                </a:solidFill>
                <a:latin typeface="Noto Sans KR"/>
                <a:ea typeface="Noto Sans KR"/>
                <a:cs typeface="Noto Sans KR"/>
              </a:defRPr>
            </a:pPr>
            <a:r>
              <a:rPr sz="1575" b="0">
                <a:solidFill>
                  <a:srgbClr val="17262C"/>
                </a:solidFill>
                <a:latin typeface="Noto Sans KR"/>
                <a:ea typeface="Noto Sans KR"/>
                <a:cs typeface="Noto Sans KR"/>
              </a:rPr>
              <a:t>⑮ AI·디지털 포용</a:t>
            </a:r>
          </a:p>
        </p:txBody>
      </p:sp>
      <p:sp>
        <p:nvSpPr>
          <p:cNvPr id="28" name="">
            <a:extLst xmlns:a="http://schemas.openxmlformats.org/drawingml/2006/main">
              <a:ext uri="{FF2B5EF4-FFF2-40B4-BE49-F238E27FC236}">
                <a16:creationId xmlns:a16="http://schemas.microsoft.com/office/drawing/2014/main" id="{1A0B3456-172C-4A55-AA38-4780FF9C1449}"/>
              </a:ext>
            </a:extLst>
          </p:cNvPr>
          <p:cNvSpPr>
            <a:spLocks xmlns:a="http://schemas.openxmlformats.org/drawingml/2006/main" noGrp="1"/>
          </p:cNvSpPr>
          <p:nvPr/>
        </p:nvSpPr>
        <p:spPr>
          <a:xfrm xmlns:a="http://schemas.openxmlformats.org/drawingml/2006/main">
            <a:off x="609600" y="5324475"/>
            <a:ext cx="10972800" cy="0"/>
          </a:xfrm>
          <a:prstGeom xmlns:a="http://schemas.openxmlformats.org/drawingml/2006/main" prst="line">
            <a:avLst/>
          </a:prstGeom>
          <a:noFill xmlns:a="http://schemas.openxmlformats.org/drawingml/2006/main"/>
          <a:ln xmlns:a="http://schemas.openxmlformats.org/drawingml/2006/main" w="9525">
            <a:solidFill>
              <a:srgbClr val="17262C"/>
            </a:solidFill>
          </a:ln>
        </p:spPr>
      </p:sp>
      <p:sp>
        <p:nvSpPr>
          <p:cNvPr id="29" name="공통 관리체계">
            <a:extLst xmlns:a="http://schemas.openxmlformats.org/drawingml/2006/main">
              <a:ext uri="{FF2B5EF4-FFF2-40B4-BE49-F238E27FC236}">
                <a16:creationId xmlns:a16="http://schemas.microsoft.com/office/drawing/2014/main" id="{5FC124BF-A099-4279-B841-083E0DE09DF5}"/>
              </a:ext>
            </a:extLst>
          </p:cNvPr>
          <p:cNvSpPr>
            <a:spLocks xmlns:a="http://schemas.openxmlformats.org/drawingml/2006/main" noGrp="1"/>
          </p:cNvSpPr>
          <p:nvPr/>
        </p:nvSpPr>
        <p:spPr>
          <a:xfrm xmlns:a="http://schemas.openxmlformats.org/drawingml/2006/main">
            <a:off x="609600" y="5543550"/>
            <a:ext cx="2305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공통 관리체계</a:t>
            </a:r>
          </a:p>
        </p:txBody>
      </p:sp>
      <p:sp>
        <p:nvSpPr>
          <p:cNvPr id="30" name="추진·지원체계">
            <a:extLst xmlns:a="http://schemas.openxmlformats.org/drawingml/2006/main">
              <a:ext uri="{FF2B5EF4-FFF2-40B4-BE49-F238E27FC236}">
                <a16:creationId xmlns:a16="http://schemas.microsoft.com/office/drawing/2014/main" id="{AD35EE1D-513F-45F1-8C92-2AFF09B3099C}"/>
              </a:ext>
            </a:extLst>
          </p:cNvPr>
          <p:cNvSpPr>
            <a:spLocks xmlns:a="http://schemas.openxmlformats.org/drawingml/2006/main" noGrp="1"/>
          </p:cNvSpPr>
          <p:nvPr/>
        </p:nvSpPr>
        <p:spPr>
          <a:xfrm xmlns:a="http://schemas.openxmlformats.org/drawingml/2006/main">
            <a:off x="3505200" y="551497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7262C"/>
                </a:solidFill>
                <a:latin typeface="Noto Sans KR"/>
                <a:ea typeface="Noto Sans KR"/>
                <a:cs typeface="Noto Sans KR"/>
              </a:defRPr>
            </a:defPPr>
            <a:lvl1pPr algn="l">
              <a:defRPr sz="1875" b="1">
                <a:solidFill>
                  <a:srgbClr val="17262C"/>
                </a:solidFill>
                <a:latin typeface="Noto Sans KR"/>
                <a:ea typeface="Noto Sans KR"/>
                <a:cs typeface="Noto Sans KR"/>
              </a:defRPr>
            </a:lvl1pPr>
            <a:lvl2pPr algn="l">
              <a:defRPr sz="1875" b="1">
                <a:solidFill>
                  <a:srgbClr val="17262C"/>
                </a:solidFill>
                <a:latin typeface="Noto Sans KR"/>
                <a:ea typeface="Noto Sans KR"/>
                <a:cs typeface="Noto Sans KR"/>
              </a:defRPr>
            </a:lvl2pPr>
            <a:lvl3pPr algn="l">
              <a:defRPr sz="1875" b="1">
                <a:solidFill>
                  <a:srgbClr val="17262C"/>
                </a:solidFill>
                <a:latin typeface="Noto Sans KR"/>
                <a:ea typeface="Noto Sans KR"/>
                <a:cs typeface="Noto Sans KR"/>
              </a:defRPr>
            </a:lvl3pPr>
            <a:lvl4pPr algn="l">
              <a:defRPr sz="1875" b="1">
                <a:solidFill>
                  <a:srgbClr val="17262C"/>
                </a:solidFill>
                <a:latin typeface="Noto Sans KR"/>
                <a:ea typeface="Noto Sans KR"/>
                <a:cs typeface="Noto Sans KR"/>
              </a:defRPr>
            </a:lvl4pPr>
            <a:lvl5pPr algn="l">
              <a:defRPr sz="1875" b="1">
                <a:solidFill>
                  <a:srgbClr val="17262C"/>
                </a:solidFill>
                <a:latin typeface="Noto Sans KR"/>
                <a:ea typeface="Noto Sans KR"/>
                <a:cs typeface="Noto Sans KR"/>
              </a:defRPr>
            </a:lvl5pPr>
            <a:lvl6pPr algn="l">
              <a:defRPr sz="1875" b="1">
                <a:solidFill>
                  <a:srgbClr val="17262C"/>
                </a:solidFill>
                <a:latin typeface="Noto Sans KR"/>
                <a:ea typeface="Noto Sans KR"/>
                <a:cs typeface="Noto Sans KR"/>
              </a:defRPr>
            </a:lvl6pPr>
            <a:lvl7pPr algn="l">
              <a:defRPr sz="1875" b="1">
                <a:solidFill>
                  <a:srgbClr val="17262C"/>
                </a:solidFill>
                <a:latin typeface="Noto Sans KR"/>
                <a:ea typeface="Noto Sans KR"/>
                <a:cs typeface="Noto Sans KR"/>
              </a:defRPr>
            </a:lvl7pPr>
            <a:lvl8pPr algn="l">
              <a:defRPr sz="1875" b="1">
                <a:solidFill>
                  <a:srgbClr val="17262C"/>
                </a:solidFill>
                <a:latin typeface="Noto Sans KR"/>
                <a:ea typeface="Noto Sans KR"/>
                <a:cs typeface="Noto Sans KR"/>
              </a:defRPr>
            </a:lvl8pPr>
            <a:lvl9pPr algn="l">
              <a:defRPr sz="1875" b="1">
                <a:solidFill>
                  <a:srgbClr val="17262C"/>
                </a:solidFill>
                <a:latin typeface="Noto Sans KR"/>
                <a:ea typeface="Noto Sans KR"/>
                <a:cs typeface="Noto Sans KR"/>
              </a:defRPr>
            </a:lvl9pPr>
          </a:lstStyle>
          <a:p xmlns:a="http://schemas.openxmlformats.org/drawingml/2006/main">
            <a:pPr algn="l">
              <a:defRPr sz="1875" b="1">
                <a:solidFill>
                  <a:srgbClr val="17262C"/>
                </a:solidFill>
                <a:latin typeface="Noto Sans KR"/>
                <a:ea typeface="Noto Sans KR"/>
                <a:cs typeface="Noto Sans KR"/>
              </a:defRPr>
            </a:pPr>
            <a:r>
              <a:rPr sz="1875" b="1">
                <a:solidFill>
                  <a:srgbClr val="17262C"/>
                </a:solidFill>
                <a:latin typeface="Noto Sans KR"/>
                <a:ea typeface="Noto Sans KR"/>
                <a:cs typeface="Noto Sans KR"/>
              </a:rPr>
              <a:t>추진·지원체계</a:t>
            </a:r>
          </a:p>
        </p:txBody>
      </p:sp>
      <p:sp>
        <p:nvSpPr>
          <p:cNvPr id="31" name="⑭ 거버넌스    ⑦ 적극행정·감사 면책">
            <a:extLst xmlns:a="http://schemas.openxmlformats.org/drawingml/2006/main">
              <a:ext uri="{FF2B5EF4-FFF2-40B4-BE49-F238E27FC236}">
                <a16:creationId xmlns:a16="http://schemas.microsoft.com/office/drawing/2014/main" id="{404ECAAD-DF0D-4DA5-A591-9677A5B07D3A}"/>
              </a:ext>
            </a:extLst>
          </p:cNvPr>
          <p:cNvSpPr>
            <a:spLocks xmlns:a="http://schemas.openxmlformats.org/drawingml/2006/main" noGrp="1"/>
          </p:cNvSpPr>
          <p:nvPr/>
        </p:nvSpPr>
        <p:spPr>
          <a:xfrm xmlns:a="http://schemas.openxmlformats.org/drawingml/2006/main">
            <a:off x="3505200" y="5934075"/>
            <a:ext cx="525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17262C"/>
                </a:solidFill>
                <a:latin typeface="Noto Sans KR"/>
                <a:ea typeface="Noto Sans KR"/>
                <a:cs typeface="Noto Sans KR"/>
              </a:defRPr>
            </a:defPPr>
            <a:lvl1pPr algn="l">
              <a:defRPr sz="1500" b="0">
                <a:solidFill>
                  <a:srgbClr val="17262C"/>
                </a:solidFill>
                <a:latin typeface="Noto Sans KR"/>
                <a:ea typeface="Noto Sans KR"/>
                <a:cs typeface="Noto Sans KR"/>
              </a:defRPr>
            </a:lvl1pPr>
            <a:lvl2pPr algn="l">
              <a:defRPr sz="1500" b="0">
                <a:solidFill>
                  <a:srgbClr val="17262C"/>
                </a:solidFill>
                <a:latin typeface="Noto Sans KR"/>
                <a:ea typeface="Noto Sans KR"/>
                <a:cs typeface="Noto Sans KR"/>
              </a:defRPr>
            </a:lvl2pPr>
            <a:lvl3pPr algn="l">
              <a:defRPr sz="1500" b="0">
                <a:solidFill>
                  <a:srgbClr val="17262C"/>
                </a:solidFill>
                <a:latin typeface="Noto Sans KR"/>
                <a:ea typeface="Noto Sans KR"/>
                <a:cs typeface="Noto Sans KR"/>
              </a:defRPr>
            </a:lvl3pPr>
            <a:lvl4pPr algn="l">
              <a:defRPr sz="1500" b="0">
                <a:solidFill>
                  <a:srgbClr val="17262C"/>
                </a:solidFill>
                <a:latin typeface="Noto Sans KR"/>
                <a:ea typeface="Noto Sans KR"/>
                <a:cs typeface="Noto Sans KR"/>
              </a:defRPr>
            </a:lvl4pPr>
            <a:lvl5pPr algn="l">
              <a:defRPr sz="1500" b="0">
                <a:solidFill>
                  <a:srgbClr val="17262C"/>
                </a:solidFill>
                <a:latin typeface="Noto Sans KR"/>
                <a:ea typeface="Noto Sans KR"/>
                <a:cs typeface="Noto Sans KR"/>
              </a:defRPr>
            </a:lvl5pPr>
            <a:lvl6pPr algn="l">
              <a:defRPr sz="1500" b="0">
                <a:solidFill>
                  <a:srgbClr val="17262C"/>
                </a:solidFill>
                <a:latin typeface="Noto Sans KR"/>
                <a:ea typeface="Noto Sans KR"/>
                <a:cs typeface="Noto Sans KR"/>
              </a:defRPr>
            </a:lvl6pPr>
            <a:lvl7pPr algn="l">
              <a:defRPr sz="1500" b="0">
                <a:solidFill>
                  <a:srgbClr val="17262C"/>
                </a:solidFill>
                <a:latin typeface="Noto Sans KR"/>
                <a:ea typeface="Noto Sans KR"/>
                <a:cs typeface="Noto Sans KR"/>
              </a:defRPr>
            </a:lvl7pPr>
            <a:lvl8pPr algn="l">
              <a:defRPr sz="1500" b="0">
                <a:solidFill>
                  <a:srgbClr val="17262C"/>
                </a:solidFill>
                <a:latin typeface="Noto Sans KR"/>
                <a:ea typeface="Noto Sans KR"/>
                <a:cs typeface="Noto Sans KR"/>
              </a:defRPr>
            </a:lvl8pPr>
            <a:lvl9pPr algn="l">
              <a:defRPr sz="1500" b="0">
                <a:solidFill>
                  <a:srgbClr val="17262C"/>
                </a:solidFill>
                <a:latin typeface="Noto Sans KR"/>
                <a:ea typeface="Noto Sans KR"/>
                <a:cs typeface="Noto Sans KR"/>
              </a:defRPr>
            </a:lvl9pPr>
          </a:lstStyle>
          <a:p xmlns:a="http://schemas.openxmlformats.org/drawingml/2006/main">
            <a:pPr algn="l">
              <a:defRPr sz="1500" b="0">
                <a:solidFill>
                  <a:srgbClr val="17262C"/>
                </a:solidFill>
                <a:latin typeface="Noto Sans KR"/>
                <a:ea typeface="Noto Sans KR"/>
                <a:cs typeface="Noto Sans KR"/>
              </a:defRPr>
            </a:pPr>
            <a:r>
              <a:rPr sz="1500" b="0">
                <a:solidFill>
                  <a:srgbClr val="17262C"/>
                </a:solidFill>
                <a:latin typeface="Noto Sans KR"/>
                <a:ea typeface="Noto Sans KR"/>
                <a:cs typeface="Noto Sans KR"/>
              </a:rPr>
              <a:t>⑭ 거버넌스    ⑦ 적극행정·감사 면책</a:t>
            </a:r>
          </a:p>
        </p:txBody>
      </p:sp>
      <p:sp>
        <p:nvSpPr>
          <p:cNvPr id="32" name="성과관리체계">
            <a:extLst xmlns:a="http://schemas.openxmlformats.org/drawingml/2006/main">
              <a:ext uri="{FF2B5EF4-FFF2-40B4-BE49-F238E27FC236}">
                <a16:creationId xmlns:a16="http://schemas.microsoft.com/office/drawing/2014/main" id="{A37D2FEE-6087-4AC2-877F-6E9D44F92286}"/>
              </a:ext>
            </a:extLst>
          </p:cNvPr>
          <p:cNvSpPr>
            <a:spLocks xmlns:a="http://schemas.openxmlformats.org/drawingml/2006/main" noGrp="1"/>
          </p:cNvSpPr>
          <p:nvPr/>
        </p:nvSpPr>
        <p:spPr>
          <a:xfrm xmlns:a="http://schemas.openxmlformats.org/drawingml/2006/main">
            <a:off x="9296400" y="5514975"/>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7262C"/>
                </a:solidFill>
                <a:latin typeface="Noto Sans KR"/>
                <a:ea typeface="Noto Sans KR"/>
                <a:cs typeface="Noto Sans KR"/>
              </a:defRPr>
            </a:defPPr>
            <a:lvl1pPr algn="l">
              <a:defRPr sz="1875" b="1">
                <a:solidFill>
                  <a:srgbClr val="17262C"/>
                </a:solidFill>
                <a:latin typeface="Noto Sans KR"/>
                <a:ea typeface="Noto Sans KR"/>
                <a:cs typeface="Noto Sans KR"/>
              </a:defRPr>
            </a:lvl1pPr>
            <a:lvl2pPr algn="l">
              <a:defRPr sz="1875" b="1">
                <a:solidFill>
                  <a:srgbClr val="17262C"/>
                </a:solidFill>
                <a:latin typeface="Noto Sans KR"/>
                <a:ea typeface="Noto Sans KR"/>
                <a:cs typeface="Noto Sans KR"/>
              </a:defRPr>
            </a:lvl2pPr>
            <a:lvl3pPr algn="l">
              <a:defRPr sz="1875" b="1">
                <a:solidFill>
                  <a:srgbClr val="17262C"/>
                </a:solidFill>
                <a:latin typeface="Noto Sans KR"/>
                <a:ea typeface="Noto Sans KR"/>
                <a:cs typeface="Noto Sans KR"/>
              </a:defRPr>
            </a:lvl3pPr>
            <a:lvl4pPr algn="l">
              <a:defRPr sz="1875" b="1">
                <a:solidFill>
                  <a:srgbClr val="17262C"/>
                </a:solidFill>
                <a:latin typeface="Noto Sans KR"/>
                <a:ea typeface="Noto Sans KR"/>
                <a:cs typeface="Noto Sans KR"/>
              </a:defRPr>
            </a:lvl4pPr>
            <a:lvl5pPr algn="l">
              <a:defRPr sz="1875" b="1">
                <a:solidFill>
                  <a:srgbClr val="17262C"/>
                </a:solidFill>
                <a:latin typeface="Noto Sans KR"/>
                <a:ea typeface="Noto Sans KR"/>
                <a:cs typeface="Noto Sans KR"/>
              </a:defRPr>
            </a:lvl5pPr>
            <a:lvl6pPr algn="l">
              <a:defRPr sz="1875" b="1">
                <a:solidFill>
                  <a:srgbClr val="17262C"/>
                </a:solidFill>
                <a:latin typeface="Noto Sans KR"/>
                <a:ea typeface="Noto Sans KR"/>
                <a:cs typeface="Noto Sans KR"/>
              </a:defRPr>
            </a:lvl6pPr>
            <a:lvl7pPr algn="l">
              <a:defRPr sz="1875" b="1">
                <a:solidFill>
                  <a:srgbClr val="17262C"/>
                </a:solidFill>
                <a:latin typeface="Noto Sans KR"/>
                <a:ea typeface="Noto Sans KR"/>
                <a:cs typeface="Noto Sans KR"/>
              </a:defRPr>
            </a:lvl7pPr>
            <a:lvl8pPr algn="l">
              <a:defRPr sz="1875" b="1">
                <a:solidFill>
                  <a:srgbClr val="17262C"/>
                </a:solidFill>
                <a:latin typeface="Noto Sans KR"/>
                <a:ea typeface="Noto Sans KR"/>
                <a:cs typeface="Noto Sans KR"/>
              </a:defRPr>
            </a:lvl8pPr>
            <a:lvl9pPr algn="l">
              <a:defRPr sz="1875" b="1">
                <a:solidFill>
                  <a:srgbClr val="17262C"/>
                </a:solidFill>
                <a:latin typeface="Noto Sans KR"/>
                <a:ea typeface="Noto Sans KR"/>
                <a:cs typeface="Noto Sans KR"/>
              </a:defRPr>
            </a:lvl9pPr>
          </a:lstStyle>
          <a:p xmlns:a="http://schemas.openxmlformats.org/drawingml/2006/main">
            <a:pPr algn="l">
              <a:defRPr sz="1875" b="1">
                <a:solidFill>
                  <a:srgbClr val="17262C"/>
                </a:solidFill>
                <a:latin typeface="Noto Sans KR"/>
                <a:ea typeface="Noto Sans KR"/>
                <a:cs typeface="Noto Sans KR"/>
              </a:defRPr>
            </a:pPr>
            <a:r>
              <a:rPr sz="1875" b="1">
                <a:solidFill>
                  <a:srgbClr val="17262C"/>
                </a:solidFill>
                <a:latin typeface="Noto Sans KR"/>
                <a:ea typeface="Noto Sans KR"/>
                <a:cs typeface="Noto Sans KR"/>
              </a:rPr>
              <a:t>성과관리체계</a:t>
            </a:r>
          </a:p>
        </p:txBody>
      </p:sp>
      <p:sp>
        <p:nvSpPr>
          <p:cNvPr id="33" name="⑧ 공공AX 성과평가">
            <a:extLst xmlns:a="http://schemas.openxmlformats.org/drawingml/2006/main">
              <a:ext uri="{FF2B5EF4-FFF2-40B4-BE49-F238E27FC236}">
                <a16:creationId xmlns:a16="http://schemas.microsoft.com/office/drawing/2014/main" id="{122128E7-0164-4650-B11B-F6D883FAB207}"/>
              </a:ext>
            </a:extLst>
          </p:cNvPr>
          <p:cNvSpPr>
            <a:spLocks xmlns:a="http://schemas.openxmlformats.org/drawingml/2006/main" noGrp="1"/>
          </p:cNvSpPr>
          <p:nvPr/>
        </p:nvSpPr>
        <p:spPr>
          <a:xfrm xmlns:a="http://schemas.openxmlformats.org/drawingml/2006/main">
            <a:off x="9296400" y="5934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17262C"/>
                </a:solidFill>
                <a:latin typeface="Noto Sans KR"/>
                <a:ea typeface="Noto Sans KR"/>
                <a:cs typeface="Noto Sans KR"/>
              </a:defRPr>
            </a:defPPr>
            <a:lvl1pPr algn="l">
              <a:defRPr sz="1500" b="0">
                <a:solidFill>
                  <a:srgbClr val="17262C"/>
                </a:solidFill>
                <a:latin typeface="Noto Sans KR"/>
                <a:ea typeface="Noto Sans KR"/>
                <a:cs typeface="Noto Sans KR"/>
              </a:defRPr>
            </a:lvl1pPr>
            <a:lvl2pPr algn="l">
              <a:defRPr sz="1500" b="0">
                <a:solidFill>
                  <a:srgbClr val="17262C"/>
                </a:solidFill>
                <a:latin typeface="Noto Sans KR"/>
                <a:ea typeface="Noto Sans KR"/>
                <a:cs typeface="Noto Sans KR"/>
              </a:defRPr>
            </a:lvl2pPr>
            <a:lvl3pPr algn="l">
              <a:defRPr sz="1500" b="0">
                <a:solidFill>
                  <a:srgbClr val="17262C"/>
                </a:solidFill>
                <a:latin typeface="Noto Sans KR"/>
                <a:ea typeface="Noto Sans KR"/>
                <a:cs typeface="Noto Sans KR"/>
              </a:defRPr>
            </a:lvl3pPr>
            <a:lvl4pPr algn="l">
              <a:defRPr sz="1500" b="0">
                <a:solidFill>
                  <a:srgbClr val="17262C"/>
                </a:solidFill>
                <a:latin typeface="Noto Sans KR"/>
                <a:ea typeface="Noto Sans KR"/>
                <a:cs typeface="Noto Sans KR"/>
              </a:defRPr>
            </a:lvl4pPr>
            <a:lvl5pPr algn="l">
              <a:defRPr sz="1500" b="0">
                <a:solidFill>
                  <a:srgbClr val="17262C"/>
                </a:solidFill>
                <a:latin typeface="Noto Sans KR"/>
                <a:ea typeface="Noto Sans KR"/>
                <a:cs typeface="Noto Sans KR"/>
              </a:defRPr>
            </a:lvl5pPr>
            <a:lvl6pPr algn="l">
              <a:defRPr sz="1500" b="0">
                <a:solidFill>
                  <a:srgbClr val="17262C"/>
                </a:solidFill>
                <a:latin typeface="Noto Sans KR"/>
                <a:ea typeface="Noto Sans KR"/>
                <a:cs typeface="Noto Sans KR"/>
              </a:defRPr>
            </a:lvl6pPr>
            <a:lvl7pPr algn="l">
              <a:defRPr sz="1500" b="0">
                <a:solidFill>
                  <a:srgbClr val="17262C"/>
                </a:solidFill>
                <a:latin typeface="Noto Sans KR"/>
                <a:ea typeface="Noto Sans KR"/>
                <a:cs typeface="Noto Sans KR"/>
              </a:defRPr>
            </a:lvl7pPr>
            <a:lvl8pPr algn="l">
              <a:defRPr sz="1500" b="0">
                <a:solidFill>
                  <a:srgbClr val="17262C"/>
                </a:solidFill>
                <a:latin typeface="Noto Sans KR"/>
                <a:ea typeface="Noto Sans KR"/>
                <a:cs typeface="Noto Sans KR"/>
              </a:defRPr>
            </a:lvl8pPr>
            <a:lvl9pPr algn="l">
              <a:defRPr sz="1500" b="0">
                <a:solidFill>
                  <a:srgbClr val="17262C"/>
                </a:solidFill>
                <a:latin typeface="Noto Sans KR"/>
                <a:ea typeface="Noto Sans KR"/>
                <a:cs typeface="Noto Sans KR"/>
              </a:defRPr>
            </a:lvl9pPr>
          </a:lstStyle>
          <a:p xmlns:a="http://schemas.openxmlformats.org/drawingml/2006/main">
            <a:pPr algn="l">
              <a:defRPr sz="1500" b="0">
                <a:solidFill>
                  <a:srgbClr val="17262C"/>
                </a:solidFill>
                <a:latin typeface="Noto Sans KR"/>
                <a:ea typeface="Noto Sans KR"/>
                <a:cs typeface="Noto Sans KR"/>
              </a:defRPr>
            </a:pPr>
            <a:r>
              <a:rPr sz="1500" b="0">
                <a:solidFill>
                  <a:srgbClr val="17262C"/>
                </a:solidFill>
                <a:latin typeface="Noto Sans KR"/>
                <a:ea typeface="Noto Sans KR"/>
                <a:cs typeface="Noto Sans KR"/>
              </a:rPr>
              <a:t>⑧ 공공AX 성과평가</a:t>
            </a:r>
          </a:p>
        </p:txBody>
      </p:sp>
      <p:sp>
        <p:nvSpPr>
          <p:cNvPr id="34" name="행동계획의 15개 과제를 발표 목적에 맞게 발표자가 재구성">
            <a:extLst xmlns:a="http://schemas.openxmlformats.org/drawingml/2006/main">
              <a:ext uri="{FF2B5EF4-FFF2-40B4-BE49-F238E27FC236}">
                <a16:creationId xmlns:a16="http://schemas.microsoft.com/office/drawing/2014/main" id="{F9C688CF-B3EE-49F2-8433-1183921757D9}"/>
              </a:ext>
            </a:extLst>
          </p:cNvPr>
          <p:cNvSpPr>
            <a:spLocks xmlns:a="http://schemas.openxmlformats.org/drawingml/2006/main" noGrp="1"/>
          </p:cNvSpPr>
          <p:nvPr/>
        </p:nvSpPr>
        <p:spPr>
          <a:xfrm xmlns:a="http://schemas.openxmlformats.org/drawingml/2006/main">
            <a:off x="609600" y="6419850"/>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657578"/>
                </a:solidFill>
                <a:latin typeface="Noto Sans KR"/>
                <a:ea typeface="Noto Sans KR"/>
                <a:cs typeface="Noto Sans KR"/>
              </a:defRPr>
            </a:defPPr>
            <a:lvl1pPr algn="l">
              <a:defRPr sz="1050" b="0">
                <a:solidFill>
                  <a:srgbClr val="657578"/>
                </a:solidFill>
                <a:latin typeface="Noto Sans KR"/>
                <a:ea typeface="Noto Sans KR"/>
                <a:cs typeface="Noto Sans KR"/>
              </a:defRPr>
            </a:lvl1pPr>
            <a:lvl2pPr algn="l">
              <a:defRPr sz="1050" b="0">
                <a:solidFill>
                  <a:srgbClr val="657578"/>
                </a:solidFill>
                <a:latin typeface="Noto Sans KR"/>
                <a:ea typeface="Noto Sans KR"/>
                <a:cs typeface="Noto Sans KR"/>
              </a:defRPr>
            </a:lvl2pPr>
            <a:lvl3pPr algn="l">
              <a:defRPr sz="1050" b="0">
                <a:solidFill>
                  <a:srgbClr val="657578"/>
                </a:solidFill>
                <a:latin typeface="Noto Sans KR"/>
                <a:ea typeface="Noto Sans KR"/>
                <a:cs typeface="Noto Sans KR"/>
              </a:defRPr>
            </a:lvl3pPr>
            <a:lvl4pPr algn="l">
              <a:defRPr sz="1050" b="0">
                <a:solidFill>
                  <a:srgbClr val="657578"/>
                </a:solidFill>
                <a:latin typeface="Noto Sans KR"/>
                <a:ea typeface="Noto Sans KR"/>
                <a:cs typeface="Noto Sans KR"/>
              </a:defRPr>
            </a:lvl4pPr>
            <a:lvl5pPr algn="l">
              <a:defRPr sz="1050" b="0">
                <a:solidFill>
                  <a:srgbClr val="657578"/>
                </a:solidFill>
                <a:latin typeface="Noto Sans KR"/>
                <a:ea typeface="Noto Sans KR"/>
                <a:cs typeface="Noto Sans KR"/>
              </a:defRPr>
            </a:lvl5pPr>
            <a:lvl6pPr algn="l">
              <a:defRPr sz="1050" b="0">
                <a:solidFill>
                  <a:srgbClr val="657578"/>
                </a:solidFill>
                <a:latin typeface="Noto Sans KR"/>
                <a:ea typeface="Noto Sans KR"/>
                <a:cs typeface="Noto Sans KR"/>
              </a:defRPr>
            </a:lvl6pPr>
            <a:lvl7pPr algn="l">
              <a:defRPr sz="1050" b="0">
                <a:solidFill>
                  <a:srgbClr val="657578"/>
                </a:solidFill>
                <a:latin typeface="Noto Sans KR"/>
                <a:ea typeface="Noto Sans KR"/>
                <a:cs typeface="Noto Sans KR"/>
              </a:defRPr>
            </a:lvl7pPr>
            <a:lvl8pPr algn="l">
              <a:defRPr sz="1050" b="0">
                <a:solidFill>
                  <a:srgbClr val="657578"/>
                </a:solidFill>
                <a:latin typeface="Noto Sans KR"/>
                <a:ea typeface="Noto Sans KR"/>
                <a:cs typeface="Noto Sans KR"/>
              </a:defRPr>
            </a:lvl8pPr>
            <a:lvl9pPr algn="l">
              <a:defRPr sz="1050" b="0">
                <a:solidFill>
                  <a:srgbClr val="657578"/>
                </a:solidFill>
                <a:latin typeface="Noto Sans KR"/>
                <a:ea typeface="Noto Sans KR"/>
                <a:cs typeface="Noto Sans KR"/>
              </a:defRPr>
            </a:lvl9pPr>
          </a:lstStyle>
          <a:p xmlns:a="http://schemas.openxmlformats.org/drawingml/2006/main">
            <a:pPr algn="l">
              <a:defRPr sz="1050" b="0">
                <a:solidFill>
                  <a:srgbClr val="657578"/>
                </a:solidFill>
                <a:latin typeface="Noto Sans KR"/>
                <a:ea typeface="Noto Sans KR"/>
                <a:cs typeface="Noto Sans KR"/>
              </a:defRPr>
            </a:pPr>
            <a:r>
              <a:rPr sz="1050" b="0">
                <a:solidFill>
                  <a:srgbClr val="657578"/>
                </a:solidFill>
                <a:latin typeface="Noto Sans KR"/>
                <a:ea typeface="Noto Sans KR"/>
                <a:cs typeface="Noto Sans KR"/>
              </a:rPr>
              <a:t>행동계획의 15개 과제를 발표 목적에 맞게 발표자가 재구성</a:t>
            </a:r>
          </a:p>
        </p:txBody>
      </p:sp>
    </p:spTree>
    <p:extLst>
      <p:ext uri="{BB962C8B-B14F-4D97-AF65-F5344CB8AC3E}">
        <p14:creationId xmlns:p14="http://schemas.microsoft.com/office/powerpoint/2010/main" val="1473440579"/>
      </p:ext>
    </p:extLst>
  </p:cSld>
</p:sld>
</file>

<file path=ppt/slides/slide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21" name="AI 기반 행정업무 혁신">
            <a:extLst xmlns:a="http://schemas.openxmlformats.org/drawingml/2006/main">
              <a:ext uri="{FF2B5EF4-FFF2-40B4-BE49-F238E27FC236}">
                <a16:creationId xmlns:a16="http://schemas.microsoft.com/office/drawing/2014/main" id="{40C10C82-F859-4385-B253-AB3345002892}"/>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AI 기반 행정업무 혁신</a:t>
            </a:r>
          </a:p>
        </p:txBody>
      </p:sp>
      <p:sp>
        <p:nvSpPr>
          <p:cNvPr id="2" name="05">
            <a:extLst xmlns:a="http://schemas.openxmlformats.org/drawingml/2006/main">
              <a:ext uri="{FF2B5EF4-FFF2-40B4-BE49-F238E27FC236}">
                <a16:creationId xmlns:a16="http://schemas.microsoft.com/office/drawing/2014/main" id="{61F3CF0D-C40F-410E-A0B4-78F63B8F404C}"/>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05</a:t>
            </a:r>
          </a:p>
        </p:txBody>
      </p:sp>
      <p:sp>
        <p:nvSpPr>
          <p:cNvPr id="3" name="전략목표 1">
            <a:extLst xmlns:a="http://schemas.openxmlformats.org/drawingml/2006/main">
              <a:ext uri="{FF2B5EF4-FFF2-40B4-BE49-F238E27FC236}">
                <a16:creationId xmlns:a16="http://schemas.microsoft.com/office/drawing/2014/main" id="{95340BF0-38A1-4439-9C73-E6D5C7791DE8}"/>
              </a:ext>
            </a:extLst>
          </p:cNvPr>
          <p:cNvSpPr>
            <a:spLocks xmlns:a="http://schemas.openxmlformats.org/drawingml/2006/main" noGrp="1"/>
          </p:cNvSpPr>
          <p:nvPr/>
        </p:nvSpPr>
        <p:spPr>
          <a:xfrm xmlns:a="http://schemas.openxmlformats.org/drawingml/2006/main">
            <a:off x="609600" y="13811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전략목표 1</a:t>
            </a:r>
          </a:p>
        </p:txBody>
      </p:sp>
      <p:sp>
        <p:nvSpPr>
          <p:cNvPr id="4" name="공무원">
            <a:extLst xmlns:a="http://schemas.openxmlformats.org/drawingml/2006/main">
              <a:ext uri="{FF2B5EF4-FFF2-40B4-BE49-F238E27FC236}">
                <a16:creationId xmlns:a16="http://schemas.microsoft.com/office/drawing/2014/main" id="{ADAB7E57-E270-4B74-992D-FF4F1256E21A}"/>
              </a:ext>
            </a:extLst>
          </p:cNvPr>
          <p:cNvSpPr>
            <a:spLocks xmlns:a="http://schemas.openxmlformats.org/drawingml/2006/main" noGrp="1"/>
          </p:cNvSpPr>
          <p:nvPr/>
        </p:nvSpPr>
        <p:spPr>
          <a:xfrm xmlns:a="http://schemas.openxmlformats.org/drawingml/2006/main">
            <a:off x="609600" y="2266950"/>
            <a:ext cx="4476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5475" b="1">
                <a:solidFill>
                  <a:srgbClr val="17262C"/>
                </a:solidFill>
                <a:latin typeface="Noto Sans KR"/>
                <a:ea typeface="Noto Sans KR"/>
                <a:cs typeface="Noto Sans KR"/>
              </a:defRPr>
            </a:defPPr>
            <a:lvl1pPr algn="l">
              <a:defRPr sz="5475" b="1">
                <a:solidFill>
                  <a:srgbClr val="17262C"/>
                </a:solidFill>
                <a:latin typeface="Noto Sans KR"/>
                <a:ea typeface="Noto Sans KR"/>
                <a:cs typeface="Noto Sans KR"/>
              </a:defRPr>
            </a:lvl1pPr>
            <a:lvl2pPr algn="l">
              <a:defRPr sz="5475" b="1">
                <a:solidFill>
                  <a:srgbClr val="17262C"/>
                </a:solidFill>
                <a:latin typeface="Noto Sans KR"/>
                <a:ea typeface="Noto Sans KR"/>
                <a:cs typeface="Noto Sans KR"/>
              </a:defRPr>
            </a:lvl2pPr>
            <a:lvl3pPr algn="l">
              <a:defRPr sz="5475" b="1">
                <a:solidFill>
                  <a:srgbClr val="17262C"/>
                </a:solidFill>
                <a:latin typeface="Noto Sans KR"/>
                <a:ea typeface="Noto Sans KR"/>
                <a:cs typeface="Noto Sans KR"/>
              </a:defRPr>
            </a:lvl3pPr>
            <a:lvl4pPr algn="l">
              <a:defRPr sz="5475" b="1">
                <a:solidFill>
                  <a:srgbClr val="17262C"/>
                </a:solidFill>
                <a:latin typeface="Noto Sans KR"/>
                <a:ea typeface="Noto Sans KR"/>
                <a:cs typeface="Noto Sans KR"/>
              </a:defRPr>
            </a:lvl4pPr>
            <a:lvl5pPr algn="l">
              <a:defRPr sz="5475" b="1">
                <a:solidFill>
                  <a:srgbClr val="17262C"/>
                </a:solidFill>
                <a:latin typeface="Noto Sans KR"/>
                <a:ea typeface="Noto Sans KR"/>
                <a:cs typeface="Noto Sans KR"/>
              </a:defRPr>
            </a:lvl5pPr>
            <a:lvl6pPr algn="l">
              <a:defRPr sz="5475" b="1">
                <a:solidFill>
                  <a:srgbClr val="17262C"/>
                </a:solidFill>
                <a:latin typeface="Noto Sans KR"/>
                <a:ea typeface="Noto Sans KR"/>
                <a:cs typeface="Noto Sans KR"/>
              </a:defRPr>
            </a:lvl6pPr>
            <a:lvl7pPr algn="l">
              <a:defRPr sz="5475" b="1">
                <a:solidFill>
                  <a:srgbClr val="17262C"/>
                </a:solidFill>
                <a:latin typeface="Noto Sans KR"/>
                <a:ea typeface="Noto Sans KR"/>
                <a:cs typeface="Noto Sans KR"/>
              </a:defRPr>
            </a:lvl7pPr>
            <a:lvl8pPr algn="l">
              <a:defRPr sz="5475" b="1">
                <a:solidFill>
                  <a:srgbClr val="17262C"/>
                </a:solidFill>
                <a:latin typeface="Noto Sans KR"/>
                <a:ea typeface="Noto Sans KR"/>
                <a:cs typeface="Noto Sans KR"/>
              </a:defRPr>
            </a:lvl8pPr>
            <a:lvl9pPr algn="l">
              <a:defRPr sz="5475" b="1">
                <a:solidFill>
                  <a:srgbClr val="17262C"/>
                </a:solidFill>
                <a:latin typeface="Noto Sans KR"/>
                <a:ea typeface="Noto Sans KR"/>
                <a:cs typeface="Noto Sans KR"/>
              </a:defRPr>
            </a:lvl9pPr>
          </a:lstStyle>
          <a:p xmlns:a="http://schemas.openxmlformats.org/drawingml/2006/main">
            <a:pPr algn="l">
              <a:defRPr sz="5475" b="1">
                <a:solidFill>
                  <a:srgbClr val="17262C"/>
                </a:solidFill>
                <a:latin typeface="Noto Sans KR"/>
                <a:ea typeface="Noto Sans KR"/>
                <a:cs typeface="Noto Sans KR"/>
              </a:defRPr>
            </a:pPr>
            <a:r>
              <a:rPr sz="5475" b="1">
                <a:solidFill>
                  <a:srgbClr val="17262C"/>
                </a:solidFill>
                <a:latin typeface="Noto Sans KR"/>
                <a:ea typeface="Noto Sans KR"/>
                <a:cs typeface="Noto Sans KR"/>
              </a:rPr>
              <a:t>공무원</a:t>
            </a:r>
          </a:p>
        </p:txBody>
      </p:sp>
      <p:sp>
        <p:nvSpPr>
          <p:cNvPr id="5" name="AI">
            <a:extLst xmlns:a="http://schemas.openxmlformats.org/drawingml/2006/main">
              <a:ext uri="{FF2B5EF4-FFF2-40B4-BE49-F238E27FC236}">
                <a16:creationId xmlns:a16="http://schemas.microsoft.com/office/drawing/2014/main" id="{BE567CC3-5B6B-4288-ACA9-E74070A73C72}"/>
              </a:ext>
            </a:extLst>
          </p:cNvPr>
          <p:cNvSpPr>
            <a:spLocks xmlns:a="http://schemas.openxmlformats.org/drawingml/2006/main" noGrp="1"/>
          </p:cNvSpPr>
          <p:nvPr/>
        </p:nvSpPr>
        <p:spPr>
          <a:xfrm xmlns:a="http://schemas.openxmlformats.org/drawingml/2006/main">
            <a:off x="609600" y="3467100"/>
            <a:ext cx="4476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6300" b="1">
                <a:solidFill>
                  <a:srgbClr val="17262C"/>
                </a:solidFill>
                <a:latin typeface="Noto Sans KR"/>
                <a:ea typeface="Noto Sans KR"/>
                <a:cs typeface="Noto Sans KR"/>
              </a:defRPr>
            </a:defPPr>
            <a:lvl1pPr algn="l">
              <a:defRPr sz="6300" b="1">
                <a:solidFill>
                  <a:srgbClr val="17262C"/>
                </a:solidFill>
                <a:latin typeface="Noto Sans KR"/>
                <a:ea typeface="Noto Sans KR"/>
                <a:cs typeface="Noto Sans KR"/>
              </a:defRPr>
            </a:lvl1pPr>
            <a:lvl2pPr algn="l">
              <a:defRPr sz="6300" b="1">
                <a:solidFill>
                  <a:srgbClr val="17262C"/>
                </a:solidFill>
                <a:latin typeface="Noto Sans KR"/>
                <a:ea typeface="Noto Sans KR"/>
                <a:cs typeface="Noto Sans KR"/>
              </a:defRPr>
            </a:lvl2pPr>
            <a:lvl3pPr algn="l">
              <a:defRPr sz="6300" b="1">
                <a:solidFill>
                  <a:srgbClr val="17262C"/>
                </a:solidFill>
                <a:latin typeface="Noto Sans KR"/>
                <a:ea typeface="Noto Sans KR"/>
                <a:cs typeface="Noto Sans KR"/>
              </a:defRPr>
            </a:lvl3pPr>
            <a:lvl4pPr algn="l">
              <a:defRPr sz="6300" b="1">
                <a:solidFill>
                  <a:srgbClr val="17262C"/>
                </a:solidFill>
                <a:latin typeface="Noto Sans KR"/>
                <a:ea typeface="Noto Sans KR"/>
                <a:cs typeface="Noto Sans KR"/>
              </a:defRPr>
            </a:lvl4pPr>
            <a:lvl5pPr algn="l">
              <a:defRPr sz="6300" b="1">
                <a:solidFill>
                  <a:srgbClr val="17262C"/>
                </a:solidFill>
                <a:latin typeface="Noto Sans KR"/>
                <a:ea typeface="Noto Sans KR"/>
                <a:cs typeface="Noto Sans KR"/>
              </a:defRPr>
            </a:lvl5pPr>
            <a:lvl6pPr algn="l">
              <a:defRPr sz="6300" b="1">
                <a:solidFill>
                  <a:srgbClr val="17262C"/>
                </a:solidFill>
                <a:latin typeface="Noto Sans KR"/>
                <a:ea typeface="Noto Sans KR"/>
                <a:cs typeface="Noto Sans KR"/>
              </a:defRPr>
            </a:lvl6pPr>
            <a:lvl7pPr algn="l">
              <a:defRPr sz="6300" b="1">
                <a:solidFill>
                  <a:srgbClr val="17262C"/>
                </a:solidFill>
                <a:latin typeface="Noto Sans KR"/>
                <a:ea typeface="Noto Sans KR"/>
                <a:cs typeface="Noto Sans KR"/>
              </a:defRPr>
            </a:lvl7pPr>
            <a:lvl8pPr algn="l">
              <a:defRPr sz="6300" b="1">
                <a:solidFill>
                  <a:srgbClr val="17262C"/>
                </a:solidFill>
                <a:latin typeface="Noto Sans KR"/>
                <a:ea typeface="Noto Sans KR"/>
                <a:cs typeface="Noto Sans KR"/>
              </a:defRPr>
            </a:lvl8pPr>
            <a:lvl9pPr algn="l">
              <a:defRPr sz="6300" b="1">
                <a:solidFill>
                  <a:srgbClr val="17262C"/>
                </a:solidFill>
                <a:latin typeface="Noto Sans KR"/>
                <a:ea typeface="Noto Sans KR"/>
                <a:cs typeface="Noto Sans KR"/>
              </a:defRPr>
            </a:lvl9pPr>
          </a:lstStyle>
          <a:p xmlns:a="http://schemas.openxmlformats.org/drawingml/2006/main">
            <a:pPr algn="l">
              <a:defRPr sz="6300" b="1">
                <a:solidFill>
                  <a:srgbClr val="17262C"/>
                </a:solidFill>
                <a:latin typeface="Noto Sans KR"/>
                <a:ea typeface="Noto Sans KR"/>
                <a:cs typeface="Noto Sans KR"/>
              </a:defRPr>
            </a:pPr>
            <a:r>
              <a:rPr sz="6300" b="1">
                <a:solidFill>
                  <a:srgbClr val="17262C"/>
                </a:solidFill>
                <a:latin typeface="Noto Sans KR"/>
                <a:ea typeface="Noto Sans KR"/>
                <a:cs typeface="Noto Sans KR"/>
              </a:rPr>
              <a:t>AI</a:t>
            </a:r>
          </a:p>
        </p:txBody>
      </p:sp>
      <p:sp>
        <p:nvSpPr>
          <p:cNvPr id="6" name="함께 일하는 정부">
            <a:extLst xmlns:a="http://schemas.openxmlformats.org/drawingml/2006/main">
              <a:ext uri="{FF2B5EF4-FFF2-40B4-BE49-F238E27FC236}">
                <a16:creationId xmlns:a16="http://schemas.microsoft.com/office/drawing/2014/main" id="{708AC71A-34AE-44A2-885D-60A6FC2D3D82}"/>
              </a:ext>
            </a:extLst>
          </p:cNvPr>
          <p:cNvSpPr>
            <a:spLocks xmlns:a="http://schemas.openxmlformats.org/drawingml/2006/main" noGrp="1"/>
          </p:cNvSpPr>
          <p:nvPr/>
        </p:nvSpPr>
        <p:spPr>
          <a:xfrm xmlns:a="http://schemas.openxmlformats.org/drawingml/2006/main">
            <a:off x="628650" y="5029200"/>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657578"/>
                </a:solidFill>
                <a:latin typeface="Noto Sans KR"/>
                <a:ea typeface="Noto Sans KR"/>
                <a:cs typeface="Noto Sans KR"/>
              </a:defRPr>
            </a:defPPr>
            <a:lvl1pPr algn="l">
              <a:defRPr sz="2175" b="0">
                <a:solidFill>
                  <a:srgbClr val="657578"/>
                </a:solidFill>
                <a:latin typeface="Noto Sans KR"/>
                <a:ea typeface="Noto Sans KR"/>
                <a:cs typeface="Noto Sans KR"/>
              </a:defRPr>
            </a:lvl1pPr>
            <a:lvl2pPr algn="l">
              <a:defRPr sz="2175" b="0">
                <a:solidFill>
                  <a:srgbClr val="657578"/>
                </a:solidFill>
                <a:latin typeface="Noto Sans KR"/>
                <a:ea typeface="Noto Sans KR"/>
                <a:cs typeface="Noto Sans KR"/>
              </a:defRPr>
            </a:lvl2pPr>
            <a:lvl3pPr algn="l">
              <a:defRPr sz="2175" b="0">
                <a:solidFill>
                  <a:srgbClr val="657578"/>
                </a:solidFill>
                <a:latin typeface="Noto Sans KR"/>
                <a:ea typeface="Noto Sans KR"/>
                <a:cs typeface="Noto Sans KR"/>
              </a:defRPr>
            </a:lvl3pPr>
            <a:lvl4pPr algn="l">
              <a:defRPr sz="2175" b="0">
                <a:solidFill>
                  <a:srgbClr val="657578"/>
                </a:solidFill>
                <a:latin typeface="Noto Sans KR"/>
                <a:ea typeface="Noto Sans KR"/>
                <a:cs typeface="Noto Sans KR"/>
              </a:defRPr>
            </a:lvl4pPr>
            <a:lvl5pPr algn="l">
              <a:defRPr sz="2175" b="0">
                <a:solidFill>
                  <a:srgbClr val="657578"/>
                </a:solidFill>
                <a:latin typeface="Noto Sans KR"/>
                <a:ea typeface="Noto Sans KR"/>
                <a:cs typeface="Noto Sans KR"/>
              </a:defRPr>
            </a:lvl5pPr>
            <a:lvl6pPr algn="l">
              <a:defRPr sz="2175" b="0">
                <a:solidFill>
                  <a:srgbClr val="657578"/>
                </a:solidFill>
                <a:latin typeface="Noto Sans KR"/>
                <a:ea typeface="Noto Sans KR"/>
                <a:cs typeface="Noto Sans KR"/>
              </a:defRPr>
            </a:lvl6pPr>
            <a:lvl7pPr algn="l">
              <a:defRPr sz="2175" b="0">
                <a:solidFill>
                  <a:srgbClr val="657578"/>
                </a:solidFill>
                <a:latin typeface="Noto Sans KR"/>
                <a:ea typeface="Noto Sans KR"/>
                <a:cs typeface="Noto Sans KR"/>
              </a:defRPr>
            </a:lvl7pPr>
            <a:lvl8pPr algn="l">
              <a:defRPr sz="2175" b="0">
                <a:solidFill>
                  <a:srgbClr val="657578"/>
                </a:solidFill>
                <a:latin typeface="Noto Sans KR"/>
                <a:ea typeface="Noto Sans KR"/>
                <a:cs typeface="Noto Sans KR"/>
              </a:defRPr>
            </a:lvl8pPr>
            <a:lvl9pPr algn="l">
              <a:defRPr sz="2175" b="0">
                <a:solidFill>
                  <a:srgbClr val="657578"/>
                </a:solidFill>
                <a:latin typeface="Noto Sans KR"/>
                <a:ea typeface="Noto Sans KR"/>
                <a:cs typeface="Noto Sans KR"/>
              </a:defRPr>
            </a:lvl9pPr>
          </a:lstStyle>
          <a:p xmlns:a="http://schemas.openxmlformats.org/drawingml/2006/main">
            <a:pPr algn="l">
              <a:defRPr sz="2175" b="0">
                <a:solidFill>
                  <a:srgbClr val="657578"/>
                </a:solidFill>
                <a:latin typeface="Noto Sans KR"/>
                <a:ea typeface="Noto Sans KR"/>
                <a:cs typeface="Noto Sans KR"/>
              </a:defRPr>
            </a:pPr>
            <a:r>
              <a:rPr sz="2175" b="0">
                <a:solidFill>
                  <a:srgbClr val="657578"/>
                </a:solidFill>
                <a:latin typeface="Noto Sans KR"/>
                <a:ea typeface="Noto Sans KR"/>
                <a:cs typeface="Noto Sans KR"/>
              </a:rPr>
              <a:t>함께 일하는 정부</a:t>
            </a:r>
          </a:p>
        </p:txBody>
      </p:sp>
      <p:sp>
        <p:nvSpPr>
          <p:cNvPr id="7" name="">
            <a:extLst xmlns:a="http://schemas.openxmlformats.org/drawingml/2006/main">
              <a:ext uri="{FF2B5EF4-FFF2-40B4-BE49-F238E27FC236}">
                <a16:creationId xmlns:a16="http://schemas.microsoft.com/office/drawing/2014/main" id="{B0561111-4ED3-4A7B-9FE1-9FA8A48EBA01}"/>
              </a:ext>
            </a:extLst>
          </p:cNvPr>
          <p:cNvSpPr>
            <a:spLocks xmlns:a="http://schemas.openxmlformats.org/drawingml/2006/main" noGrp="1"/>
          </p:cNvSpPr>
          <p:nvPr/>
        </p:nvSpPr>
        <p:spPr>
          <a:xfrm xmlns:a="http://schemas.openxmlformats.org/drawingml/2006/main">
            <a:off x="5295900" y="2676525"/>
            <a:ext cx="0" cy="2943225"/>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8" name="">
            <a:extLst xmlns:a="http://schemas.openxmlformats.org/drawingml/2006/main">
              <a:ext uri="{FF2B5EF4-FFF2-40B4-BE49-F238E27FC236}">
                <a16:creationId xmlns:a16="http://schemas.microsoft.com/office/drawing/2014/main" id="{2F0DEFC3-81FB-44AE-B8EA-1127DD8C43E0}"/>
              </a:ext>
            </a:extLst>
          </p:cNvPr>
          <p:cNvSpPr>
            <a:spLocks xmlns:a="http://schemas.openxmlformats.org/drawingml/2006/main" noGrp="1"/>
          </p:cNvSpPr>
          <p:nvPr/>
        </p:nvSpPr>
        <p:spPr>
          <a:xfrm xmlns:a="http://schemas.openxmlformats.org/drawingml/2006/main">
            <a:off x="4857750" y="2676525"/>
            <a:ext cx="43815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9" name="">
            <a:extLst xmlns:a="http://schemas.openxmlformats.org/drawingml/2006/main">
              <a:ext uri="{FF2B5EF4-FFF2-40B4-BE49-F238E27FC236}">
                <a16:creationId xmlns:a16="http://schemas.microsoft.com/office/drawing/2014/main" id="{6CC62CFB-51E5-4488-BE3C-6EAC7E3B7A67}"/>
              </a:ext>
            </a:extLst>
          </p:cNvPr>
          <p:cNvSpPr>
            <a:spLocks xmlns:a="http://schemas.openxmlformats.org/drawingml/2006/main" noGrp="1"/>
          </p:cNvSpPr>
          <p:nvPr/>
        </p:nvSpPr>
        <p:spPr>
          <a:xfrm xmlns:a="http://schemas.openxmlformats.org/drawingml/2006/main">
            <a:off x="5295900" y="2676525"/>
            <a:ext cx="8763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0" name="">
            <a:extLst xmlns:a="http://schemas.openxmlformats.org/drawingml/2006/main">
              <a:ext uri="{FF2B5EF4-FFF2-40B4-BE49-F238E27FC236}">
                <a16:creationId xmlns:a16="http://schemas.microsoft.com/office/drawing/2014/main" id="{66F5E09E-28EF-4135-8D63-889F0BFBCDB3}"/>
              </a:ext>
            </a:extLst>
          </p:cNvPr>
          <p:cNvSpPr>
            <a:spLocks xmlns:a="http://schemas.openxmlformats.org/drawingml/2006/main" noGrp="1"/>
          </p:cNvSpPr>
          <p:nvPr/>
        </p:nvSpPr>
        <p:spPr>
          <a:xfrm xmlns:a="http://schemas.openxmlformats.org/drawingml/2006/main">
            <a:off x="5295900" y="4238625"/>
            <a:ext cx="8763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1" name="">
            <a:extLst xmlns:a="http://schemas.openxmlformats.org/drawingml/2006/main">
              <a:ext uri="{FF2B5EF4-FFF2-40B4-BE49-F238E27FC236}">
                <a16:creationId xmlns:a16="http://schemas.microsoft.com/office/drawing/2014/main" id="{27745245-0D5E-4B18-B724-22A16BD1C330}"/>
              </a:ext>
            </a:extLst>
          </p:cNvPr>
          <p:cNvSpPr>
            <a:spLocks xmlns:a="http://schemas.openxmlformats.org/drawingml/2006/main" noGrp="1"/>
          </p:cNvSpPr>
          <p:nvPr/>
        </p:nvSpPr>
        <p:spPr>
          <a:xfrm xmlns:a="http://schemas.openxmlformats.org/drawingml/2006/main">
            <a:off x="5295900" y="5619750"/>
            <a:ext cx="8763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2" name="①  협업체계">
            <a:extLst xmlns:a="http://schemas.openxmlformats.org/drawingml/2006/main">
              <a:ext uri="{FF2B5EF4-FFF2-40B4-BE49-F238E27FC236}">
                <a16:creationId xmlns:a16="http://schemas.microsoft.com/office/drawing/2014/main" id="{C3D40E50-A18C-432C-B73D-EF0AFBA3F6C3}"/>
              </a:ext>
            </a:extLst>
          </p:cNvPr>
          <p:cNvSpPr>
            <a:spLocks xmlns:a="http://schemas.openxmlformats.org/drawingml/2006/main" noGrp="1"/>
          </p:cNvSpPr>
          <p:nvPr/>
        </p:nvSpPr>
        <p:spPr>
          <a:xfrm xmlns:a="http://schemas.openxmlformats.org/drawingml/2006/main">
            <a:off x="6486525" y="2105025"/>
            <a:ext cx="5095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xmlns:a="http://schemas.openxmlformats.org/drawingml/2006/main">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①  협업체계</a:t>
            </a:r>
          </a:p>
        </p:txBody>
      </p:sp>
      <p:sp>
        <p:nvSpPr>
          <p:cNvPr id="13" name="AI와 함께 일하는 방식">
            <a:extLst xmlns:a="http://schemas.openxmlformats.org/drawingml/2006/main">
              <a:ext uri="{FF2B5EF4-FFF2-40B4-BE49-F238E27FC236}">
                <a16:creationId xmlns:a16="http://schemas.microsoft.com/office/drawing/2014/main" id="{2DDA79EE-99EE-4EE9-A3BE-99349C93C2BF}"/>
              </a:ext>
            </a:extLst>
          </p:cNvPr>
          <p:cNvSpPr>
            <a:spLocks xmlns:a="http://schemas.openxmlformats.org/drawingml/2006/main" noGrp="1"/>
          </p:cNvSpPr>
          <p:nvPr/>
        </p:nvSpPr>
        <p:spPr>
          <a:xfrm xmlns:a="http://schemas.openxmlformats.org/drawingml/2006/main">
            <a:off x="6486525" y="2543175"/>
            <a:ext cx="5095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1">
                <a:solidFill>
                  <a:srgbClr val="17262C"/>
                </a:solidFill>
                <a:latin typeface="Noto Sans KR"/>
                <a:ea typeface="Noto Sans KR"/>
                <a:cs typeface="Noto Sans KR"/>
              </a:defRPr>
            </a:defPPr>
            <a:lvl1pPr algn="l">
              <a:defRPr sz="2400" b="1">
                <a:solidFill>
                  <a:srgbClr val="17262C"/>
                </a:solidFill>
                <a:latin typeface="Noto Sans KR"/>
                <a:ea typeface="Noto Sans KR"/>
                <a:cs typeface="Noto Sans KR"/>
              </a:defRPr>
            </a:lvl1pPr>
            <a:lvl2pPr algn="l">
              <a:defRPr sz="2400" b="1">
                <a:solidFill>
                  <a:srgbClr val="17262C"/>
                </a:solidFill>
                <a:latin typeface="Noto Sans KR"/>
                <a:ea typeface="Noto Sans KR"/>
                <a:cs typeface="Noto Sans KR"/>
              </a:defRPr>
            </a:lvl2pPr>
            <a:lvl3pPr algn="l">
              <a:defRPr sz="2400" b="1">
                <a:solidFill>
                  <a:srgbClr val="17262C"/>
                </a:solidFill>
                <a:latin typeface="Noto Sans KR"/>
                <a:ea typeface="Noto Sans KR"/>
                <a:cs typeface="Noto Sans KR"/>
              </a:defRPr>
            </a:lvl3pPr>
            <a:lvl4pPr algn="l">
              <a:defRPr sz="2400" b="1">
                <a:solidFill>
                  <a:srgbClr val="17262C"/>
                </a:solidFill>
                <a:latin typeface="Noto Sans KR"/>
                <a:ea typeface="Noto Sans KR"/>
                <a:cs typeface="Noto Sans KR"/>
              </a:defRPr>
            </a:lvl4pPr>
            <a:lvl5pPr algn="l">
              <a:defRPr sz="2400" b="1">
                <a:solidFill>
                  <a:srgbClr val="17262C"/>
                </a:solidFill>
                <a:latin typeface="Noto Sans KR"/>
                <a:ea typeface="Noto Sans KR"/>
                <a:cs typeface="Noto Sans KR"/>
              </a:defRPr>
            </a:lvl5pPr>
            <a:lvl6pPr algn="l">
              <a:defRPr sz="2400" b="1">
                <a:solidFill>
                  <a:srgbClr val="17262C"/>
                </a:solidFill>
                <a:latin typeface="Noto Sans KR"/>
                <a:ea typeface="Noto Sans KR"/>
                <a:cs typeface="Noto Sans KR"/>
              </a:defRPr>
            </a:lvl6pPr>
            <a:lvl7pPr algn="l">
              <a:defRPr sz="2400" b="1">
                <a:solidFill>
                  <a:srgbClr val="17262C"/>
                </a:solidFill>
                <a:latin typeface="Noto Sans KR"/>
                <a:ea typeface="Noto Sans KR"/>
                <a:cs typeface="Noto Sans KR"/>
              </a:defRPr>
            </a:lvl7pPr>
            <a:lvl8pPr algn="l">
              <a:defRPr sz="2400" b="1">
                <a:solidFill>
                  <a:srgbClr val="17262C"/>
                </a:solidFill>
                <a:latin typeface="Noto Sans KR"/>
                <a:ea typeface="Noto Sans KR"/>
                <a:cs typeface="Noto Sans KR"/>
              </a:defRPr>
            </a:lvl8pPr>
            <a:lvl9pPr algn="l">
              <a:defRPr sz="2400" b="1">
                <a:solidFill>
                  <a:srgbClr val="17262C"/>
                </a:solidFill>
                <a:latin typeface="Noto Sans KR"/>
                <a:ea typeface="Noto Sans KR"/>
                <a:cs typeface="Noto Sans KR"/>
              </a:defRPr>
            </a:lvl9pPr>
          </a:lstStyle>
          <a:p xmlns:a="http://schemas.openxmlformats.org/drawingml/2006/main">
            <a:pPr algn="l">
              <a:defRPr sz="2400" b="1">
                <a:solidFill>
                  <a:srgbClr val="17262C"/>
                </a:solidFill>
                <a:latin typeface="Noto Sans KR"/>
                <a:ea typeface="Noto Sans KR"/>
                <a:cs typeface="Noto Sans KR"/>
              </a:defRPr>
            </a:pPr>
            <a:r>
              <a:rPr sz="2400" b="1">
                <a:solidFill>
                  <a:srgbClr val="17262C"/>
                </a:solidFill>
                <a:latin typeface="Noto Sans KR"/>
                <a:ea typeface="Noto Sans KR"/>
                <a:cs typeface="Noto Sans KR"/>
              </a:rPr>
              <a:t>AI와 함께 일하는 방식</a:t>
            </a:r>
          </a:p>
        </p:txBody>
      </p:sp>
      <p:sp>
        <p:nvSpPr>
          <p:cNvPr id="14" name="">
            <a:extLst xmlns:a="http://schemas.openxmlformats.org/drawingml/2006/main">
              <a:ext uri="{FF2B5EF4-FFF2-40B4-BE49-F238E27FC236}">
                <a16:creationId xmlns:a16="http://schemas.microsoft.com/office/drawing/2014/main" id="{701D777E-7DEC-4B6D-B42D-5F6EBE337E65}"/>
              </a:ext>
            </a:extLst>
          </p:cNvPr>
          <p:cNvSpPr>
            <a:spLocks xmlns:a="http://schemas.openxmlformats.org/drawingml/2006/main" noGrp="1"/>
          </p:cNvSpPr>
          <p:nvPr/>
        </p:nvSpPr>
        <p:spPr>
          <a:xfrm xmlns:a="http://schemas.openxmlformats.org/drawingml/2006/main">
            <a:off x="6486525" y="3333750"/>
            <a:ext cx="5095875"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5" name="②  업무관리 플랫폼">
            <a:extLst xmlns:a="http://schemas.openxmlformats.org/drawingml/2006/main">
              <a:ext uri="{FF2B5EF4-FFF2-40B4-BE49-F238E27FC236}">
                <a16:creationId xmlns:a16="http://schemas.microsoft.com/office/drawing/2014/main" id="{75E2EC3C-CB4A-40AE-ADBF-7A9DC2F9A8F0}"/>
              </a:ext>
            </a:extLst>
          </p:cNvPr>
          <p:cNvSpPr>
            <a:spLocks xmlns:a="http://schemas.openxmlformats.org/drawingml/2006/main" noGrp="1"/>
          </p:cNvSpPr>
          <p:nvPr/>
        </p:nvSpPr>
        <p:spPr>
          <a:xfrm xmlns:a="http://schemas.openxmlformats.org/drawingml/2006/main">
            <a:off x="6486525" y="3638550"/>
            <a:ext cx="5095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xmlns:a="http://schemas.openxmlformats.org/drawingml/2006/main">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②  업무관리 플랫폼</a:t>
            </a:r>
          </a:p>
        </p:txBody>
      </p:sp>
      <p:sp>
        <p:nvSpPr>
          <p:cNvPr id="16" name="업무·데이터·맥락 연결">
            <a:extLst xmlns:a="http://schemas.openxmlformats.org/drawingml/2006/main">
              <a:ext uri="{FF2B5EF4-FFF2-40B4-BE49-F238E27FC236}">
                <a16:creationId xmlns:a16="http://schemas.microsoft.com/office/drawing/2014/main" id="{03610E1D-E970-4D5B-8523-2E3A33E09E54}"/>
              </a:ext>
            </a:extLst>
          </p:cNvPr>
          <p:cNvSpPr>
            <a:spLocks xmlns:a="http://schemas.openxmlformats.org/drawingml/2006/main" noGrp="1"/>
          </p:cNvSpPr>
          <p:nvPr/>
        </p:nvSpPr>
        <p:spPr>
          <a:xfrm xmlns:a="http://schemas.openxmlformats.org/drawingml/2006/main">
            <a:off x="6486525" y="4076700"/>
            <a:ext cx="5095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1">
                <a:solidFill>
                  <a:srgbClr val="17262C"/>
                </a:solidFill>
                <a:latin typeface="Noto Sans KR"/>
                <a:ea typeface="Noto Sans KR"/>
                <a:cs typeface="Noto Sans KR"/>
              </a:defRPr>
            </a:defPPr>
            <a:lvl1pPr algn="l">
              <a:defRPr sz="2400" b="1">
                <a:solidFill>
                  <a:srgbClr val="17262C"/>
                </a:solidFill>
                <a:latin typeface="Noto Sans KR"/>
                <a:ea typeface="Noto Sans KR"/>
                <a:cs typeface="Noto Sans KR"/>
              </a:defRPr>
            </a:lvl1pPr>
            <a:lvl2pPr algn="l">
              <a:defRPr sz="2400" b="1">
                <a:solidFill>
                  <a:srgbClr val="17262C"/>
                </a:solidFill>
                <a:latin typeface="Noto Sans KR"/>
                <a:ea typeface="Noto Sans KR"/>
                <a:cs typeface="Noto Sans KR"/>
              </a:defRPr>
            </a:lvl2pPr>
            <a:lvl3pPr algn="l">
              <a:defRPr sz="2400" b="1">
                <a:solidFill>
                  <a:srgbClr val="17262C"/>
                </a:solidFill>
                <a:latin typeface="Noto Sans KR"/>
                <a:ea typeface="Noto Sans KR"/>
                <a:cs typeface="Noto Sans KR"/>
              </a:defRPr>
            </a:lvl3pPr>
            <a:lvl4pPr algn="l">
              <a:defRPr sz="2400" b="1">
                <a:solidFill>
                  <a:srgbClr val="17262C"/>
                </a:solidFill>
                <a:latin typeface="Noto Sans KR"/>
                <a:ea typeface="Noto Sans KR"/>
                <a:cs typeface="Noto Sans KR"/>
              </a:defRPr>
            </a:lvl4pPr>
            <a:lvl5pPr algn="l">
              <a:defRPr sz="2400" b="1">
                <a:solidFill>
                  <a:srgbClr val="17262C"/>
                </a:solidFill>
                <a:latin typeface="Noto Sans KR"/>
                <a:ea typeface="Noto Sans KR"/>
                <a:cs typeface="Noto Sans KR"/>
              </a:defRPr>
            </a:lvl5pPr>
            <a:lvl6pPr algn="l">
              <a:defRPr sz="2400" b="1">
                <a:solidFill>
                  <a:srgbClr val="17262C"/>
                </a:solidFill>
                <a:latin typeface="Noto Sans KR"/>
                <a:ea typeface="Noto Sans KR"/>
                <a:cs typeface="Noto Sans KR"/>
              </a:defRPr>
            </a:lvl6pPr>
            <a:lvl7pPr algn="l">
              <a:defRPr sz="2400" b="1">
                <a:solidFill>
                  <a:srgbClr val="17262C"/>
                </a:solidFill>
                <a:latin typeface="Noto Sans KR"/>
                <a:ea typeface="Noto Sans KR"/>
                <a:cs typeface="Noto Sans KR"/>
              </a:defRPr>
            </a:lvl7pPr>
            <a:lvl8pPr algn="l">
              <a:defRPr sz="2400" b="1">
                <a:solidFill>
                  <a:srgbClr val="17262C"/>
                </a:solidFill>
                <a:latin typeface="Noto Sans KR"/>
                <a:ea typeface="Noto Sans KR"/>
                <a:cs typeface="Noto Sans KR"/>
              </a:defRPr>
            </a:lvl8pPr>
            <a:lvl9pPr algn="l">
              <a:defRPr sz="2400" b="1">
                <a:solidFill>
                  <a:srgbClr val="17262C"/>
                </a:solidFill>
                <a:latin typeface="Noto Sans KR"/>
                <a:ea typeface="Noto Sans KR"/>
                <a:cs typeface="Noto Sans KR"/>
              </a:defRPr>
            </a:lvl9pPr>
          </a:lstStyle>
          <a:p xmlns:a="http://schemas.openxmlformats.org/drawingml/2006/main">
            <a:pPr algn="l">
              <a:defRPr sz="2400" b="1">
                <a:solidFill>
                  <a:srgbClr val="17262C"/>
                </a:solidFill>
                <a:latin typeface="Noto Sans KR"/>
                <a:ea typeface="Noto Sans KR"/>
                <a:cs typeface="Noto Sans KR"/>
              </a:defRPr>
            </a:pPr>
            <a:r>
              <a:rPr sz="2400" b="1">
                <a:solidFill>
                  <a:srgbClr val="17262C"/>
                </a:solidFill>
                <a:latin typeface="Noto Sans KR"/>
                <a:ea typeface="Noto Sans KR"/>
                <a:cs typeface="Noto Sans KR"/>
              </a:rPr>
              <a:t>업무·데이터·맥락 연결</a:t>
            </a:r>
          </a:p>
        </p:txBody>
      </p:sp>
      <p:sp>
        <p:nvSpPr>
          <p:cNvPr id="17" name="">
            <a:extLst xmlns:a="http://schemas.openxmlformats.org/drawingml/2006/main">
              <a:ext uri="{FF2B5EF4-FFF2-40B4-BE49-F238E27FC236}">
                <a16:creationId xmlns:a16="http://schemas.microsoft.com/office/drawing/2014/main" id="{EB0798DE-9B3D-4A05-BDAC-32CE6A7FC1C5}"/>
              </a:ext>
            </a:extLst>
          </p:cNvPr>
          <p:cNvSpPr>
            <a:spLocks xmlns:a="http://schemas.openxmlformats.org/drawingml/2006/main" noGrp="1"/>
          </p:cNvSpPr>
          <p:nvPr/>
        </p:nvSpPr>
        <p:spPr>
          <a:xfrm xmlns:a="http://schemas.openxmlformats.org/drawingml/2006/main">
            <a:off x="6486525" y="4867275"/>
            <a:ext cx="5095875"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8" name="④  공공 AI 인재양성">
            <a:extLst xmlns:a="http://schemas.openxmlformats.org/drawingml/2006/main">
              <a:ext uri="{FF2B5EF4-FFF2-40B4-BE49-F238E27FC236}">
                <a16:creationId xmlns:a16="http://schemas.microsoft.com/office/drawing/2014/main" id="{70695F6B-3ACA-49C1-A080-DCD2D0BF8969}"/>
              </a:ext>
            </a:extLst>
          </p:cNvPr>
          <p:cNvSpPr>
            <a:spLocks xmlns:a="http://schemas.openxmlformats.org/drawingml/2006/main" noGrp="1"/>
          </p:cNvSpPr>
          <p:nvPr/>
        </p:nvSpPr>
        <p:spPr>
          <a:xfrm xmlns:a="http://schemas.openxmlformats.org/drawingml/2006/main">
            <a:off x="6486525" y="5181600"/>
            <a:ext cx="5095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xmlns:a="http://schemas.openxmlformats.org/drawingml/2006/main">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④  공공 AI 인재양성</a:t>
            </a:r>
          </a:p>
        </p:txBody>
      </p:sp>
      <p:sp>
        <p:nvSpPr>
          <p:cNvPr id="19" name="직무별 역량과 현장 문제 해결">
            <a:extLst xmlns:a="http://schemas.openxmlformats.org/drawingml/2006/main">
              <a:ext uri="{FF2B5EF4-FFF2-40B4-BE49-F238E27FC236}">
                <a16:creationId xmlns:a16="http://schemas.microsoft.com/office/drawing/2014/main" id="{F8757E76-6AFF-404C-9722-426C00897701}"/>
              </a:ext>
            </a:extLst>
          </p:cNvPr>
          <p:cNvSpPr>
            <a:spLocks xmlns:a="http://schemas.openxmlformats.org/drawingml/2006/main" noGrp="1"/>
          </p:cNvSpPr>
          <p:nvPr/>
        </p:nvSpPr>
        <p:spPr>
          <a:xfrm xmlns:a="http://schemas.openxmlformats.org/drawingml/2006/main">
            <a:off x="6486525" y="5619750"/>
            <a:ext cx="5095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17262C"/>
                </a:solidFill>
                <a:latin typeface="Noto Sans KR"/>
                <a:ea typeface="Noto Sans KR"/>
                <a:cs typeface="Noto Sans KR"/>
              </a:defRPr>
            </a:defPPr>
            <a:lvl1pPr algn="l">
              <a:defRPr sz="2250" b="1">
                <a:solidFill>
                  <a:srgbClr val="17262C"/>
                </a:solidFill>
                <a:latin typeface="Noto Sans KR"/>
                <a:ea typeface="Noto Sans KR"/>
                <a:cs typeface="Noto Sans KR"/>
              </a:defRPr>
            </a:lvl1pPr>
            <a:lvl2pPr algn="l">
              <a:defRPr sz="2250" b="1">
                <a:solidFill>
                  <a:srgbClr val="17262C"/>
                </a:solidFill>
                <a:latin typeface="Noto Sans KR"/>
                <a:ea typeface="Noto Sans KR"/>
                <a:cs typeface="Noto Sans KR"/>
              </a:defRPr>
            </a:lvl2pPr>
            <a:lvl3pPr algn="l">
              <a:defRPr sz="2250" b="1">
                <a:solidFill>
                  <a:srgbClr val="17262C"/>
                </a:solidFill>
                <a:latin typeface="Noto Sans KR"/>
                <a:ea typeface="Noto Sans KR"/>
                <a:cs typeface="Noto Sans KR"/>
              </a:defRPr>
            </a:lvl3pPr>
            <a:lvl4pPr algn="l">
              <a:defRPr sz="2250" b="1">
                <a:solidFill>
                  <a:srgbClr val="17262C"/>
                </a:solidFill>
                <a:latin typeface="Noto Sans KR"/>
                <a:ea typeface="Noto Sans KR"/>
                <a:cs typeface="Noto Sans KR"/>
              </a:defRPr>
            </a:lvl4pPr>
            <a:lvl5pPr algn="l">
              <a:defRPr sz="2250" b="1">
                <a:solidFill>
                  <a:srgbClr val="17262C"/>
                </a:solidFill>
                <a:latin typeface="Noto Sans KR"/>
                <a:ea typeface="Noto Sans KR"/>
                <a:cs typeface="Noto Sans KR"/>
              </a:defRPr>
            </a:lvl5pPr>
            <a:lvl6pPr algn="l">
              <a:defRPr sz="2250" b="1">
                <a:solidFill>
                  <a:srgbClr val="17262C"/>
                </a:solidFill>
                <a:latin typeface="Noto Sans KR"/>
                <a:ea typeface="Noto Sans KR"/>
                <a:cs typeface="Noto Sans KR"/>
              </a:defRPr>
            </a:lvl6pPr>
            <a:lvl7pPr algn="l">
              <a:defRPr sz="2250" b="1">
                <a:solidFill>
                  <a:srgbClr val="17262C"/>
                </a:solidFill>
                <a:latin typeface="Noto Sans KR"/>
                <a:ea typeface="Noto Sans KR"/>
                <a:cs typeface="Noto Sans KR"/>
              </a:defRPr>
            </a:lvl7pPr>
            <a:lvl8pPr algn="l">
              <a:defRPr sz="2250" b="1">
                <a:solidFill>
                  <a:srgbClr val="17262C"/>
                </a:solidFill>
                <a:latin typeface="Noto Sans KR"/>
                <a:ea typeface="Noto Sans KR"/>
                <a:cs typeface="Noto Sans KR"/>
              </a:defRPr>
            </a:lvl8pPr>
            <a:lvl9pPr algn="l">
              <a:defRPr sz="2250" b="1">
                <a:solidFill>
                  <a:srgbClr val="17262C"/>
                </a:solidFill>
                <a:latin typeface="Noto Sans KR"/>
                <a:ea typeface="Noto Sans KR"/>
                <a:cs typeface="Noto Sans KR"/>
              </a:defRPr>
            </a:lvl9pPr>
          </a:lstStyle>
          <a:p xmlns:a="http://schemas.openxmlformats.org/drawingml/2006/main">
            <a:pPr algn="l">
              <a:defRPr sz="2250" b="1">
                <a:solidFill>
                  <a:srgbClr val="17262C"/>
                </a:solidFill>
                <a:latin typeface="Noto Sans KR"/>
                <a:ea typeface="Noto Sans KR"/>
                <a:cs typeface="Noto Sans KR"/>
              </a:defRPr>
            </a:pPr>
            <a:r>
              <a:rPr sz="2250" b="1">
                <a:solidFill>
                  <a:srgbClr val="17262C"/>
                </a:solidFill>
                <a:latin typeface="Noto Sans KR"/>
                <a:ea typeface="Noto Sans KR"/>
                <a:cs typeface="Noto Sans KR"/>
              </a:rPr>
              <a:t>직무별 역량과 현장 문제 해결</a:t>
            </a:r>
          </a:p>
        </p:txBody>
      </p:sp>
      <p:sp>
        <p:nvSpPr>
          <p:cNvPr id="20" name="협업 방식과 업무 기반, 사람의 역량을 함께 바꾸는 계획">
            <a:extLst xmlns:a="http://schemas.openxmlformats.org/drawingml/2006/main">
              <a:ext uri="{FF2B5EF4-FFF2-40B4-BE49-F238E27FC236}">
                <a16:creationId xmlns:a16="http://schemas.microsoft.com/office/drawing/2014/main" id="{C2870BA9-7441-45AA-AB4A-830305065575}"/>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657578"/>
                </a:solidFill>
                <a:latin typeface="Noto Sans KR"/>
                <a:ea typeface="Noto Sans KR"/>
                <a:cs typeface="Noto Sans KR"/>
              </a:defRPr>
            </a:defPPr>
            <a:lvl1pPr algn="l">
              <a:defRPr sz="1425" b="0">
                <a:solidFill>
                  <a:srgbClr val="657578"/>
                </a:solidFill>
                <a:latin typeface="Noto Sans KR"/>
                <a:ea typeface="Noto Sans KR"/>
                <a:cs typeface="Noto Sans KR"/>
              </a:defRPr>
            </a:lvl1pPr>
            <a:lvl2pPr algn="l">
              <a:defRPr sz="1425" b="0">
                <a:solidFill>
                  <a:srgbClr val="657578"/>
                </a:solidFill>
                <a:latin typeface="Noto Sans KR"/>
                <a:ea typeface="Noto Sans KR"/>
                <a:cs typeface="Noto Sans KR"/>
              </a:defRPr>
            </a:lvl2pPr>
            <a:lvl3pPr algn="l">
              <a:defRPr sz="1425" b="0">
                <a:solidFill>
                  <a:srgbClr val="657578"/>
                </a:solidFill>
                <a:latin typeface="Noto Sans KR"/>
                <a:ea typeface="Noto Sans KR"/>
                <a:cs typeface="Noto Sans KR"/>
              </a:defRPr>
            </a:lvl3pPr>
            <a:lvl4pPr algn="l">
              <a:defRPr sz="1425" b="0">
                <a:solidFill>
                  <a:srgbClr val="657578"/>
                </a:solidFill>
                <a:latin typeface="Noto Sans KR"/>
                <a:ea typeface="Noto Sans KR"/>
                <a:cs typeface="Noto Sans KR"/>
              </a:defRPr>
            </a:lvl4pPr>
            <a:lvl5pPr algn="l">
              <a:defRPr sz="1425" b="0">
                <a:solidFill>
                  <a:srgbClr val="657578"/>
                </a:solidFill>
                <a:latin typeface="Noto Sans KR"/>
                <a:ea typeface="Noto Sans KR"/>
                <a:cs typeface="Noto Sans KR"/>
              </a:defRPr>
            </a:lvl5pPr>
            <a:lvl6pPr algn="l">
              <a:defRPr sz="1425" b="0">
                <a:solidFill>
                  <a:srgbClr val="657578"/>
                </a:solidFill>
                <a:latin typeface="Noto Sans KR"/>
                <a:ea typeface="Noto Sans KR"/>
                <a:cs typeface="Noto Sans KR"/>
              </a:defRPr>
            </a:lvl6pPr>
            <a:lvl7pPr algn="l">
              <a:defRPr sz="1425" b="0">
                <a:solidFill>
                  <a:srgbClr val="657578"/>
                </a:solidFill>
                <a:latin typeface="Noto Sans KR"/>
                <a:ea typeface="Noto Sans KR"/>
                <a:cs typeface="Noto Sans KR"/>
              </a:defRPr>
            </a:lvl7pPr>
            <a:lvl8pPr algn="l">
              <a:defRPr sz="1425" b="0">
                <a:solidFill>
                  <a:srgbClr val="657578"/>
                </a:solidFill>
                <a:latin typeface="Noto Sans KR"/>
                <a:ea typeface="Noto Sans KR"/>
                <a:cs typeface="Noto Sans KR"/>
              </a:defRPr>
            </a:lvl8pPr>
            <a:lvl9pPr algn="l">
              <a:defRPr sz="1425" b="0">
                <a:solidFill>
                  <a:srgbClr val="657578"/>
                </a:solidFill>
                <a:latin typeface="Noto Sans KR"/>
                <a:ea typeface="Noto Sans KR"/>
                <a:cs typeface="Noto Sans KR"/>
              </a:defRPr>
            </a:lvl9pPr>
          </a:lstStyle>
          <a:p xmlns:a="http://schemas.openxmlformats.org/drawingml/2006/main">
            <a:pPr algn="l">
              <a:defRPr sz="1425" b="0">
                <a:solidFill>
                  <a:srgbClr val="657578"/>
                </a:solidFill>
                <a:latin typeface="Noto Sans KR"/>
                <a:ea typeface="Noto Sans KR"/>
                <a:cs typeface="Noto Sans KR"/>
              </a:defRPr>
            </a:pPr>
            <a:r>
              <a:rPr sz="1425" b="0">
                <a:solidFill>
                  <a:srgbClr val="657578"/>
                </a:solidFill>
                <a:latin typeface="Noto Sans KR"/>
                <a:ea typeface="Noto Sans KR"/>
                <a:cs typeface="Noto Sans KR"/>
              </a:rPr>
              <a:t>협업 방식과 업무 기반, 사람의 역량을 함께 바꾸는 계획</a:t>
            </a:r>
          </a:p>
        </p:txBody>
      </p:sp>
    </p:spTree>
    <p:extLst>
      <p:ext uri="{BB962C8B-B14F-4D97-AF65-F5344CB8AC3E}">
        <p14:creationId xmlns:p14="http://schemas.microsoft.com/office/powerpoint/2010/main" val="11447969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2026-10-22T14:27:58.1200000Z</dcterms:created>
  <dcterms:modified xsi:type="dcterms:W3CDTF">2026-10-22T14:27:58.1200000Z</dcterms:modified>
</coreProperties>
</file>