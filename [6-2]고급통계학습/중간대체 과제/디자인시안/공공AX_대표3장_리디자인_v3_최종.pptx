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60ba49e19f4135" /><Relationship Type="http://schemas.openxmlformats.org/officeDocument/2006/relationships/extended-properties" Target="/docProps/app.xml" Id="R26d45d3b65854e1f" /><Relationship Type="http://schemas.openxmlformats.org/officeDocument/2006/relationships/officeDocument" Target="/ppt/presentation.xml" Id="R67e761fa1c1a4750" /></Relationships>
</file>

<file path=ppt/presentation.xml><?xml version="1.0" encoding="utf-8"?>
<p:presentation xmlns:p="http://schemas.openxmlformats.org/presentationml/2006/main">
  <p:sldMasterIdLst>
    <p:sldMasterId xmlns:r="http://schemas.openxmlformats.org/officeDocument/2006/relationships" id="2147483648" r:id="R3ef30e523a1647d2"/>
  </p:sldMasterIdLst>
  <p:notesMasterIdLst>
    <p:notesMasterId xmlns:r="http://schemas.openxmlformats.org/officeDocument/2006/relationships" r:id="Ra341975346644ab2"/>
  </p:notesMasterIdLst>
  <p:sldIdLst>
    <p:sldId xmlns:r="http://schemas.openxmlformats.org/officeDocument/2006/relationships" id="256" r:id="R2ac3aa6078594652"/>
    <p:sldId xmlns:r="http://schemas.openxmlformats.org/officeDocument/2006/relationships" id="257" r:id="R1854c8a42f21459a"/>
    <p:sldId xmlns:r="http://schemas.openxmlformats.org/officeDocument/2006/relationships" id="258" r:id="R64e20a6c771d42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916c014e324e00" /><Relationship Type="http://schemas.openxmlformats.org/officeDocument/2006/relationships/slideMaster" Target="/ppt/slideMasters/slideMaster1.xml" Id="R3ef30e523a1647d2" /><Relationship Type="http://schemas.openxmlformats.org/officeDocument/2006/relationships/notesMaster" Target="/ppt/notesMasters/notesMaster1.xml" Id="Ra341975346644ab2" /><Relationship Type="http://schemas.openxmlformats.org/officeDocument/2006/relationships/presProps" Target="/ppt/presProps.xml" Id="R2595fa009d6f48b8" /><Relationship Type="http://schemas.openxmlformats.org/officeDocument/2006/relationships/tableStyles" Target="/ppt/tableStyles.xml" Id="Ra2977a5fc2404b34" /><Relationship Type="http://schemas.openxmlformats.org/officeDocument/2006/relationships/slide" Target="/ppt/slides/slide1.xml" Id="R2ac3aa6078594652" /><Relationship Type="http://schemas.openxmlformats.org/officeDocument/2006/relationships/slide" Target="/ppt/slides/slide2.xml" Id="R1854c8a42f21459a" /><Relationship Type="http://schemas.openxmlformats.org/officeDocument/2006/relationships/slide" Target="/ppt/slides/slide3.xml" Id="R64e20a6c771d42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8ec2720cdd43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fae06614144739" /><Relationship Type="http://schemas.openxmlformats.org/officeDocument/2006/relationships/notesMaster" Target="/ppt/notesMasters/notesMaster1.xml" Id="R540b21bec30649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52424ffd30436e" /><Relationship Type="http://schemas.openxmlformats.org/officeDocument/2006/relationships/notesMaster" Target="/ppt/notesMasters/notesMaster1.xml" Id="R159538d6e7ee4b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97d376e6c24467" /><Relationship Type="http://schemas.openxmlformats.org/officeDocument/2006/relationships/notesMaster" Target="/ppt/notesMasters/notesMaster1.xml" Id="Ra8fa7b72e8ae4e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공공AX는 정부의 업무 방식과 국민이 경험하는 서비스를 데이터와 AI 기반으로 재설계하는 정책이다. 국가인공지능전략위원회는 2026년 2월 25일 대한민국 인공지능행동계획을 확정했다. 세 가지 정책축과 12대 전략분야 중 공공AX는 두 번째 정책축인 범국가 AI 기반 대전환의 공공 인공지능 대전환에 해당한다.</a:t>
            </a:r>
          </a:p>
          <a:p xmlns:a="http://schemas.openxmlformats.org/drawingml/2006/main">
            <a:r>
              <a:t>출처: 외교부 대한민국 AI 행동계획 https://www.mofa.go.kr/www/wpge/m_29685/contents.do ; 국가인공지능전략위원회 https://www.aikorea.go.kr/upload/contents/contents_01.html ; 공공AX.pdf 본문 88~89쪽.</a:t>
            </a:r>
          </a:p>
          <a:p xmlns:a="http://schemas.openxmlformats.org/drawingml/2006/main">
            <a:r>
              <a:t>시각자료: AI로 생성한 추상 일러스트이며 실제 정부 건물을 묘사한 사진이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네 전략목표는 공공AX가 바꾸려는 영역을 뜻하며, 두 공통 관리체계는 실행과 평가를 받친다. 중앙의 비전과 네 목표를 연결해 각각의 과제가 하나의 AI Native 정부를 지향함을 표현했다. 이 구조는 공식 분류가 아니라 발표자의 재구성이다. 원문의 과제 50~64번을 목차 순번 ①~⑮로 표시했다.</a:t>
            </a:r>
          </a:p>
          <a:p xmlns:a="http://schemas.openxmlformats.org/drawingml/2006/main">
            <a:r>
              <a:t>출처: 공공AX.pdf 본문 89쪽 15개 과제, 88~106쪽 세부 설명. 발표자료 목차_수정.md 슬라이드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행정업무 혁신의 중심에는 공무원과 AI의 협업이 있다. 문서와 지식을 표준화해 AI와 함께 일할 수 있도록 하는 협업체계를 먼저 설명한다. 연결된 업무관리 플랫폼은 부처별로 흩어진 업무·데이터·정책 맥락을 연결한다. 플랫폼의 세 부처는 관계를 설명하기 위한 가상의 표기이다. 마지막으로 직무별 AI 교육과 실습을 통해 공무원이 실제 현장 문제를 해결하도록 역량을 갖춘다. 인재양성을 아래에 배치해 협업과 플랫폼이 작동하도록 받치는 역할을 표현했다. 실제 구현 완료가 아닌 행동계획의 추진 방향이다. 기술 원리 설명은 넣지 않는다.</a:t>
            </a:r>
          </a:p>
          <a:p xmlns:a="http://schemas.openxmlformats.org/drawingml/2006/main">
            <a:r>
              <a:t>출처: 공공AX.pdf 본문 89~91쪽(과제 50·51), 93쪽(과제 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daca0246204c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dc2940096d42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7e8f3d9f644c5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2ec8bd75ee4c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7f42881e774c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635e17fda647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091C9B-C839-4D28-99FA-8B2AB74D309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BDAD16-DE78-43E3-A9ED-93F825E22E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70A400-CC88-43D8-977D-12B62DBBC3B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BEB88B-C4FE-45C2-B4F0-3AB59AD049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4FD0E37-1CDD-44F8-885F-2073021279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D41AA4-58CF-42D5-90F8-1BF6CB225A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AD3727-1737-4D57-B9A1-36598C0645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141777-2103-4275-91CE-174BA7E387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8C7A9C-8EDD-49B8-9DE1-DD842C9E27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DB04B8-BC4E-4D34-B60E-B051FEE08D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ef2b1c28324916" /><Relationship Type="http://schemas.openxmlformats.org/officeDocument/2006/relationships/slideLayout" Target="/ppt/slideLayouts/slideLayout1.xml" Id="R770697bdf3a24f9b" /><Relationship Type="http://schemas.openxmlformats.org/officeDocument/2006/relationships/slideLayout" Target="/ppt/slideLayouts/slideLayout2.xml" Id="R11f79e9893e1435e" /><Relationship Type="http://schemas.openxmlformats.org/officeDocument/2006/relationships/slideLayout" Target="/ppt/slideLayouts/slideLayout3.xml" Id="R006d6835f7824939" /><Relationship Type="http://schemas.openxmlformats.org/officeDocument/2006/relationships/slideLayout" Target="/ppt/slideLayouts/slideLayout4.xml" Id="R2167067105e84f8a" /><Relationship Type="http://schemas.openxmlformats.org/officeDocument/2006/relationships/slideLayout" Target="/ppt/slideLayouts/slideLayout5.xml" Id="Rdae39dfdbc624c1d" /><Relationship Type="http://schemas.openxmlformats.org/officeDocument/2006/relationships/slideLayout" Target="/ppt/slideLayouts/slideLayout6.xml" Id="R2a1f05afc2f14f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0697bdf3a24f9b"/>
    <p:sldLayoutId xmlns:r="http://schemas.openxmlformats.org/officeDocument/2006/relationships" id="2147483650" r:id="R11f79e9893e1435e"/>
    <p:sldLayoutId xmlns:r="http://schemas.openxmlformats.org/officeDocument/2006/relationships" id="2147483651" r:id="R006d6835f7824939"/>
    <p:sldLayoutId xmlns:r="http://schemas.openxmlformats.org/officeDocument/2006/relationships" id="2147483652" r:id="R2167067105e84f8a"/>
    <p:sldLayoutId xmlns:r="http://schemas.openxmlformats.org/officeDocument/2006/relationships" id="2147483653" r:id="Rdae39dfdbc624c1d"/>
    <p:sldLayoutId xmlns:r="http://schemas.openxmlformats.org/officeDocument/2006/relationships" id="2147483654" r:id="R2a1f05afc2f14f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b495f7aacc146a3" /><Relationship Type="http://schemas.openxmlformats.org/officeDocument/2006/relationships/image" Target="/ppt/media/image.png" Id="R7a703efbd41f4da8" /><Relationship Type="http://schemas.openxmlformats.org/officeDocument/2006/relationships/notesSlide" Target="/ppt/notesSlides/notesSlide1.xml" Id="R32cd5e98f89c46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64ba32ef39446c" /><Relationship Type="http://schemas.openxmlformats.org/officeDocument/2006/relationships/notesSlide" Target="/ppt/notesSlides/notesSlide2.xml" Id="Rdcaffda8396f4a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f865317ef840de" /><Relationship Type="http://schemas.openxmlformats.org/officeDocument/2006/relationships/notesSlide" Target="/ppt/notesSlides/notesSlide3.xml" Id="R2c6dbe8c2b924a4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01">
            <a:extLst xmlns:a="http://schemas.openxmlformats.org/drawingml/2006/main">
              <a:ext uri="{FF2B5EF4-FFF2-40B4-BE49-F238E27FC236}">
                <a16:creationId xmlns:a16="http://schemas.microsoft.com/office/drawing/2014/main" id="{EF51AD4B-9E0A-4879-B896-738A095CB3EC}"/>
              </a:ext>
            </a:extLst>
          </p:cNvPr>
          <p:cNvSpPr>
            <a:spLocks xmlns:a="http://schemas.openxmlformats.org/drawingml/2006/main" noGrp="1"/>
          </p:cNvSpPr>
          <p:nvPr/>
        </p:nvSpPr>
        <p:spPr>
          <a:xfrm xmlns:a="http://schemas.openxmlformats.org/drawingml/2006/main">
            <a:off x="11049000" y="5334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3788A"/>
                </a:solidFill>
                <a:latin typeface="Malgun Gothic"/>
                <a:ea typeface="Malgun Gothic"/>
                <a:cs typeface="Malgun Gothic"/>
              </a:defRPr>
            </a:defPPr>
            <a:lvl1pPr algn="r">
              <a:defRPr sz="1350" b="0">
                <a:solidFill>
                  <a:srgbClr val="63788A"/>
                </a:solidFill>
                <a:latin typeface="Malgun Gothic"/>
                <a:ea typeface="Malgun Gothic"/>
                <a:cs typeface="Malgun Gothic"/>
              </a:defRPr>
            </a:lvl1pPr>
            <a:lvl2pPr algn="r">
              <a:defRPr sz="1350" b="0">
                <a:solidFill>
                  <a:srgbClr val="63788A"/>
                </a:solidFill>
                <a:latin typeface="Malgun Gothic"/>
                <a:ea typeface="Malgun Gothic"/>
                <a:cs typeface="Malgun Gothic"/>
              </a:defRPr>
            </a:lvl2pPr>
            <a:lvl3pPr algn="r">
              <a:defRPr sz="1350" b="0">
                <a:solidFill>
                  <a:srgbClr val="63788A"/>
                </a:solidFill>
                <a:latin typeface="Malgun Gothic"/>
                <a:ea typeface="Malgun Gothic"/>
                <a:cs typeface="Malgun Gothic"/>
              </a:defRPr>
            </a:lvl3pPr>
            <a:lvl4pPr algn="r">
              <a:defRPr sz="1350" b="0">
                <a:solidFill>
                  <a:srgbClr val="63788A"/>
                </a:solidFill>
                <a:latin typeface="Malgun Gothic"/>
                <a:ea typeface="Malgun Gothic"/>
                <a:cs typeface="Malgun Gothic"/>
              </a:defRPr>
            </a:lvl4pPr>
            <a:lvl5pPr algn="r">
              <a:defRPr sz="1350" b="0">
                <a:solidFill>
                  <a:srgbClr val="63788A"/>
                </a:solidFill>
                <a:latin typeface="Malgun Gothic"/>
                <a:ea typeface="Malgun Gothic"/>
                <a:cs typeface="Malgun Gothic"/>
              </a:defRPr>
            </a:lvl5pPr>
            <a:lvl6pPr algn="r">
              <a:defRPr sz="1350" b="0">
                <a:solidFill>
                  <a:srgbClr val="63788A"/>
                </a:solidFill>
                <a:latin typeface="Malgun Gothic"/>
                <a:ea typeface="Malgun Gothic"/>
                <a:cs typeface="Malgun Gothic"/>
              </a:defRPr>
            </a:lvl6pPr>
            <a:lvl7pPr algn="r">
              <a:defRPr sz="1350" b="0">
                <a:solidFill>
                  <a:srgbClr val="63788A"/>
                </a:solidFill>
                <a:latin typeface="Malgun Gothic"/>
                <a:ea typeface="Malgun Gothic"/>
                <a:cs typeface="Malgun Gothic"/>
              </a:defRPr>
            </a:lvl7pPr>
            <a:lvl8pPr algn="r">
              <a:defRPr sz="1350" b="0">
                <a:solidFill>
                  <a:srgbClr val="63788A"/>
                </a:solidFill>
                <a:latin typeface="Malgun Gothic"/>
                <a:ea typeface="Malgun Gothic"/>
                <a:cs typeface="Malgun Gothic"/>
              </a:defRPr>
            </a:lvl8pPr>
            <a:lvl9pPr algn="r">
              <a:defRPr sz="1350" b="0">
                <a:solidFill>
                  <a:srgbClr val="63788A"/>
                </a:solidFill>
                <a:latin typeface="Malgun Gothic"/>
                <a:ea typeface="Malgun Gothic"/>
                <a:cs typeface="Malgun Gothic"/>
              </a:defRPr>
            </a:lvl9pPr>
          </a:lstStyle>
          <a:p xmlns:a="http://schemas.openxmlformats.org/drawingml/2006/main">
            <a:pPr algn="r">
              <a:defRPr sz="1350" b="0">
                <a:solidFill>
                  <a:srgbClr val="63788A"/>
                </a:solidFill>
                <a:latin typeface="Malgun Gothic"/>
                <a:ea typeface="Malgun Gothic"/>
                <a:cs typeface="Malgun Gothic"/>
              </a:defRPr>
            </a:pPr>
            <a:r>
              <a:rPr sz="1350" b="0">
                <a:solidFill>
                  <a:srgbClr val="63788A"/>
                </a:solidFill>
                <a:latin typeface="Malgun Gothic"/>
                <a:ea typeface="Malgun Gothic"/>
                <a:cs typeface="Malgun Gothic"/>
              </a:rPr>
              <a:t>01</a:t>
            </a:r>
          </a:p>
        </p:txBody>
      </p:sp>
      <p:pic>
        <p:nvPicPr>
          <p:cNvPr id="2" name="">
            <a:extLst xmlns:a="http://schemas.openxmlformats.org/drawingml/2006/main">
              <a:ext uri="{FF2B5EF4-FFF2-40B4-BE49-F238E27FC236}">
                <a16:creationId xmlns:a16="http://schemas.microsoft.com/office/drawing/2014/main" id="{4FBB4E46-1E81-4D9F-B194-0F7F627198AB}"/>
              </a:ext>
            </a:extLst>
          </p:cNvPr>
          <p:cNvPicPr>
            <a:picLocks xmlns:a="http://schemas.openxmlformats.org/drawingml/2006/main" noChangeAspect="1"/>
          </p:cNvPicPr>
          <p:nvPr/>
        </p:nvPicPr>
        <p:blipFill>
          <a:blip xmlns:r="http://schemas.openxmlformats.org/officeDocument/2006/relationships" xmlns:a="http://schemas.openxmlformats.org/drawingml/2006/main" r:embed="R7a703efbd41f4da8"/>
          <a:stretch xmlns:a="http://schemas.openxmlformats.org/drawingml/2006/main"/>
        </p:blipFill>
        <p:spPr>
          <a:xfrm xmlns:a="http://schemas.openxmlformats.org/drawingml/2006/main">
            <a:off x="5715000" y="393700"/>
            <a:ext cx="6477000" cy="4318000"/>
          </a:xfrm>
          <a:prstGeom xmlns:a="http://schemas.openxmlformats.org/drawingml/2006/main" prst="rect">
            <a:avLst/>
          </a:prstGeom>
        </p:spPr>
      </p:pic>
      <p:sp>
        <p:nvSpPr>
          <p:cNvPr id="3" name="대한민국 인공지능 행동계획">
            <a:extLst xmlns:a="http://schemas.openxmlformats.org/drawingml/2006/main">
              <a:ext uri="{FF2B5EF4-FFF2-40B4-BE49-F238E27FC236}">
                <a16:creationId xmlns:a16="http://schemas.microsoft.com/office/drawing/2014/main" id="{74769A7F-7894-4002-9F4D-AB4930C642AD}"/>
              </a:ext>
            </a:extLst>
          </p:cNvPr>
          <p:cNvSpPr>
            <a:spLocks xmlns:a="http://schemas.openxmlformats.org/drawingml/2006/main" noGrp="1"/>
          </p:cNvSpPr>
          <p:nvPr/>
        </p:nvSpPr>
        <p:spPr>
          <a:xfrm xmlns:a="http://schemas.openxmlformats.org/drawingml/2006/main">
            <a:off x="609600" y="4572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2F49"/>
                </a:solidFill>
                <a:latin typeface="Malgun Gothic"/>
                <a:ea typeface="Malgun Gothic"/>
                <a:cs typeface="Malgun Gothic"/>
              </a:defRPr>
            </a:defPPr>
            <a:lvl1pPr algn="l">
              <a:defRPr sz="2025" b="1">
                <a:solidFill>
                  <a:srgbClr val="182F49"/>
                </a:solidFill>
                <a:latin typeface="Malgun Gothic"/>
                <a:ea typeface="Malgun Gothic"/>
                <a:cs typeface="Malgun Gothic"/>
              </a:defRPr>
            </a:lvl1pPr>
            <a:lvl2pPr algn="l">
              <a:defRPr sz="2025" b="1">
                <a:solidFill>
                  <a:srgbClr val="182F49"/>
                </a:solidFill>
                <a:latin typeface="Malgun Gothic"/>
                <a:ea typeface="Malgun Gothic"/>
                <a:cs typeface="Malgun Gothic"/>
              </a:defRPr>
            </a:lvl2pPr>
            <a:lvl3pPr algn="l">
              <a:defRPr sz="2025" b="1">
                <a:solidFill>
                  <a:srgbClr val="182F49"/>
                </a:solidFill>
                <a:latin typeface="Malgun Gothic"/>
                <a:ea typeface="Malgun Gothic"/>
                <a:cs typeface="Malgun Gothic"/>
              </a:defRPr>
            </a:lvl3pPr>
            <a:lvl4pPr algn="l">
              <a:defRPr sz="2025" b="1">
                <a:solidFill>
                  <a:srgbClr val="182F49"/>
                </a:solidFill>
                <a:latin typeface="Malgun Gothic"/>
                <a:ea typeface="Malgun Gothic"/>
                <a:cs typeface="Malgun Gothic"/>
              </a:defRPr>
            </a:lvl4pPr>
            <a:lvl5pPr algn="l">
              <a:defRPr sz="2025" b="1">
                <a:solidFill>
                  <a:srgbClr val="182F49"/>
                </a:solidFill>
                <a:latin typeface="Malgun Gothic"/>
                <a:ea typeface="Malgun Gothic"/>
                <a:cs typeface="Malgun Gothic"/>
              </a:defRPr>
            </a:lvl5pPr>
            <a:lvl6pPr algn="l">
              <a:defRPr sz="2025" b="1">
                <a:solidFill>
                  <a:srgbClr val="182F49"/>
                </a:solidFill>
                <a:latin typeface="Malgun Gothic"/>
                <a:ea typeface="Malgun Gothic"/>
                <a:cs typeface="Malgun Gothic"/>
              </a:defRPr>
            </a:lvl6pPr>
            <a:lvl7pPr algn="l">
              <a:defRPr sz="2025" b="1">
                <a:solidFill>
                  <a:srgbClr val="182F49"/>
                </a:solidFill>
                <a:latin typeface="Malgun Gothic"/>
                <a:ea typeface="Malgun Gothic"/>
                <a:cs typeface="Malgun Gothic"/>
              </a:defRPr>
            </a:lvl7pPr>
            <a:lvl8pPr algn="l">
              <a:defRPr sz="2025" b="1">
                <a:solidFill>
                  <a:srgbClr val="182F49"/>
                </a:solidFill>
                <a:latin typeface="Malgun Gothic"/>
                <a:ea typeface="Malgun Gothic"/>
                <a:cs typeface="Malgun Gothic"/>
              </a:defRPr>
            </a:lvl8pPr>
            <a:lvl9pPr algn="l">
              <a:defRPr sz="2025" b="1">
                <a:solidFill>
                  <a:srgbClr val="182F49"/>
                </a:solidFill>
                <a:latin typeface="Malgun Gothic"/>
                <a:ea typeface="Malgun Gothic"/>
                <a:cs typeface="Malgun Gothic"/>
              </a:defRPr>
            </a:lvl9pPr>
          </a:lstStyle>
          <a:p xmlns:a="http://schemas.openxmlformats.org/drawingml/2006/main">
            <a:pPr algn="l">
              <a:defRPr sz="2025" b="1">
                <a:solidFill>
                  <a:srgbClr val="182F49"/>
                </a:solidFill>
                <a:latin typeface="Malgun Gothic"/>
                <a:ea typeface="Malgun Gothic"/>
                <a:cs typeface="Malgun Gothic"/>
              </a:defRPr>
            </a:pPr>
            <a:r>
              <a:rPr sz="2025" b="1">
                <a:solidFill>
                  <a:srgbClr val="182F49"/>
                </a:solidFill>
                <a:latin typeface="Malgun Gothic"/>
                <a:ea typeface="Malgun Gothic"/>
                <a:cs typeface="Malgun Gothic"/>
              </a:rPr>
              <a:t>대한민국 인공지능 행동계획</a:t>
            </a:r>
          </a:p>
        </p:txBody>
      </p:sp>
      <p:sp>
        <p:nvSpPr>
          <p:cNvPr id="4" name="공공AX">
            <a:extLst xmlns:a="http://schemas.openxmlformats.org/drawingml/2006/main">
              <a:ext uri="{FF2B5EF4-FFF2-40B4-BE49-F238E27FC236}">
                <a16:creationId xmlns:a16="http://schemas.microsoft.com/office/drawing/2014/main" id="{ED063B29-9B5B-4F14-9F89-258C916D2432}"/>
              </a:ext>
            </a:extLst>
          </p:cNvPr>
          <p:cNvSpPr>
            <a:spLocks xmlns:a="http://schemas.openxmlformats.org/drawingml/2006/main" noGrp="1"/>
          </p:cNvSpPr>
          <p:nvPr/>
        </p:nvSpPr>
        <p:spPr>
          <a:xfrm xmlns:a="http://schemas.openxmlformats.org/drawingml/2006/main">
            <a:off x="552450" y="1104900"/>
            <a:ext cx="6381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8100" b="1">
                <a:solidFill>
                  <a:srgbClr val="182F49"/>
                </a:solidFill>
                <a:latin typeface="Malgun Gothic"/>
                <a:ea typeface="Malgun Gothic"/>
                <a:cs typeface="Malgun Gothic"/>
              </a:defRPr>
            </a:defPPr>
            <a:lvl1pPr algn="l">
              <a:defRPr sz="8100" b="1">
                <a:solidFill>
                  <a:srgbClr val="182F49"/>
                </a:solidFill>
                <a:latin typeface="Malgun Gothic"/>
                <a:ea typeface="Malgun Gothic"/>
                <a:cs typeface="Malgun Gothic"/>
              </a:defRPr>
            </a:lvl1pPr>
            <a:lvl2pPr algn="l">
              <a:defRPr sz="8100" b="1">
                <a:solidFill>
                  <a:srgbClr val="182F49"/>
                </a:solidFill>
                <a:latin typeface="Malgun Gothic"/>
                <a:ea typeface="Malgun Gothic"/>
                <a:cs typeface="Malgun Gothic"/>
              </a:defRPr>
            </a:lvl2pPr>
            <a:lvl3pPr algn="l">
              <a:defRPr sz="8100" b="1">
                <a:solidFill>
                  <a:srgbClr val="182F49"/>
                </a:solidFill>
                <a:latin typeface="Malgun Gothic"/>
                <a:ea typeface="Malgun Gothic"/>
                <a:cs typeface="Malgun Gothic"/>
              </a:defRPr>
            </a:lvl3pPr>
            <a:lvl4pPr algn="l">
              <a:defRPr sz="8100" b="1">
                <a:solidFill>
                  <a:srgbClr val="182F49"/>
                </a:solidFill>
                <a:latin typeface="Malgun Gothic"/>
                <a:ea typeface="Malgun Gothic"/>
                <a:cs typeface="Malgun Gothic"/>
              </a:defRPr>
            </a:lvl4pPr>
            <a:lvl5pPr algn="l">
              <a:defRPr sz="8100" b="1">
                <a:solidFill>
                  <a:srgbClr val="182F49"/>
                </a:solidFill>
                <a:latin typeface="Malgun Gothic"/>
                <a:ea typeface="Malgun Gothic"/>
                <a:cs typeface="Malgun Gothic"/>
              </a:defRPr>
            </a:lvl5pPr>
            <a:lvl6pPr algn="l">
              <a:defRPr sz="8100" b="1">
                <a:solidFill>
                  <a:srgbClr val="182F49"/>
                </a:solidFill>
                <a:latin typeface="Malgun Gothic"/>
                <a:ea typeface="Malgun Gothic"/>
                <a:cs typeface="Malgun Gothic"/>
              </a:defRPr>
            </a:lvl6pPr>
            <a:lvl7pPr algn="l">
              <a:defRPr sz="8100" b="1">
                <a:solidFill>
                  <a:srgbClr val="182F49"/>
                </a:solidFill>
                <a:latin typeface="Malgun Gothic"/>
                <a:ea typeface="Malgun Gothic"/>
                <a:cs typeface="Malgun Gothic"/>
              </a:defRPr>
            </a:lvl7pPr>
            <a:lvl8pPr algn="l">
              <a:defRPr sz="8100" b="1">
                <a:solidFill>
                  <a:srgbClr val="182F49"/>
                </a:solidFill>
                <a:latin typeface="Malgun Gothic"/>
                <a:ea typeface="Malgun Gothic"/>
                <a:cs typeface="Malgun Gothic"/>
              </a:defRPr>
            </a:lvl8pPr>
            <a:lvl9pPr algn="l">
              <a:defRPr sz="8100" b="1">
                <a:solidFill>
                  <a:srgbClr val="182F49"/>
                </a:solidFill>
                <a:latin typeface="Malgun Gothic"/>
                <a:ea typeface="Malgun Gothic"/>
                <a:cs typeface="Malgun Gothic"/>
              </a:defRPr>
            </a:lvl9pPr>
          </a:lstStyle>
          <a:p xmlns:a="http://schemas.openxmlformats.org/drawingml/2006/main">
            <a:pPr algn="l">
              <a:defRPr sz="8100" b="1">
                <a:solidFill>
                  <a:srgbClr val="182F49"/>
                </a:solidFill>
                <a:latin typeface="Malgun Gothic"/>
                <a:ea typeface="Malgun Gothic"/>
                <a:cs typeface="Malgun Gothic"/>
              </a:defRPr>
            </a:pPr>
            <a:r>
              <a:rPr sz="8100" b="1">
                <a:solidFill>
                  <a:srgbClr val="182F49"/>
                </a:solidFill>
                <a:latin typeface="Malgun Gothic"/>
                <a:ea typeface="Malgun Gothic"/>
                <a:cs typeface="Malgun Gothic"/>
              </a:rPr>
              <a:t>공공AX</a:t>
            </a:r>
          </a:p>
        </p:txBody>
      </p:sp>
      <p:sp>
        <p:nvSpPr>
          <p:cNvPr id="5" name="AI Native 정부는 어떻게 사회를 바꾸는가">
            <a:extLst xmlns:a="http://schemas.openxmlformats.org/drawingml/2006/main">
              <a:ext uri="{FF2B5EF4-FFF2-40B4-BE49-F238E27FC236}">
                <a16:creationId xmlns:a16="http://schemas.microsoft.com/office/drawing/2014/main" id="{100C1622-D732-4DAC-B4EA-A1BE7D7DE683}"/>
              </a:ext>
            </a:extLst>
          </p:cNvPr>
          <p:cNvSpPr>
            <a:spLocks xmlns:a="http://schemas.openxmlformats.org/drawingml/2006/main" noGrp="1"/>
          </p:cNvSpPr>
          <p:nvPr/>
        </p:nvSpPr>
        <p:spPr>
          <a:xfrm xmlns:a="http://schemas.openxmlformats.org/drawingml/2006/main">
            <a:off x="609600" y="2571750"/>
            <a:ext cx="6000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2F49"/>
                </a:solidFill>
                <a:latin typeface="Malgun Gothic"/>
                <a:ea typeface="Malgun Gothic"/>
                <a:cs typeface="Malgun Gothic"/>
              </a:defRPr>
            </a:defPPr>
            <a:lvl1pPr algn="l">
              <a:defRPr sz="3150" b="1">
                <a:solidFill>
                  <a:srgbClr val="182F49"/>
                </a:solidFill>
                <a:latin typeface="Malgun Gothic"/>
                <a:ea typeface="Malgun Gothic"/>
                <a:cs typeface="Malgun Gothic"/>
              </a:defRPr>
            </a:lvl1pPr>
            <a:lvl2pPr algn="l">
              <a:defRPr sz="3150" b="1">
                <a:solidFill>
                  <a:srgbClr val="182F49"/>
                </a:solidFill>
                <a:latin typeface="Malgun Gothic"/>
                <a:ea typeface="Malgun Gothic"/>
                <a:cs typeface="Malgun Gothic"/>
              </a:defRPr>
            </a:lvl2pPr>
            <a:lvl3pPr algn="l">
              <a:defRPr sz="3150" b="1">
                <a:solidFill>
                  <a:srgbClr val="182F49"/>
                </a:solidFill>
                <a:latin typeface="Malgun Gothic"/>
                <a:ea typeface="Malgun Gothic"/>
                <a:cs typeface="Malgun Gothic"/>
              </a:defRPr>
            </a:lvl3pPr>
            <a:lvl4pPr algn="l">
              <a:defRPr sz="3150" b="1">
                <a:solidFill>
                  <a:srgbClr val="182F49"/>
                </a:solidFill>
                <a:latin typeface="Malgun Gothic"/>
                <a:ea typeface="Malgun Gothic"/>
                <a:cs typeface="Malgun Gothic"/>
              </a:defRPr>
            </a:lvl4pPr>
            <a:lvl5pPr algn="l">
              <a:defRPr sz="3150" b="1">
                <a:solidFill>
                  <a:srgbClr val="182F49"/>
                </a:solidFill>
                <a:latin typeface="Malgun Gothic"/>
                <a:ea typeface="Malgun Gothic"/>
                <a:cs typeface="Malgun Gothic"/>
              </a:defRPr>
            </a:lvl5pPr>
            <a:lvl6pPr algn="l">
              <a:defRPr sz="3150" b="1">
                <a:solidFill>
                  <a:srgbClr val="182F49"/>
                </a:solidFill>
                <a:latin typeface="Malgun Gothic"/>
                <a:ea typeface="Malgun Gothic"/>
                <a:cs typeface="Malgun Gothic"/>
              </a:defRPr>
            </a:lvl6pPr>
            <a:lvl7pPr algn="l">
              <a:defRPr sz="3150" b="1">
                <a:solidFill>
                  <a:srgbClr val="182F49"/>
                </a:solidFill>
                <a:latin typeface="Malgun Gothic"/>
                <a:ea typeface="Malgun Gothic"/>
                <a:cs typeface="Malgun Gothic"/>
              </a:defRPr>
            </a:lvl7pPr>
            <a:lvl8pPr algn="l">
              <a:defRPr sz="3150" b="1">
                <a:solidFill>
                  <a:srgbClr val="182F49"/>
                </a:solidFill>
                <a:latin typeface="Malgun Gothic"/>
                <a:ea typeface="Malgun Gothic"/>
                <a:cs typeface="Malgun Gothic"/>
              </a:defRPr>
            </a:lvl8pPr>
            <a:lvl9pPr algn="l">
              <a:defRPr sz="3150" b="1">
                <a:solidFill>
                  <a:srgbClr val="182F49"/>
                </a:solidFill>
                <a:latin typeface="Malgun Gothic"/>
                <a:ea typeface="Malgun Gothic"/>
                <a:cs typeface="Malgun Gothic"/>
              </a:defRPr>
            </a:lvl9pPr>
          </a:lstStyle>
          <a:p xmlns:a="http://schemas.openxmlformats.org/drawingml/2006/main">
            <a:pPr algn="l">
              <a:defRPr sz="3150" b="1">
                <a:solidFill>
                  <a:srgbClr val="182F49"/>
                </a:solidFill>
                <a:latin typeface="Malgun Gothic"/>
                <a:ea typeface="Malgun Gothic"/>
                <a:cs typeface="Malgun Gothic"/>
              </a:defRPr>
            </a:pPr>
            <a:r>
              <a:rPr sz="3150" b="1">
                <a:solidFill>
                  <a:srgbClr val="182F49"/>
                </a:solidFill>
                <a:latin typeface="Malgun Gothic"/>
                <a:ea typeface="Malgun Gothic"/>
                <a:cs typeface="Malgun Gothic"/>
              </a:rPr>
              <a:t>AI Native 정부는</a:t>
            </a:r>
          </a:p>
          <a:p xmlns:a="http://schemas.openxmlformats.org/drawingml/2006/main">
            <a:pPr algn="l">
              <a:defRPr sz="3150" b="1">
                <a:solidFill>
                  <a:srgbClr val="182F49"/>
                </a:solidFill>
                <a:latin typeface="Malgun Gothic"/>
                <a:ea typeface="Malgun Gothic"/>
                <a:cs typeface="Malgun Gothic"/>
              </a:defRPr>
            </a:pPr>
            <a:r>
              <a:rPr sz="3150" b="1">
                <a:solidFill>
                  <a:srgbClr val="182F49"/>
                </a:solidFill>
                <a:latin typeface="Malgun Gothic"/>
                <a:ea typeface="Malgun Gothic"/>
                <a:cs typeface="Malgun Gothic"/>
              </a:rPr>
              <a:t>어떻게 사회를 바꾸는가</a:t>
            </a:r>
          </a:p>
        </p:txBody>
      </p:sp>
      <p:sp>
        <p:nvSpPr>
          <p:cNvPr id="6" name="202485-010007 김동현">
            <a:extLst xmlns:a="http://schemas.openxmlformats.org/drawingml/2006/main">
              <a:ext uri="{FF2B5EF4-FFF2-40B4-BE49-F238E27FC236}">
                <a16:creationId xmlns:a16="http://schemas.microsoft.com/office/drawing/2014/main" id="{3D8FEC77-CAB9-4B75-85A1-982D9AC0662E}"/>
              </a:ext>
            </a:extLst>
          </p:cNvPr>
          <p:cNvSpPr>
            <a:spLocks xmlns:a="http://schemas.openxmlformats.org/drawingml/2006/main" noGrp="1"/>
          </p:cNvSpPr>
          <p:nvPr/>
        </p:nvSpPr>
        <p:spPr>
          <a:xfrm xmlns:a="http://schemas.openxmlformats.org/drawingml/2006/main">
            <a:off x="638175" y="4181475"/>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63788A"/>
                </a:solidFill>
                <a:latin typeface="Malgun Gothic"/>
                <a:ea typeface="Malgun Gothic"/>
                <a:cs typeface="Malgun Gothic"/>
              </a:defRPr>
            </a:defPPr>
            <a:lvl1pPr algn="l">
              <a:defRPr sz="1800" b="0">
                <a:solidFill>
                  <a:srgbClr val="63788A"/>
                </a:solidFill>
                <a:latin typeface="Malgun Gothic"/>
                <a:ea typeface="Malgun Gothic"/>
                <a:cs typeface="Malgun Gothic"/>
              </a:defRPr>
            </a:lvl1pPr>
            <a:lvl2pPr algn="l">
              <a:defRPr sz="1800" b="0">
                <a:solidFill>
                  <a:srgbClr val="63788A"/>
                </a:solidFill>
                <a:latin typeface="Malgun Gothic"/>
                <a:ea typeface="Malgun Gothic"/>
                <a:cs typeface="Malgun Gothic"/>
              </a:defRPr>
            </a:lvl2pPr>
            <a:lvl3pPr algn="l">
              <a:defRPr sz="1800" b="0">
                <a:solidFill>
                  <a:srgbClr val="63788A"/>
                </a:solidFill>
                <a:latin typeface="Malgun Gothic"/>
                <a:ea typeface="Malgun Gothic"/>
                <a:cs typeface="Malgun Gothic"/>
              </a:defRPr>
            </a:lvl3pPr>
            <a:lvl4pPr algn="l">
              <a:defRPr sz="1800" b="0">
                <a:solidFill>
                  <a:srgbClr val="63788A"/>
                </a:solidFill>
                <a:latin typeface="Malgun Gothic"/>
                <a:ea typeface="Malgun Gothic"/>
                <a:cs typeface="Malgun Gothic"/>
              </a:defRPr>
            </a:lvl4pPr>
            <a:lvl5pPr algn="l">
              <a:defRPr sz="1800" b="0">
                <a:solidFill>
                  <a:srgbClr val="63788A"/>
                </a:solidFill>
                <a:latin typeface="Malgun Gothic"/>
                <a:ea typeface="Malgun Gothic"/>
                <a:cs typeface="Malgun Gothic"/>
              </a:defRPr>
            </a:lvl5pPr>
            <a:lvl6pPr algn="l">
              <a:defRPr sz="1800" b="0">
                <a:solidFill>
                  <a:srgbClr val="63788A"/>
                </a:solidFill>
                <a:latin typeface="Malgun Gothic"/>
                <a:ea typeface="Malgun Gothic"/>
                <a:cs typeface="Malgun Gothic"/>
              </a:defRPr>
            </a:lvl6pPr>
            <a:lvl7pPr algn="l">
              <a:defRPr sz="1800" b="0">
                <a:solidFill>
                  <a:srgbClr val="63788A"/>
                </a:solidFill>
                <a:latin typeface="Malgun Gothic"/>
                <a:ea typeface="Malgun Gothic"/>
                <a:cs typeface="Malgun Gothic"/>
              </a:defRPr>
            </a:lvl7pPr>
            <a:lvl8pPr algn="l">
              <a:defRPr sz="1800" b="0">
                <a:solidFill>
                  <a:srgbClr val="63788A"/>
                </a:solidFill>
                <a:latin typeface="Malgun Gothic"/>
                <a:ea typeface="Malgun Gothic"/>
                <a:cs typeface="Malgun Gothic"/>
              </a:defRPr>
            </a:lvl8pPr>
            <a:lvl9pPr algn="l">
              <a:defRPr sz="1800" b="0">
                <a:solidFill>
                  <a:srgbClr val="63788A"/>
                </a:solidFill>
                <a:latin typeface="Malgun Gothic"/>
                <a:ea typeface="Malgun Gothic"/>
                <a:cs typeface="Malgun Gothic"/>
              </a:defRPr>
            </a:lvl9pPr>
          </a:lstStyle>
          <a:p xmlns:a="http://schemas.openxmlformats.org/drawingml/2006/main">
            <a:pPr algn="l">
              <a:defRPr sz="1800" b="0">
                <a:solidFill>
                  <a:srgbClr val="63788A"/>
                </a:solidFill>
                <a:latin typeface="Malgun Gothic"/>
                <a:ea typeface="Malgun Gothic"/>
                <a:cs typeface="Malgun Gothic"/>
              </a:defRPr>
            </a:pPr>
            <a:r>
              <a:rPr sz="1800" b="0">
                <a:solidFill>
                  <a:srgbClr val="63788A"/>
                </a:solidFill>
                <a:latin typeface="Malgun Gothic"/>
                <a:ea typeface="Malgun Gothic"/>
                <a:cs typeface="Malgun Gothic"/>
              </a:rPr>
              <a:t>202485-010007 김동현</a:t>
            </a:r>
          </a:p>
        </p:txBody>
      </p:sp>
      <p:sp>
        <p:nvSpPr>
          <p:cNvPr id="7" name="2026. 2. 25. 확정">
            <a:extLst xmlns:a="http://schemas.openxmlformats.org/drawingml/2006/main">
              <a:ext uri="{FF2B5EF4-FFF2-40B4-BE49-F238E27FC236}">
                <a16:creationId xmlns:a16="http://schemas.microsoft.com/office/drawing/2014/main" id="{CCF01B59-B9AD-4119-B1FB-3CAC780E1FA5}"/>
              </a:ext>
            </a:extLst>
          </p:cNvPr>
          <p:cNvSpPr>
            <a:spLocks xmlns:a="http://schemas.openxmlformats.org/drawingml/2006/main" noGrp="1"/>
          </p:cNvSpPr>
          <p:nvPr/>
        </p:nvSpPr>
        <p:spPr>
          <a:xfrm xmlns:a="http://schemas.openxmlformats.org/drawingml/2006/main">
            <a:off x="9115425" y="46958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500" b="0">
                <a:solidFill>
                  <a:srgbClr val="63788A"/>
                </a:solidFill>
                <a:latin typeface="Malgun Gothic"/>
                <a:ea typeface="Malgun Gothic"/>
                <a:cs typeface="Malgun Gothic"/>
              </a:defRPr>
            </a:defPPr>
            <a:lvl1pPr algn="r">
              <a:defRPr sz="1500" b="0">
                <a:solidFill>
                  <a:srgbClr val="63788A"/>
                </a:solidFill>
                <a:latin typeface="Malgun Gothic"/>
                <a:ea typeface="Malgun Gothic"/>
                <a:cs typeface="Malgun Gothic"/>
              </a:defRPr>
            </a:lvl1pPr>
            <a:lvl2pPr algn="r">
              <a:defRPr sz="1500" b="0">
                <a:solidFill>
                  <a:srgbClr val="63788A"/>
                </a:solidFill>
                <a:latin typeface="Malgun Gothic"/>
                <a:ea typeface="Malgun Gothic"/>
                <a:cs typeface="Malgun Gothic"/>
              </a:defRPr>
            </a:lvl2pPr>
            <a:lvl3pPr algn="r">
              <a:defRPr sz="1500" b="0">
                <a:solidFill>
                  <a:srgbClr val="63788A"/>
                </a:solidFill>
                <a:latin typeface="Malgun Gothic"/>
                <a:ea typeface="Malgun Gothic"/>
                <a:cs typeface="Malgun Gothic"/>
              </a:defRPr>
            </a:lvl3pPr>
            <a:lvl4pPr algn="r">
              <a:defRPr sz="1500" b="0">
                <a:solidFill>
                  <a:srgbClr val="63788A"/>
                </a:solidFill>
                <a:latin typeface="Malgun Gothic"/>
                <a:ea typeface="Malgun Gothic"/>
                <a:cs typeface="Malgun Gothic"/>
              </a:defRPr>
            </a:lvl4pPr>
            <a:lvl5pPr algn="r">
              <a:defRPr sz="1500" b="0">
                <a:solidFill>
                  <a:srgbClr val="63788A"/>
                </a:solidFill>
                <a:latin typeface="Malgun Gothic"/>
                <a:ea typeface="Malgun Gothic"/>
                <a:cs typeface="Malgun Gothic"/>
              </a:defRPr>
            </a:lvl5pPr>
            <a:lvl6pPr algn="r">
              <a:defRPr sz="1500" b="0">
                <a:solidFill>
                  <a:srgbClr val="63788A"/>
                </a:solidFill>
                <a:latin typeface="Malgun Gothic"/>
                <a:ea typeface="Malgun Gothic"/>
                <a:cs typeface="Malgun Gothic"/>
              </a:defRPr>
            </a:lvl6pPr>
            <a:lvl7pPr algn="r">
              <a:defRPr sz="1500" b="0">
                <a:solidFill>
                  <a:srgbClr val="63788A"/>
                </a:solidFill>
                <a:latin typeface="Malgun Gothic"/>
                <a:ea typeface="Malgun Gothic"/>
                <a:cs typeface="Malgun Gothic"/>
              </a:defRPr>
            </a:lvl7pPr>
            <a:lvl8pPr algn="r">
              <a:defRPr sz="1500" b="0">
                <a:solidFill>
                  <a:srgbClr val="63788A"/>
                </a:solidFill>
                <a:latin typeface="Malgun Gothic"/>
                <a:ea typeface="Malgun Gothic"/>
                <a:cs typeface="Malgun Gothic"/>
              </a:defRPr>
            </a:lvl8pPr>
            <a:lvl9pPr algn="r">
              <a:defRPr sz="1500" b="0">
                <a:solidFill>
                  <a:srgbClr val="63788A"/>
                </a:solidFill>
                <a:latin typeface="Malgun Gothic"/>
                <a:ea typeface="Malgun Gothic"/>
                <a:cs typeface="Malgun Gothic"/>
              </a:defRPr>
            </a:lvl9pPr>
          </a:lstStyle>
          <a:p xmlns:a="http://schemas.openxmlformats.org/drawingml/2006/main">
            <a:pPr algn="r">
              <a:defRPr sz="1500" b="0">
                <a:solidFill>
                  <a:srgbClr val="63788A"/>
                </a:solidFill>
                <a:latin typeface="Malgun Gothic"/>
                <a:ea typeface="Malgun Gothic"/>
                <a:cs typeface="Malgun Gothic"/>
              </a:defRPr>
            </a:pPr>
            <a:r>
              <a:rPr sz="1500" b="0">
                <a:solidFill>
                  <a:srgbClr val="63788A"/>
                </a:solidFill>
                <a:latin typeface="Malgun Gothic"/>
                <a:ea typeface="Malgun Gothic"/>
                <a:cs typeface="Malgun Gothic"/>
              </a:rPr>
              <a:t>2026. 2. 25. 확정</a:t>
            </a:r>
          </a:p>
        </p:txBody>
      </p:sp>
      <p:sp>
        <p:nvSpPr>
          <p:cNvPr id="8" name="3대 정책축 · 12대 전략분야">
            <a:extLst xmlns:a="http://schemas.openxmlformats.org/drawingml/2006/main">
              <a:ext uri="{FF2B5EF4-FFF2-40B4-BE49-F238E27FC236}">
                <a16:creationId xmlns:a16="http://schemas.microsoft.com/office/drawing/2014/main" id="{E40C147C-62ED-4059-B16F-E2A993C2EBCC}"/>
              </a:ext>
            </a:extLst>
          </p:cNvPr>
          <p:cNvSpPr>
            <a:spLocks xmlns:a="http://schemas.openxmlformats.org/drawingml/2006/main" noGrp="1"/>
          </p:cNvSpPr>
          <p:nvPr/>
        </p:nvSpPr>
        <p:spPr>
          <a:xfrm xmlns:a="http://schemas.openxmlformats.org/drawingml/2006/main">
            <a:off x="609600" y="49720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82F49"/>
                </a:solidFill>
                <a:latin typeface="Malgun Gothic"/>
                <a:ea typeface="Malgun Gothic"/>
                <a:cs typeface="Malgun Gothic"/>
              </a:defRPr>
            </a:defPPr>
            <a:lvl1pPr algn="l">
              <a:defRPr sz="1725" b="1">
                <a:solidFill>
                  <a:srgbClr val="182F49"/>
                </a:solidFill>
                <a:latin typeface="Malgun Gothic"/>
                <a:ea typeface="Malgun Gothic"/>
                <a:cs typeface="Malgun Gothic"/>
              </a:defRPr>
            </a:lvl1pPr>
            <a:lvl2pPr algn="l">
              <a:defRPr sz="1725" b="1">
                <a:solidFill>
                  <a:srgbClr val="182F49"/>
                </a:solidFill>
                <a:latin typeface="Malgun Gothic"/>
                <a:ea typeface="Malgun Gothic"/>
                <a:cs typeface="Malgun Gothic"/>
              </a:defRPr>
            </a:lvl2pPr>
            <a:lvl3pPr algn="l">
              <a:defRPr sz="1725" b="1">
                <a:solidFill>
                  <a:srgbClr val="182F49"/>
                </a:solidFill>
                <a:latin typeface="Malgun Gothic"/>
                <a:ea typeface="Malgun Gothic"/>
                <a:cs typeface="Malgun Gothic"/>
              </a:defRPr>
            </a:lvl3pPr>
            <a:lvl4pPr algn="l">
              <a:defRPr sz="1725" b="1">
                <a:solidFill>
                  <a:srgbClr val="182F49"/>
                </a:solidFill>
                <a:latin typeface="Malgun Gothic"/>
                <a:ea typeface="Malgun Gothic"/>
                <a:cs typeface="Malgun Gothic"/>
              </a:defRPr>
            </a:lvl4pPr>
            <a:lvl5pPr algn="l">
              <a:defRPr sz="1725" b="1">
                <a:solidFill>
                  <a:srgbClr val="182F49"/>
                </a:solidFill>
                <a:latin typeface="Malgun Gothic"/>
                <a:ea typeface="Malgun Gothic"/>
                <a:cs typeface="Malgun Gothic"/>
              </a:defRPr>
            </a:lvl5pPr>
            <a:lvl6pPr algn="l">
              <a:defRPr sz="1725" b="1">
                <a:solidFill>
                  <a:srgbClr val="182F49"/>
                </a:solidFill>
                <a:latin typeface="Malgun Gothic"/>
                <a:ea typeface="Malgun Gothic"/>
                <a:cs typeface="Malgun Gothic"/>
              </a:defRPr>
            </a:lvl6pPr>
            <a:lvl7pPr algn="l">
              <a:defRPr sz="1725" b="1">
                <a:solidFill>
                  <a:srgbClr val="182F49"/>
                </a:solidFill>
                <a:latin typeface="Malgun Gothic"/>
                <a:ea typeface="Malgun Gothic"/>
                <a:cs typeface="Malgun Gothic"/>
              </a:defRPr>
            </a:lvl7pPr>
            <a:lvl8pPr algn="l">
              <a:defRPr sz="1725" b="1">
                <a:solidFill>
                  <a:srgbClr val="182F49"/>
                </a:solidFill>
                <a:latin typeface="Malgun Gothic"/>
                <a:ea typeface="Malgun Gothic"/>
                <a:cs typeface="Malgun Gothic"/>
              </a:defRPr>
            </a:lvl8pPr>
            <a:lvl9pPr algn="l">
              <a:defRPr sz="1725" b="1">
                <a:solidFill>
                  <a:srgbClr val="182F49"/>
                </a:solidFill>
                <a:latin typeface="Malgun Gothic"/>
                <a:ea typeface="Malgun Gothic"/>
                <a:cs typeface="Malgun Gothic"/>
              </a:defRPr>
            </a:lvl9pPr>
          </a:lstStyle>
          <a:p xmlns:a="http://schemas.openxmlformats.org/drawingml/2006/main">
            <a:pPr algn="l">
              <a:defRPr sz="1725" b="1">
                <a:solidFill>
                  <a:srgbClr val="182F49"/>
                </a:solidFill>
                <a:latin typeface="Malgun Gothic"/>
                <a:ea typeface="Malgun Gothic"/>
                <a:cs typeface="Malgun Gothic"/>
              </a:defRPr>
            </a:pPr>
            <a:r>
              <a:rPr sz="1725" b="1">
                <a:solidFill>
                  <a:srgbClr val="182F49"/>
                </a:solidFill>
                <a:latin typeface="Malgun Gothic"/>
                <a:ea typeface="Malgun Gothic"/>
                <a:cs typeface="Malgun Gothic"/>
              </a:rPr>
              <a:t>3대 정책축 · 12대 전략분야</a:t>
            </a:r>
          </a:p>
        </p:txBody>
      </p:sp>
      <p:sp>
        <p:nvSpPr>
          <p:cNvPr id="9" name="">
            <a:extLst xmlns:a="http://schemas.openxmlformats.org/drawingml/2006/main">
              <a:ext uri="{FF2B5EF4-FFF2-40B4-BE49-F238E27FC236}">
                <a16:creationId xmlns:a16="http://schemas.microsoft.com/office/drawing/2014/main" id="{CE01B416-C097-4243-8B5A-57856F2EF400}"/>
              </a:ext>
            </a:extLst>
          </p:cNvPr>
          <p:cNvSpPr>
            <a:spLocks xmlns:a="http://schemas.openxmlformats.org/drawingml/2006/main" noGrp="1"/>
          </p:cNvSpPr>
          <p:nvPr/>
        </p:nvSpPr>
        <p:spPr>
          <a:xfrm xmlns:a="http://schemas.openxmlformats.org/drawingml/2006/main">
            <a:off x="609600" y="5457825"/>
            <a:ext cx="10972800" cy="0"/>
          </a:xfrm>
          <a:prstGeom xmlns:a="http://schemas.openxmlformats.org/drawingml/2006/main" prst="line">
            <a:avLst/>
          </a:prstGeom>
          <a:noFill xmlns:a="http://schemas.openxmlformats.org/drawingml/2006/main"/>
          <a:ln xmlns:a="http://schemas.openxmlformats.org/drawingml/2006/main" w="19050">
            <a:solidFill>
              <a:srgbClr val="A7CDC7"/>
            </a:solidFill>
          </a:ln>
        </p:spPr>
      </p:sp>
      <p:sp>
        <p:nvSpPr>
          <p:cNvPr id="10" name="01">
            <a:extLst xmlns:a="http://schemas.openxmlformats.org/drawingml/2006/main">
              <a:ext uri="{FF2B5EF4-FFF2-40B4-BE49-F238E27FC236}">
                <a16:creationId xmlns:a16="http://schemas.microsoft.com/office/drawing/2014/main" id="{2ED25D8A-5FD3-49C5-BC73-DE1AEFF8451B}"/>
              </a:ext>
            </a:extLst>
          </p:cNvPr>
          <p:cNvSpPr>
            <a:spLocks xmlns:a="http://schemas.openxmlformats.org/drawingml/2006/main" noGrp="1"/>
          </p:cNvSpPr>
          <p:nvPr/>
        </p:nvSpPr>
        <p:spPr>
          <a:xfrm xmlns:a="http://schemas.openxmlformats.org/drawingml/2006/main">
            <a:off x="609600" y="5638800"/>
            <a:ext cx="55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63788A"/>
                </a:solidFill>
                <a:latin typeface="Malgun Gothic"/>
                <a:ea typeface="Malgun Gothic"/>
                <a:cs typeface="Malgun Gothic"/>
              </a:defRPr>
            </a:defPPr>
            <a:lvl1pPr algn="l">
              <a:defRPr sz="2325" b="1">
                <a:solidFill>
                  <a:srgbClr val="63788A"/>
                </a:solidFill>
                <a:latin typeface="Malgun Gothic"/>
                <a:ea typeface="Malgun Gothic"/>
                <a:cs typeface="Malgun Gothic"/>
              </a:defRPr>
            </a:lvl1pPr>
            <a:lvl2pPr algn="l">
              <a:defRPr sz="2325" b="1">
                <a:solidFill>
                  <a:srgbClr val="63788A"/>
                </a:solidFill>
                <a:latin typeface="Malgun Gothic"/>
                <a:ea typeface="Malgun Gothic"/>
                <a:cs typeface="Malgun Gothic"/>
              </a:defRPr>
            </a:lvl2pPr>
            <a:lvl3pPr algn="l">
              <a:defRPr sz="2325" b="1">
                <a:solidFill>
                  <a:srgbClr val="63788A"/>
                </a:solidFill>
                <a:latin typeface="Malgun Gothic"/>
                <a:ea typeface="Malgun Gothic"/>
                <a:cs typeface="Malgun Gothic"/>
              </a:defRPr>
            </a:lvl3pPr>
            <a:lvl4pPr algn="l">
              <a:defRPr sz="2325" b="1">
                <a:solidFill>
                  <a:srgbClr val="63788A"/>
                </a:solidFill>
                <a:latin typeface="Malgun Gothic"/>
                <a:ea typeface="Malgun Gothic"/>
                <a:cs typeface="Malgun Gothic"/>
              </a:defRPr>
            </a:lvl4pPr>
            <a:lvl5pPr algn="l">
              <a:defRPr sz="2325" b="1">
                <a:solidFill>
                  <a:srgbClr val="63788A"/>
                </a:solidFill>
                <a:latin typeface="Malgun Gothic"/>
                <a:ea typeface="Malgun Gothic"/>
                <a:cs typeface="Malgun Gothic"/>
              </a:defRPr>
            </a:lvl5pPr>
            <a:lvl6pPr algn="l">
              <a:defRPr sz="2325" b="1">
                <a:solidFill>
                  <a:srgbClr val="63788A"/>
                </a:solidFill>
                <a:latin typeface="Malgun Gothic"/>
                <a:ea typeface="Malgun Gothic"/>
                <a:cs typeface="Malgun Gothic"/>
              </a:defRPr>
            </a:lvl6pPr>
            <a:lvl7pPr algn="l">
              <a:defRPr sz="2325" b="1">
                <a:solidFill>
                  <a:srgbClr val="63788A"/>
                </a:solidFill>
                <a:latin typeface="Malgun Gothic"/>
                <a:ea typeface="Malgun Gothic"/>
                <a:cs typeface="Malgun Gothic"/>
              </a:defRPr>
            </a:lvl7pPr>
            <a:lvl8pPr algn="l">
              <a:defRPr sz="2325" b="1">
                <a:solidFill>
                  <a:srgbClr val="63788A"/>
                </a:solidFill>
                <a:latin typeface="Malgun Gothic"/>
                <a:ea typeface="Malgun Gothic"/>
                <a:cs typeface="Malgun Gothic"/>
              </a:defRPr>
            </a:lvl8pPr>
            <a:lvl9pPr algn="l">
              <a:defRPr sz="2325" b="1">
                <a:solidFill>
                  <a:srgbClr val="63788A"/>
                </a:solidFill>
                <a:latin typeface="Malgun Gothic"/>
                <a:ea typeface="Malgun Gothic"/>
                <a:cs typeface="Malgun Gothic"/>
              </a:defRPr>
            </a:lvl9pPr>
          </a:lstStyle>
          <a:p xmlns:a="http://schemas.openxmlformats.org/drawingml/2006/main">
            <a:pPr algn="l">
              <a:defRPr sz="2325" b="1">
                <a:solidFill>
                  <a:srgbClr val="63788A"/>
                </a:solidFill>
                <a:latin typeface="Malgun Gothic"/>
                <a:ea typeface="Malgun Gothic"/>
                <a:cs typeface="Malgun Gothic"/>
              </a:defRPr>
            </a:pPr>
            <a:r>
              <a:rPr sz="2325" b="1">
                <a:solidFill>
                  <a:srgbClr val="63788A"/>
                </a:solidFill>
                <a:latin typeface="Malgun Gothic"/>
                <a:ea typeface="Malgun Gothic"/>
                <a:cs typeface="Malgun Gothic"/>
              </a:rPr>
              <a:t>01</a:t>
            </a:r>
          </a:p>
        </p:txBody>
      </p:sp>
      <p:sp>
        <p:nvSpPr>
          <p:cNvPr id="11" name="AI 혁신 생태계 조성">
            <a:extLst xmlns:a="http://schemas.openxmlformats.org/drawingml/2006/main">
              <a:ext uri="{FF2B5EF4-FFF2-40B4-BE49-F238E27FC236}">
                <a16:creationId xmlns:a16="http://schemas.microsoft.com/office/drawing/2014/main" id="{048DF1A1-72B4-49C1-B937-0124E2FAB741}"/>
              </a:ext>
            </a:extLst>
          </p:cNvPr>
          <p:cNvSpPr>
            <a:spLocks xmlns:a="http://schemas.openxmlformats.org/drawingml/2006/main" noGrp="1"/>
          </p:cNvSpPr>
          <p:nvPr/>
        </p:nvSpPr>
        <p:spPr>
          <a:xfrm xmlns:a="http://schemas.openxmlformats.org/drawingml/2006/main">
            <a:off x="1228725" y="56388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82F49"/>
                </a:solidFill>
                <a:latin typeface="Malgun Gothic"/>
                <a:ea typeface="Malgun Gothic"/>
                <a:cs typeface="Malgun Gothic"/>
              </a:defRPr>
            </a:defPPr>
            <a:lvl1pPr algn="l">
              <a:defRPr sz="1875" b="1">
                <a:solidFill>
                  <a:srgbClr val="182F49"/>
                </a:solidFill>
                <a:latin typeface="Malgun Gothic"/>
                <a:ea typeface="Malgun Gothic"/>
                <a:cs typeface="Malgun Gothic"/>
              </a:defRPr>
            </a:lvl1pPr>
            <a:lvl2pPr algn="l">
              <a:defRPr sz="1875" b="1">
                <a:solidFill>
                  <a:srgbClr val="182F49"/>
                </a:solidFill>
                <a:latin typeface="Malgun Gothic"/>
                <a:ea typeface="Malgun Gothic"/>
                <a:cs typeface="Malgun Gothic"/>
              </a:defRPr>
            </a:lvl2pPr>
            <a:lvl3pPr algn="l">
              <a:defRPr sz="1875" b="1">
                <a:solidFill>
                  <a:srgbClr val="182F49"/>
                </a:solidFill>
                <a:latin typeface="Malgun Gothic"/>
                <a:ea typeface="Malgun Gothic"/>
                <a:cs typeface="Malgun Gothic"/>
              </a:defRPr>
            </a:lvl3pPr>
            <a:lvl4pPr algn="l">
              <a:defRPr sz="1875" b="1">
                <a:solidFill>
                  <a:srgbClr val="182F49"/>
                </a:solidFill>
                <a:latin typeface="Malgun Gothic"/>
                <a:ea typeface="Malgun Gothic"/>
                <a:cs typeface="Malgun Gothic"/>
              </a:defRPr>
            </a:lvl4pPr>
            <a:lvl5pPr algn="l">
              <a:defRPr sz="1875" b="1">
                <a:solidFill>
                  <a:srgbClr val="182F49"/>
                </a:solidFill>
                <a:latin typeface="Malgun Gothic"/>
                <a:ea typeface="Malgun Gothic"/>
                <a:cs typeface="Malgun Gothic"/>
              </a:defRPr>
            </a:lvl5pPr>
            <a:lvl6pPr algn="l">
              <a:defRPr sz="1875" b="1">
                <a:solidFill>
                  <a:srgbClr val="182F49"/>
                </a:solidFill>
                <a:latin typeface="Malgun Gothic"/>
                <a:ea typeface="Malgun Gothic"/>
                <a:cs typeface="Malgun Gothic"/>
              </a:defRPr>
            </a:lvl6pPr>
            <a:lvl7pPr algn="l">
              <a:defRPr sz="1875" b="1">
                <a:solidFill>
                  <a:srgbClr val="182F49"/>
                </a:solidFill>
                <a:latin typeface="Malgun Gothic"/>
                <a:ea typeface="Malgun Gothic"/>
                <a:cs typeface="Malgun Gothic"/>
              </a:defRPr>
            </a:lvl7pPr>
            <a:lvl8pPr algn="l">
              <a:defRPr sz="1875" b="1">
                <a:solidFill>
                  <a:srgbClr val="182F49"/>
                </a:solidFill>
                <a:latin typeface="Malgun Gothic"/>
                <a:ea typeface="Malgun Gothic"/>
                <a:cs typeface="Malgun Gothic"/>
              </a:defRPr>
            </a:lvl8pPr>
            <a:lvl9pPr algn="l">
              <a:defRPr sz="1875" b="1">
                <a:solidFill>
                  <a:srgbClr val="182F49"/>
                </a:solidFill>
                <a:latin typeface="Malgun Gothic"/>
                <a:ea typeface="Malgun Gothic"/>
                <a:cs typeface="Malgun Gothic"/>
              </a:defRPr>
            </a:lvl9pPr>
          </a:lstStyle>
          <a:p xmlns:a="http://schemas.openxmlformats.org/drawingml/2006/main">
            <a:pPr algn="l">
              <a:defRPr sz="1875" b="1">
                <a:solidFill>
                  <a:srgbClr val="182F49"/>
                </a:solidFill>
                <a:latin typeface="Malgun Gothic"/>
                <a:ea typeface="Malgun Gothic"/>
                <a:cs typeface="Malgun Gothic"/>
              </a:defRPr>
            </a:pPr>
            <a:r>
              <a:rPr sz="1875" b="1">
                <a:solidFill>
                  <a:srgbClr val="182F49"/>
                </a:solidFill>
                <a:latin typeface="Malgun Gothic"/>
                <a:ea typeface="Malgun Gothic"/>
                <a:cs typeface="Malgun Gothic"/>
              </a:rPr>
              <a:t>AI 혁신 생태계 조성</a:t>
            </a:r>
          </a:p>
        </p:txBody>
      </p:sp>
      <p:sp>
        <p:nvSpPr>
          <p:cNvPr id="12" name="">
            <a:extLst xmlns:a="http://schemas.openxmlformats.org/drawingml/2006/main">
              <a:ext uri="{FF2B5EF4-FFF2-40B4-BE49-F238E27FC236}">
                <a16:creationId xmlns:a16="http://schemas.microsoft.com/office/drawing/2014/main" id="{AB34D59D-BED6-4E7E-A4DB-66D713FDE72E}"/>
              </a:ext>
            </a:extLst>
          </p:cNvPr>
          <p:cNvSpPr>
            <a:spLocks xmlns:a="http://schemas.openxmlformats.org/drawingml/2006/main" noGrp="1"/>
          </p:cNvSpPr>
          <p:nvPr/>
        </p:nvSpPr>
        <p:spPr>
          <a:xfrm xmlns:a="http://schemas.openxmlformats.org/drawingml/2006/main">
            <a:off x="4448175" y="5534025"/>
            <a:ext cx="4171950" cy="904875"/>
          </a:xfrm>
          <a:prstGeom xmlns:a="http://schemas.openxmlformats.org/drawingml/2006/main" prst="rect">
            <a:avLst/>
          </a:prstGeom>
          <a:solidFill xmlns:a="http://schemas.openxmlformats.org/drawingml/2006/main">
            <a:srgbClr val="EAF6F3"/>
          </a:solidFill>
          <a:ln xmlns:a="http://schemas.openxmlformats.org/drawingml/2006/main" w="0">
            <a:noFill/>
          </a:ln>
        </p:spPr>
      </p:sp>
      <p:sp>
        <p:nvSpPr>
          <p:cNvPr id="13" name="02">
            <a:extLst xmlns:a="http://schemas.openxmlformats.org/drawingml/2006/main">
              <a:ext uri="{FF2B5EF4-FFF2-40B4-BE49-F238E27FC236}">
                <a16:creationId xmlns:a16="http://schemas.microsoft.com/office/drawing/2014/main" id="{3A4E3827-AEDA-43A9-AA9D-E2BFB3E4331D}"/>
              </a:ext>
            </a:extLst>
          </p:cNvPr>
          <p:cNvSpPr>
            <a:spLocks xmlns:a="http://schemas.openxmlformats.org/drawingml/2006/main" noGrp="1"/>
          </p:cNvSpPr>
          <p:nvPr/>
        </p:nvSpPr>
        <p:spPr>
          <a:xfrm xmlns:a="http://schemas.openxmlformats.org/drawingml/2006/main">
            <a:off x="4619625" y="5638800"/>
            <a:ext cx="55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82F49"/>
                </a:solidFill>
                <a:latin typeface="Malgun Gothic"/>
                <a:ea typeface="Malgun Gothic"/>
                <a:cs typeface="Malgun Gothic"/>
              </a:defRPr>
            </a:defPPr>
            <a:lvl1pPr algn="l">
              <a:defRPr sz="2325" b="1">
                <a:solidFill>
                  <a:srgbClr val="182F49"/>
                </a:solidFill>
                <a:latin typeface="Malgun Gothic"/>
                <a:ea typeface="Malgun Gothic"/>
                <a:cs typeface="Malgun Gothic"/>
              </a:defRPr>
            </a:lvl1pPr>
            <a:lvl2pPr algn="l">
              <a:defRPr sz="2325" b="1">
                <a:solidFill>
                  <a:srgbClr val="182F49"/>
                </a:solidFill>
                <a:latin typeface="Malgun Gothic"/>
                <a:ea typeface="Malgun Gothic"/>
                <a:cs typeface="Malgun Gothic"/>
              </a:defRPr>
            </a:lvl2pPr>
            <a:lvl3pPr algn="l">
              <a:defRPr sz="2325" b="1">
                <a:solidFill>
                  <a:srgbClr val="182F49"/>
                </a:solidFill>
                <a:latin typeface="Malgun Gothic"/>
                <a:ea typeface="Malgun Gothic"/>
                <a:cs typeface="Malgun Gothic"/>
              </a:defRPr>
            </a:lvl3pPr>
            <a:lvl4pPr algn="l">
              <a:defRPr sz="2325" b="1">
                <a:solidFill>
                  <a:srgbClr val="182F49"/>
                </a:solidFill>
                <a:latin typeface="Malgun Gothic"/>
                <a:ea typeface="Malgun Gothic"/>
                <a:cs typeface="Malgun Gothic"/>
              </a:defRPr>
            </a:lvl4pPr>
            <a:lvl5pPr algn="l">
              <a:defRPr sz="2325" b="1">
                <a:solidFill>
                  <a:srgbClr val="182F49"/>
                </a:solidFill>
                <a:latin typeface="Malgun Gothic"/>
                <a:ea typeface="Malgun Gothic"/>
                <a:cs typeface="Malgun Gothic"/>
              </a:defRPr>
            </a:lvl5pPr>
            <a:lvl6pPr algn="l">
              <a:defRPr sz="2325" b="1">
                <a:solidFill>
                  <a:srgbClr val="182F49"/>
                </a:solidFill>
                <a:latin typeface="Malgun Gothic"/>
                <a:ea typeface="Malgun Gothic"/>
                <a:cs typeface="Malgun Gothic"/>
              </a:defRPr>
            </a:lvl6pPr>
            <a:lvl7pPr algn="l">
              <a:defRPr sz="2325" b="1">
                <a:solidFill>
                  <a:srgbClr val="182F49"/>
                </a:solidFill>
                <a:latin typeface="Malgun Gothic"/>
                <a:ea typeface="Malgun Gothic"/>
                <a:cs typeface="Malgun Gothic"/>
              </a:defRPr>
            </a:lvl7pPr>
            <a:lvl8pPr algn="l">
              <a:defRPr sz="2325" b="1">
                <a:solidFill>
                  <a:srgbClr val="182F49"/>
                </a:solidFill>
                <a:latin typeface="Malgun Gothic"/>
                <a:ea typeface="Malgun Gothic"/>
                <a:cs typeface="Malgun Gothic"/>
              </a:defRPr>
            </a:lvl8pPr>
            <a:lvl9pPr algn="l">
              <a:defRPr sz="2325" b="1">
                <a:solidFill>
                  <a:srgbClr val="182F49"/>
                </a:solidFill>
                <a:latin typeface="Malgun Gothic"/>
                <a:ea typeface="Malgun Gothic"/>
                <a:cs typeface="Malgun Gothic"/>
              </a:defRPr>
            </a:lvl9pPr>
          </a:lstStyle>
          <a:p xmlns:a="http://schemas.openxmlformats.org/drawingml/2006/main">
            <a:pPr algn="l">
              <a:defRPr sz="2325" b="1">
                <a:solidFill>
                  <a:srgbClr val="182F49"/>
                </a:solidFill>
                <a:latin typeface="Malgun Gothic"/>
                <a:ea typeface="Malgun Gothic"/>
                <a:cs typeface="Malgun Gothic"/>
              </a:defRPr>
            </a:pPr>
            <a:r>
              <a:rPr sz="2325" b="1">
                <a:solidFill>
                  <a:srgbClr val="182F49"/>
                </a:solidFill>
                <a:latin typeface="Malgun Gothic"/>
                <a:ea typeface="Malgun Gothic"/>
                <a:cs typeface="Malgun Gothic"/>
              </a:rPr>
              <a:t>02</a:t>
            </a:r>
          </a:p>
        </p:txBody>
      </p:sp>
      <p:sp>
        <p:nvSpPr>
          <p:cNvPr id="14" name="범국가 AI 기반 대전환">
            <a:extLst xmlns:a="http://schemas.openxmlformats.org/drawingml/2006/main">
              <a:ext uri="{FF2B5EF4-FFF2-40B4-BE49-F238E27FC236}">
                <a16:creationId xmlns:a16="http://schemas.microsoft.com/office/drawing/2014/main" id="{9F9FB5EC-B6A6-4454-A317-75C16798A453}"/>
              </a:ext>
            </a:extLst>
          </p:cNvPr>
          <p:cNvSpPr>
            <a:spLocks xmlns:a="http://schemas.openxmlformats.org/drawingml/2006/main" noGrp="1"/>
          </p:cNvSpPr>
          <p:nvPr/>
        </p:nvSpPr>
        <p:spPr>
          <a:xfrm xmlns:a="http://schemas.openxmlformats.org/drawingml/2006/main">
            <a:off x="5238750" y="56388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82F49"/>
                </a:solidFill>
                <a:latin typeface="Malgun Gothic"/>
                <a:ea typeface="Malgun Gothic"/>
                <a:cs typeface="Malgun Gothic"/>
              </a:defRPr>
            </a:defPPr>
            <a:lvl1pPr algn="l">
              <a:defRPr sz="1875" b="1">
                <a:solidFill>
                  <a:srgbClr val="182F49"/>
                </a:solidFill>
                <a:latin typeface="Malgun Gothic"/>
                <a:ea typeface="Malgun Gothic"/>
                <a:cs typeface="Malgun Gothic"/>
              </a:defRPr>
            </a:lvl1pPr>
            <a:lvl2pPr algn="l">
              <a:defRPr sz="1875" b="1">
                <a:solidFill>
                  <a:srgbClr val="182F49"/>
                </a:solidFill>
                <a:latin typeface="Malgun Gothic"/>
                <a:ea typeface="Malgun Gothic"/>
                <a:cs typeface="Malgun Gothic"/>
              </a:defRPr>
            </a:lvl2pPr>
            <a:lvl3pPr algn="l">
              <a:defRPr sz="1875" b="1">
                <a:solidFill>
                  <a:srgbClr val="182F49"/>
                </a:solidFill>
                <a:latin typeface="Malgun Gothic"/>
                <a:ea typeface="Malgun Gothic"/>
                <a:cs typeface="Malgun Gothic"/>
              </a:defRPr>
            </a:lvl3pPr>
            <a:lvl4pPr algn="l">
              <a:defRPr sz="1875" b="1">
                <a:solidFill>
                  <a:srgbClr val="182F49"/>
                </a:solidFill>
                <a:latin typeface="Malgun Gothic"/>
                <a:ea typeface="Malgun Gothic"/>
                <a:cs typeface="Malgun Gothic"/>
              </a:defRPr>
            </a:lvl4pPr>
            <a:lvl5pPr algn="l">
              <a:defRPr sz="1875" b="1">
                <a:solidFill>
                  <a:srgbClr val="182F49"/>
                </a:solidFill>
                <a:latin typeface="Malgun Gothic"/>
                <a:ea typeface="Malgun Gothic"/>
                <a:cs typeface="Malgun Gothic"/>
              </a:defRPr>
            </a:lvl5pPr>
            <a:lvl6pPr algn="l">
              <a:defRPr sz="1875" b="1">
                <a:solidFill>
                  <a:srgbClr val="182F49"/>
                </a:solidFill>
                <a:latin typeface="Malgun Gothic"/>
                <a:ea typeface="Malgun Gothic"/>
                <a:cs typeface="Malgun Gothic"/>
              </a:defRPr>
            </a:lvl6pPr>
            <a:lvl7pPr algn="l">
              <a:defRPr sz="1875" b="1">
                <a:solidFill>
                  <a:srgbClr val="182F49"/>
                </a:solidFill>
                <a:latin typeface="Malgun Gothic"/>
                <a:ea typeface="Malgun Gothic"/>
                <a:cs typeface="Malgun Gothic"/>
              </a:defRPr>
            </a:lvl7pPr>
            <a:lvl8pPr algn="l">
              <a:defRPr sz="1875" b="1">
                <a:solidFill>
                  <a:srgbClr val="182F49"/>
                </a:solidFill>
                <a:latin typeface="Malgun Gothic"/>
                <a:ea typeface="Malgun Gothic"/>
                <a:cs typeface="Malgun Gothic"/>
              </a:defRPr>
            </a:lvl8pPr>
            <a:lvl9pPr algn="l">
              <a:defRPr sz="1875" b="1">
                <a:solidFill>
                  <a:srgbClr val="182F49"/>
                </a:solidFill>
                <a:latin typeface="Malgun Gothic"/>
                <a:ea typeface="Malgun Gothic"/>
                <a:cs typeface="Malgun Gothic"/>
              </a:defRPr>
            </a:lvl9pPr>
          </a:lstStyle>
          <a:p xmlns:a="http://schemas.openxmlformats.org/drawingml/2006/main">
            <a:pPr algn="l">
              <a:defRPr sz="1875" b="1">
                <a:solidFill>
                  <a:srgbClr val="182F49"/>
                </a:solidFill>
                <a:latin typeface="Malgun Gothic"/>
                <a:ea typeface="Malgun Gothic"/>
                <a:cs typeface="Malgun Gothic"/>
              </a:defRPr>
            </a:pPr>
            <a:r>
              <a:rPr sz="1875" b="1">
                <a:solidFill>
                  <a:srgbClr val="182F49"/>
                </a:solidFill>
                <a:latin typeface="Malgun Gothic"/>
                <a:ea typeface="Malgun Gothic"/>
                <a:cs typeface="Malgun Gothic"/>
              </a:rPr>
              <a:t>범국가 AI 기반 대전환</a:t>
            </a:r>
          </a:p>
        </p:txBody>
      </p:sp>
      <p:sp>
        <p:nvSpPr>
          <p:cNvPr id="15" name="공공 인공지능 대전환">
            <a:extLst xmlns:a="http://schemas.openxmlformats.org/drawingml/2006/main">
              <a:ext uri="{FF2B5EF4-FFF2-40B4-BE49-F238E27FC236}">
                <a16:creationId xmlns:a16="http://schemas.microsoft.com/office/drawing/2014/main" id="{9553E67B-F1A4-4B2A-AAAB-AB4A957F10CE}"/>
              </a:ext>
            </a:extLst>
          </p:cNvPr>
          <p:cNvSpPr>
            <a:spLocks xmlns:a="http://schemas.openxmlformats.org/drawingml/2006/main" noGrp="1"/>
          </p:cNvSpPr>
          <p:nvPr/>
        </p:nvSpPr>
        <p:spPr>
          <a:xfrm xmlns:a="http://schemas.openxmlformats.org/drawingml/2006/main">
            <a:off x="5238750" y="60960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1">
                <a:solidFill>
                  <a:srgbClr val="182F49"/>
                </a:solidFill>
                <a:latin typeface="Malgun Gothic"/>
                <a:ea typeface="Malgun Gothic"/>
                <a:cs typeface="Malgun Gothic"/>
              </a:defRPr>
            </a:defPPr>
            <a:lvl1pPr algn="l">
              <a:defRPr sz="1575" b="1">
                <a:solidFill>
                  <a:srgbClr val="182F49"/>
                </a:solidFill>
                <a:latin typeface="Malgun Gothic"/>
                <a:ea typeface="Malgun Gothic"/>
                <a:cs typeface="Malgun Gothic"/>
              </a:defRPr>
            </a:lvl1pPr>
            <a:lvl2pPr algn="l">
              <a:defRPr sz="1575" b="1">
                <a:solidFill>
                  <a:srgbClr val="182F49"/>
                </a:solidFill>
                <a:latin typeface="Malgun Gothic"/>
                <a:ea typeface="Malgun Gothic"/>
                <a:cs typeface="Malgun Gothic"/>
              </a:defRPr>
            </a:lvl2pPr>
            <a:lvl3pPr algn="l">
              <a:defRPr sz="1575" b="1">
                <a:solidFill>
                  <a:srgbClr val="182F49"/>
                </a:solidFill>
                <a:latin typeface="Malgun Gothic"/>
                <a:ea typeface="Malgun Gothic"/>
                <a:cs typeface="Malgun Gothic"/>
              </a:defRPr>
            </a:lvl3pPr>
            <a:lvl4pPr algn="l">
              <a:defRPr sz="1575" b="1">
                <a:solidFill>
                  <a:srgbClr val="182F49"/>
                </a:solidFill>
                <a:latin typeface="Malgun Gothic"/>
                <a:ea typeface="Malgun Gothic"/>
                <a:cs typeface="Malgun Gothic"/>
              </a:defRPr>
            </a:lvl4pPr>
            <a:lvl5pPr algn="l">
              <a:defRPr sz="1575" b="1">
                <a:solidFill>
                  <a:srgbClr val="182F49"/>
                </a:solidFill>
                <a:latin typeface="Malgun Gothic"/>
                <a:ea typeface="Malgun Gothic"/>
                <a:cs typeface="Malgun Gothic"/>
              </a:defRPr>
            </a:lvl5pPr>
            <a:lvl6pPr algn="l">
              <a:defRPr sz="1575" b="1">
                <a:solidFill>
                  <a:srgbClr val="182F49"/>
                </a:solidFill>
                <a:latin typeface="Malgun Gothic"/>
                <a:ea typeface="Malgun Gothic"/>
                <a:cs typeface="Malgun Gothic"/>
              </a:defRPr>
            </a:lvl6pPr>
            <a:lvl7pPr algn="l">
              <a:defRPr sz="1575" b="1">
                <a:solidFill>
                  <a:srgbClr val="182F49"/>
                </a:solidFill>
                <a:latin typeface="Malgun Gothic"/>
                <a:ea typeface="Malgun Gothic"/>
                <a:cs typeface="Malgun Gothic"/>
              </a:defRPr>
            </a:lvl7pPr>
            <a:lvl8pPr algn="l">
              <a:defRPr sz="1575" b="1">
                <a:solidFill>
                  <a:srgbClr val="182F49"/>
                </a:solidFill>
                <a:latin typeface="Malgun Gothic"/>
                <a:ea typeface="Malgun Gothic"/>
                <a:cs typeface="Malgun Gothic"/>
              </a:defRPr>
            </a:lvl8pPr>
            <a:lvl9pPr algn="l">
              <a:defRPr sz="1575" b="1">
                <a:solidFill>
                  <a:srgbClr val="182F49"/>
                </a:solidFill>
                <a:latin typeface="Malgun Gothic"/>
                <a:ea typeface="Malgun Gothic"/>
                <a:cs typeface="Malgun Gothic"/>
              </a:defRPr>
            </a:lvl9pPr>
          </a:lstStyle>
          <a:p xmlns:a="http://schemas.openxmlformats.org/drawingml/2006/main">
            <a:pPr algn="l">
              <a:defRPr sz="1575" b="1">
                <a:solidFill>
                  <a:srgbClr val="182F49"/>
                </a:solidFill>
                <a:latin typeface="Malgun Gothic"/>
                <a:ea typeface="Malgun Gothic"/>
                <a:cs typeface="Malgun Gothic"/>
              </a:defRPr>
            </a:pPr>
            <a:r>
              <a:rPr sz="1575" b="1">
                <a:solidFill>
                  <a:srgbClr val="182F49"/>
                </a:solidFill>
                <a:latin typeface="Malgun Gothic"/>
                <a:ea typeface="Malgun Gothic"/>
                <a:cs typeface="Malgun Gothic"/>
              </a:rPr>
              <a:t>공공 인공지능 대전환</a:t>
            </a:r>
          </a:p>
        </p:txBody>
      </p:sp>
      <p:sp>
        <p:nvSpPr>
          <p:cNvPr id="16" name="03">
            <a:extLst xmlns:a="http://schemas.openxmlformats.org/drawingml/2006/main">
              <a:ext uri="{FF2B5EF4-FFF2-40B4-BE49-F238E27FC236}">
                <a16:creationId xmlns:a16="http://schemas.microsoft.com/office/drawing/2014/main" id="{BFD55D3B-C10A-4938-879D-5752C3F82F52}"/>
              </a:ext>
            </a:extLst>
          </p:cNvPr>
          <p:cNvSpPr>
            <a:spLocks xmlns:a="http://schemas.openxmlformats.org/drawingml/2006/main" noGrp="1"/>
          </p:cNvSpPr>
          <p:nvPr/>
        </p:nvSpPr>
        <p:spPr>
          <a:xfrm xmlns:a="http://schemas.openxmlformats.org/drawingml/2006/main">
            <a:off x="8924925" y="5638800"/>
            <a:ext cx="552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63788A"/>
                </a:solidFill>
                <a:latin typeface="Malgun Gothic"/>
                <a:ea typeface="Malgun Gothic"/>
                <a:cs typeface="Malgun Gothic"/>
              </a:defRPr>
            </a:defPPr>
            <a:lvl1pPr algn="l">
              <a:defRPr sz="2325" b="1">
                <a:solidFill>
                  <a:srgbClr val="63788A"/>
                </a:solidFill>
                <a:latin typeface="Malgun Gothic"/>
                <a:ea typeface="Malgun Gothic"/>
                <a:cs typeface="Malgun Gothic"/>
              </a:defRPr>
            </a:lvl1pPr>
            <a:lvl2pPr algn="l">
              <a:defRPr sz="2325" b="1">
                <a:solidFill>
                  <a:srgbClr val="63788A"/>
                </a:solidFill>
                <a:latin typeface="Malgun Gothic"/>
                <a:ea typeface="Malgun Gothic"/>
                <a:cs typeface="Malgun Gothic"/>
              </a:defRPr>
            </a:lvl2pPr>
            <a:lvl3pPr algn="l">
              <a:defRPr sz="2325" b="1">
                <a:solidFill>
                  <a:srgbClr val="63788A"/>
                </a:solidFill>
                <a:latin typeface="Malgun Gothic"/>
                <a:ea typeface="Malgun Gothic"/>
                <a:cs typeface="Malgun Gothic"/>
              </a:defRPr>
            </a:lvl3pPr>
            <a:lvl4pPr algn="l">
              <a:defRPr sz="2325" b="1">
                <a:solidFill>
                  <a:srgbClr val="63788A"/>
                </a:solidFill>
                <a:latin typeface="Malgun Gothic"/>
                <a:ea typeface="Malgun Gothic"/>
                <a:cs typeface="Malgun Gothic"/>
              </a:defRPr>
            </a:lvl4pPr>
            <a:lvl5pPr algn="l">
              <a:defRPr sz="2325" b="1">
                <a:solidFill>
                  <a:srgbClr val="63788A"/>
                </a:solidFill>
                <a:latin typeface="Malgun Gothic"/>
                <a:ea typeface="Malgun Gothic"/>
                <a:cs typeface="Malgun Gothic"/>
              </a:defRPr>
            </a:lvl5pPr>
            <a:lvl6pPr algn="l">
              <a:defRPr sz="2325" b="1">
                <a:solidFill>
                  <a:srgbClr val="63788A"/>
                </a:solidFill>
                <a:latin typeface="Malgun Gothic"/>
                <a:ea typeface="Malgun Gothic"/>
                <a:cs typeface="Malgun Gothic"/>
              </a:defRPr>
            </a:lvl6pPr>
            <a:lvl7pPr algn="l">
              <a:defRPr sz="2325" b="1">
                <a:solidFill>
                  <a:srgbClr val="63788A"/>
                </a:solidFill>
                <a:latin typeface="Malgun Gothic"/>
                <a:ea typeface="Malgun Gothic"/>
                <a:cs typeface="Malgun Gothic"/>
              </a:defRPr>
            </a:lvl7pPr>
            <a:lvl8pPr algn="l">
              <a:defRPr sz="2325" b="1">
                <a:solidFill>
                  <a:srgbClr val="63788A"/>
                </a:solidFill>
                <a:latin typeface="Malgun Gothic"/>
                <a:ea typeface="Malgun Gothic"/>
                <a:cs typeface="Malgun Gothic"/>
              </a:defRPr>
            </a:lvl8pPr>
            <a:lvl9pPr algn="l">
              <a:defRPr sz="2325" b="1">
                <a:solidFill>
                  <a:srgbClr val="63788A"/>
                </a:solidFill>
                <a:latin typeface="Malgun Gothic"/>
                <a:ea typeface="Malgun Gothic"/>
                <a:cs typeface="Malgun Gothic"/>
              </a:defRPr>
            </a:lvl9pPr>
          </a:lstStyle>
          <a:p xmlns:a="http://schemas.openxmlformats.org/drawingml/2006/main">
            <a:pPr algn="l">
              <a:defRPr sz="2325" b="1">
                <a:solidFill>
                  <a:srgbClr val="63788A"/>
                </a:solidFill>
                <a:latin typeface="Malgun Gothic"/>
                <a:ea typeface="Malgun Gothic"/>
                <a:cs typeface="Malgun Gothic"/>
              </a:defRPr>
            </a:pPr>
            <a:r>
              <a:rPr sz="2325" b="1">
                <a:solidFill>
                  <a:srgbClr val="63788A"/>
                </a:solidFill>
                <a:latin typeface="Malgun Gothic"/>
                <a:ea typeface="Malgun Gothic"/>
                <a:cs typeface="Malgun Gothic"/>
              </a:rPr>
              <a:t>03</a:t>
            </a:r>
          </a:p>
        </p:txBody>
      </p:sp>
      <p:sp>
        <p:nvSpPr>
          <p:cNvPr id="17" name="글로벌 AI 기본사회 기여">
            <a:extLst xmlns:a="http://schemas.openxmlformats.org/drawingml/2006/main">
              <a:ext uri="{FF2B5EF4-FFF2-40B4-BE49-F238E27FC236}">
                <a16:creationId xmlns:a16="http://schemas.microsoft.com/office/drawing/2014/main" id="{C01D0F20-BA9C-46D7-AD83-A97D058D66DE}"/>
              </a:ext>
            </a:extLst>
          </p:cNvPr>
          <p:cNvSpPr>
            <a:spLocks xmlns:a="http://schemas.openxmlformats.org/drawingml/2006/main" noGrp="1"/>
          </p:cNvSpPr>
          <p:nvPr/>
        </p:nvSpPr>
        <p:spPr>
          <a:xfrm xmlns:a="http://schemas.openxmlformats.org/drawingml/2006/main">
            <a:off x="9544050" y="562927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182F49"/>
                </a:solidFill>
                <a:latin typeface="Malgun Gothic"/>
                <a:ea typeface="Malgun Gothic"/>
                <a:cs typeface="Malgun Gothic"/>
              </a:defRPr>
            </a:defPPr>
            <a:lvl1pPr algn="l">
              <a:defRPr sz="1800" b="1">
                <a:solidFill>
                  <a:srgbClr val="182F49"/>
                </a:solidFill>
                <a:latin typeface="Malgun Gothic"/>
                <a:ea typeface="Malgun Gothic"/>
                <a:cs typeface="Malgun Gothic"/>
              </a:defRPr>
            </a:lvl1pPr>
            <a:lvl2pPr algn="l">
              <a:defRPr sz="1800" b="1">
                <a:solidFill>
                  <a:srgbClr val="182F49"/>
                </a:solidFill>
                <a:latin typeface="Malgun Gothic"/>
                <a:ea typeface="Malgun Gothic"/>
                <a:cs typeface="Malgun Gothic"/>
              </a:defRPr>
            </a:lvl2pPr>
            <a:lvl3pPr algn="l">
              <a:defRPr sz="1800" b="1">
                <a:solidFill>
                  <a:srgbClr val="182F49"/>
                </a:solidFill>
                <a:latin typeface="Malgun Gothic"/>
                <a:ea typeface="Malgun Gothic"/>
                <a:cs typeface="Malgun Gothic"/>
              </a:defRPr>
            </a:lvl3pPr>
            <a:lvl4pPr algn="l">
              <a:defRPr sz="1800" b="1">
                <a:solidFill>
                  <a:srgbClr val="182F49"/>
                </a:solidFill>
                <a:latin typeface="Malgun Gothic"/>
                <a:ea typeface="Malgun Gothic"/>
                <a:cs typeface="Malgun Gothic"/>
              </a:defRPr>
            </a:lvl4pPr>
            <a:lvl5pPr algn="l">
              <a:defRPr sz="1800" b="1">
                <a:solidFill>
                  <a:srgbClr val="182F49"/>
                </a:solidFill>
                <a:latin typeface="Malgun Gothic"/>
                <a:ea typeface="Malgun Gothic"/>
                <a:cs typeface="Malgun Gothic"/>
              </a:defRPr>
            </a:lvl5pPr>
            <a:lvl6pPr algn="l">
              <a:defRPr sz="1800" b="1">
                <a:solidFill>
                  <a:srgbClr val="182F49"/>
                </a:solidFill>
                <a:latin typeface="Malgun Gothic"/>
                <a:ea typeface="Malgun Gothic"/>
                <a:cs typeface="Malgun Gothic"/>
              </a:defRPr>
            </a:lvl6pPr>
            <a:lvl7pPr algn="l">
              <a:defRPr sz="1800" b="1">
                <a:solidFill>
                  <a:srgbClr val="182F49"/>
                </a:solidFill>
                <a:latin typeface="Malgun Gothic"/>
                <a:ea typeface="Malgun Gothic"/>
                <a:cs typeface="Malgun Gothic"/>
              </a:defRPr>
            </a:lvl7pPr>
            <a:lvl8pPr algn="l">
              <a:defRPr sz="1800" b="1">
                <a:solidFill>
                  <a:srgbClr val="182F49"/>
                </a:solidFill>
                <a:latin typeface="Malgun Gothic"/>
                <a:ea typeface="Malgun Gothic"/>
                <a:cs typeface="Malgun Gothic"/>
              </a:defRPr>
            </a:lvl8pPr>
            <a:lvl9pPr algn="l">
              <a:defRPr sz="1800" b="1">
                <a:solidFill>
                  <a:srgbClr val="182F49"/>
                </a:solidFill>
                <a:latin typeface="Malgun Gothic"/>
                <a:ea typeface="Malgun Gothic"/>
                <a:cs typeface="Malgun Gothic"/>
              </a:defRPr>
            </a:lvl9pPr>
          </a:lstStyle>
          <a:p xmlns:a="http://schemas.openxmlformats.org/drawingml/2006/main">
            <a:pPr algn="l">
              <a:defRPr sz="1800" b="1">
                <a:solidFill>
                  <a:srgbClr val="182F49"/>
                </a:solidFill>
                <a:latin typeface="Malgun Gothic"/>
                <a:ea typeface="Malgun Gothic"/>
                <a:cs typeface="Malgun Gothic"/>
              </a:defRPr>
            </a:pPr>
            <a:r>
              <a:rPr sz="1800" b="1">
                <a:solidFill>
                  <a:srgbClr val="182F49"/>
                </a:solidFill>
                <a:latin typeface="Malgun Gothic"/>
                <a:ea typeface="Malgun Gothic"/>
                <a:cs typeface="Malgun Gothic"/>
              </a:rPr>
              <a:t>글로벌 AI</a:t>
            </a:r>
          </a:p>
          <a:p xmlns:a="http://schemas.openxmlformats.org/drawingml/2006/main">
            <a:pPr algn="l">
              <a:defRPr sz="1800" b="1">
                <a:solidFill>
                  <a:srgbClr val="182F49"/>
                </a:solidFill>
                <a:latin typeface="Malgun Gothic"/>
                <a:ea typeface="Malgun Gothic"/>
                <a:cs typeface="Malgun Gothic"/>
              </a:defRPr>
            </a:pPr>
            <a:r>
              <a:rPr sz="1800" b="1">
                <a:solidFill>
                  <a:srgbClr val="182F49"/>
                </a:solidFill>
                <a:latin typeface="Malgun Gothic"/>
                <a:ea typeface="Malgun Gothic"/>
                <a:cs typeface="Malgun Gothic"/>
              </a:rPr>
              <a:t>기본사회 기여</a:t>
            </a:r>
          </a:p>
        </p:txBody>
      </p:sp>
    </p:spTree>
    <p:extLst>
      <p:ext uri="{BB962C8B-B14F-4D97-AF65-F5344CB8AC3E}">
        <p14:creationId xmlns:p14="http://schemas.microsoft.com/office/powerpoint/2010/main" val="6078190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15개 과제의 재구성">
            <a:extLst xmlns:a="http://schemas.openxmlformats.org/drawingml/2006/main">
              <a:ext uri="{FF2B5EF4-FFF2-40B4-BE49-F238E27FC236}">
                <a16:creationId xmlns:a16="http://schemas.microsoft.com/office/drawing/2014/main" id="{65432483-E636-4016-B356-8231D78DA678}"/>
              </a:ext>
            </a:extLst>
          </p:cNvPr>
          <p:cNvSpPr>
            <a:spLocks xmlns:a="http://schemas.openxmlformats.org/drawingml/2006/main" noGrp="1"/>
          </p:cNvSpPr>
          <p:nvPr/>
        </p:nvSpPr>
        <p:spPr>
          <a:xfrm xmlns:a="http://schemas.openxmlformats.org/drawingml/2006/main">
            <a:off x="609600" y="4000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2F49"/>
                </a:solidFill>
                <a:latin typeface="Malgun Gothic"/>
                <a:ea typeface="Malgun Gothic"/>
                <a:cs typeface="Malgun Gothic"/>
              </a:defRPr>
            </a:defPPr>
            <a:lvl1pPr algn="l">
              <a:defRPr sz="3150" b="1">
                <a:solidFill>
                  <a:srgbClr val="182F49"/>
                </a:solidFill>
                <a:latin typeface="Malgun Gothic"/>
                <a:ea typeface="Malgun Gothic"/>
                <a:cs typeface="Malgun Gothic"/>
              </a:defRPr>
            </a:lvl1pPr>
            <a:lvl2pPr algn="l">
              <a:defRPr sz="3150" b="1">
                <a:solidFill>
                  <a:srgbClr val="182F49"/>
                </a:solidFill>
                <a:latin typeface="Malgun Gothic"/>
                <a:ea typeface="Malgun Gothic"/>
                <a:cs typeface="Malgun Gothic"/>
              </a:defRPr>
            </a:lvl2pPr>
            <a:lvl3pPr algn="l">
              <a:defRPr sz="3150" b="1">
                <a:solidFill>
                  <a:srgbClr val="182F49"/>
                </a:solidFill>
                <a:latin typeface="Malgun Gothic"/>
                <a:ea typeface="Malgun Gothic"/>
                <a:cs typeface="Malgun Gothic"/>
              </a:defRPr>
            </a:lvl3pPr>
            <a:lvl4pPr algn="l">
              <a:defRPr sz="3150" b="1">
                <a:solidFill>
                  <a:srgbClr val="182F49"/>
                </a:solidFill>
                <a:latin typeface="Malgun Gothic"/>
                <a:ea typeface="Malgun Gothic"/>
                <a:cs typeface="Malgun Gothic"/>
              </a:defRPr>
            </a:lvl4pPr>
            <a:lvl5pPr algn="l">
              <a:defRPr sz="3150" b="1">
                <a:solidFill>
                  <a:srgbClr val="182F49"/>
                </a:solidFill>
                <a:latin typeface="Malgun Gothic"/>
                <a:ea typeface="Malgun Gothic"/>
                <a:cs typeface="Malgun Gothic"/>
              </a:defRPr>
            </a:lvl5pPr>
            <a:lvl6pPr algn="l">
              <a:defRPr sz="3150" b="1">
                <a:solidFill>
                  <a:srgbClr val="182F49"/>
                </a:solidFill>
                <a:latin typeface="Malgun Gothic"/>
                <a:ea typeface="Malgun Gothic"/>
                <a:cs typeface="Malgun Gothic"/>
              </a:defRPr>
            </a:lvl6pPr>
            <a:lvl7pPr algn="l">
              <a:defRPr sz="3150" b="1">
                <a:solidFill>
                  <a:srgbClr val="182F49"/>
                </a:solidFill>
                <a:latin typeface="Malgun Gothic"/>
                <a:ea typeface="Malgun Gothic"/>
                <a:cs typeface="Malgun Gothic"/>
              </a:defRPr>
            </a:lvl7pPr>
            <a:lvl8pPr algn="l">
              <a:defRPr sz="3150" b="1">
                <a:solidFill>
                  <a:srgbClr val="182F49"/>
                </a:solidFill>
                <a:latin typeface="Malgun Gothic"/>
                <a:ea typeface="Malgun Gothic"/>
                <a:cs typeface="Malgun Gothic"/>
              </a:defRPr>
            </a:lvl8pPr>
            <a:lvl9pPr algn="l">
              <a:defRPr sz="3150" b="1">
                <a:solidFill>
                  <a:srgbClr val="182F49"/>
                </a:solidFill>
                <a:latin typeface="Malgun Gothic"/>
                <a:ea typeface="Malgun Gothic"/>
                <a:cs typeface="Malgun Gothic"/>
              </a:defRPr>
            </a:lvl9pPr>
          </a:lstStyle>
          <a:p xmlns:a="http://schemas.openxmlformats.org/drawingml/2006/main">
            <a:pPr algn="l">
              <a:defRPr sz="3150" b="1">
                <a:solidFill>
                  <a:srgbClr val="182F49"/>
                </a:solidFill>
                <a:latin typeface="Malgun Gothic"/>
                <a:ea typeface="Malgun Gothic"/>
                <a:cs typeface="Malgun Gothic"/>
              </a:defRPr>
            </a:pPr>
            <a:r>
              <a:rPr sz="3150" b="1">
                <a:solidFill>
                  <a:srgbClr val="182F49"/>
                </a:solidFill>
                <a:latin typeface="Malgun Gothic"/>
                <a:ea typeface="Malgun Gothic"/>
                <a:cs typeface="Malgun Gothic"/>
              </a:rPr>
              <a:t>15개 과제의 재구성</a:t>
            </a:r>
          </a:p>
        </p:txBody>
      </p:sp>
      <p:sp>
        <p:nvSpPr>
          <p:cNvPr id="2" name="04">
            <a:extLst xmlns:a="http://schemas.openxmlformats.org/drawingml/2006/main">
              <a:ext uri="{FF2B5EF4-FFF2-40B4-BE49-F238E27FC236}">
                <a16:creationId xmlns:a16="http://schemas.microsoft.com/office/drawing/2014/main" id="{0178F303-E762-4DE8-AA14-185E89BFE162}"/>
              </a:ext>
            </a:extLst>
          </p:cNvPr>
          <p:cNvSpPr>
            <a:spLocks xmlns:a="http://schemas.openxmlformats.org/drawingml/2006/main" noGrp="1"/>
          </p:cNvSpPr>
          <p:nvPr/>
        </p:nvSpPr>
        <p:spPr>
          <a:xfrm xmlns:a="http://schemas.openxmlformats.org/drawingml/2006/main">
            <a:off x="11049000" y="5334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3788A"/>
                </a:solidFill>
                <a:latin typeface="Malgun Gothic"/>
                <a:ea typeface="Malgun Gothic"/>
                <a:cs typeface="Malgun Gothic"/>
              </a:defRPr>
            </a:defPPr>
            <a:lvl1pPr algn="r">
              <a:defRPr sz="1350" b="0">
                <a:solidFill>
                  <a:srgbClr val="63788A"/>
                </a:solidFill>
                <a:latin typeface="Malgun Gothic"/>
                <a:ea typeface="Malgun Gothic"/>
                <a:cs typeface="Malgun Gothic"/>
              </a:defRPr>
            </a:lvl1pPr>
            <a:lvl2pPr algn="r">
              <a:defRPr sz="1350" b="0">
                <a:solidFill>
                  <a:srgbClr val="63788A"/>
                </a:solidFill>
                <a:latin typeface="Malgun Gothic"/>
                <a:ea typeface="Malgun Gothic"/>
                <a:cs typeface="Malgun Gothic"/>
              </a:defRPr>
            </a:lvl2pPr>
            <a:lvl3pPr algn="r">
              <a:defRPr sz="1350" b="0">
                <a:solidFill>
                  <a:srgbClr val="63788A"/>
                </a:solidFill>
                <a:latin typeface="Malgun Gothic"/>
                <a:ea typeface="Malgun Gothic"/>
                <a:cs typeface="Malgun Gothic"/>
              </a:defRPr>
            </a:lvl3pPr>
            <a:lvl4pPr algn="r">
              <a:defRPr sz="1350" b="0">
                <a:solidFill>
                  <a:srgbClr val="63788A"/>
                </a:solidFill>
                <a:latin typeface="Malgun Gothic"/>
                <a:ea typeface="Malgun Gothic"/>
                <a:cs typeface="Malgun Gothic"/>
              </a:defRPr>
            </a:lvl4pPr>
            <a:lvl5pPr algn="r">
              <a:defRPr sz="1350" b="0">
                <a:solidFill>
                  <a:srgbClr val="63788A"/>
                </a:solidFill>
                <a:latin typeface="Malgun Gothic"/>
                <a:ea typeface="Malgun Gothic"/>
                <a:cs typeface="Malgun Gothic"/>
              </a:defRPr>
            </a:lvl5pPr>
            <a:lvl6pPr algn="r">
              <a:defRPr sz="1350" b="0">
                <a:solidFill>
                  <a:srgbClr val="63788A"/>
                </a:solidFill>
                <a:latin typeface="Malgun Gothic"/>
                <a:ea typeface="Malgun Gothic"/>
                <a:cs typeface="Malgun Gothic"/>
              </a:defRPr>
            </a:lvl6pPr>
            <a:lvl7pPr algn="r">
              <a:defRPr sz="1350" b="0">
                <a:solidFill>
                  <a:srgbClr val="63788A"/>
                </a:solidFill>
                <a:latin typeface="Malgun Gothic"/>
                <a:ea typeface="Malgun Gothic"/>
                <a:cs typeface="Malgun Gothic"/>
              </a:defRPr>
            </a:lvl7pPr>
            <a:lvl8pPr algn="r">
              <a:defRPr sz="1350" b="0">
                <a:solidFill>
                  <a:srgbClr val="63788A"/>
                </a:solidFill>
                <a:latin typeface="Malgun Gothic"/>
                <a:ea typeface="Malgun Gothic"/>
                <a:cs typeface="Malgun Gothic"/>
              </a:defRPr>
            </a:lvl8pPr>
            <a:lvl9pPr algn="r">
              <a:defRPr sz="1350" b="0">
                <a:solidFill>
                  <a:srgbClr val="63788A"/>
                </a:solidFill>
                <a:latin typeface="Malgun Gothic"/>
                <a:ea typeface="Malgun Gothic"/>
                <a:cs typeface="Malgun Gothic"/>
              </a:defRPr>
            </a:lvl9pPr>
          </a:lstStyle>
          <a:p xmlns:a="http://schemas.openxmlformats.org/drawingml/2006/main">
            <a:pPr algn="r">
              <a:defRPr sz="1350" b="0">
                <a:solidFill>
                  <a:srgbClr val="63788A"/>
                </a:solidFill>
                <a:latin typeface="Malgun Gothic"/>
                <a:ea typeface="Malgun Gothic"/>
                <a:cs typeface="Malgun Gothic"/>
              </a:defRPr>
            </a:pPr>
            <a:r>
              <a:rPr sz="1350" b="0">
                <a:solidFill>
                  <a:srgbClr val="63788A"/>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775F16E9-96FC-4562-9AC8-34DDFBA471B7}"/>
              </a:ext>
            </a:extLst>
          </p:cNvPr>
          <p:cNvSpPr>
            <a:spLocks xmlns:a="http://schemas.openxmlformats.org/drawingml/2006/main" noGrp="1"/>
          </p:cNvSpPr>
          <p:nvPr/>
        </p:nvSpPr>
        <p:spPr>
          <a:xfrm xmlns:a="http://schemas.openxmlformats.org/drawingml/2006/main">
            <a:off x="3905250" y="2495550"/>
            <a:ext cx="4381500" cy="0"/>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4" name="">
            <a:extLst xmlns:a="http://schemas.openxmlformats.org/drawingml/2006/main">
              <a:ext uri="{FF2B5EF4-FFF2-40B4-BE49-F238E27FC236}">
                <a16:creationId xmlns:a16="http://schemas.microsoft.com/office/drawing/2014/main" id="{E5A767EE-B300-4393-9F87-2E5D490F2337}"/>
              </a:ext>
            </a:extLst>
          </p:cNvPr>
          <p:cNvSpPr>
            <a:spLocks xmlns:a="http://schemas.openxmlformats.org/drawingml/2006/main" noGrp="1"/>
          </p:cNvSpPr>
          <p:nvPr/>
        </p:nvSpPr>
        <p:spPr>
          <a:xfrm xmlns:a="http://schemas.openxmlformats.org/drawingml/2006/main">
            <a:off x="3905250" y="4238625"/>
            <a:ext cx="4381500" cy="0"/>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5" name="">
            <a:extLst xmlns:a="http://schemas.openxmlformats.org/drawingml/2006/main">
              <a:ext uri="{FF2B5EF4-FFF2-40B4-BE49-F238E27FC236}">
                <a16:creationId xmlns:a16="http://schemas.microsoft.com/office/drawing/2014/main" id="{BEC9EE07-2509-4ACB-A67F-6D9B546D708F}"/>
              </a:ext>
            </a:extLst>
          </p:cNvPr>
          <p:cNvSpPr>
            <a:spLocks xmlns:a="http://schemas.openxmlformats.org/drawingml/2006/main" noGrp="1"/>
          </p:cNvSpPr>
          <p:nvPr/>
        </p:nvSpPr>
        <p:spPr>
          <a:xfrm xmlns:a="http://schemas.openxmlformats.org/drawingml/2006/main">
            <a:off x="3905250" y="2495550"/>
            <a:ext cx="0" cy="1743075"/>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6" name="">
            <a:extLst xmlns:a="http://schemas.openxmlformats.org/drawingml/2006/main">
              <a:ext uri="{FF2B5EF4-FFF2-40B4-BE49-F238E27FC236}">
                <a16:creationId xmlns:a16="http://schemas.microsoft.com/office/drawing/2014/main" id="{AF976776-9AA7-4E55-A2D3-65ED010C53F0}"/>
              </a:ext>
            </a:extLst>
          </p:cNvPr>
          <p:cNvSpPr>
            <a:spLocks xmlns:a="http://schemas.openxmlformats.org/drawingml/2006/main" noGrp="1"/>
          </p:cNvSpPr>
          <p:nvPr/>
        </p:nvSpPr>
        <p:spPr>
          <a:xfrm xmlns:a="http://schemas.openxmlformats.org/drawingml/2006/main">
            <a:off x="8286750" y="2495550"/>
            <a:ext cx="0" cy="1743075"/>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7" name="">
            <a:extLst xmlns:a="http://schemas.openxmlformats.org/drawingml/2006/main">
              <a:ext uri="{FF2B5EF4-FFF2-40B4-BE49-F238E27FC236}">
                <a16:creationId xmlns:a16="http://schemas.microsoft.com/office/drawing/2014/main" id="{CED46AA4-B488-4C8E-AC0F-9EAE780BB7B8}"/>
              </a:ext>
            </a:extLst>
          </p:cNvPr>
          <p:cNvSpPr>
            <a:spLocks xmlns:a="http://schemas.openxmlformats.org/drawingml/2006/main" noGrp="1"/>
          </p:cNvSpPr>
          <p:nvPr/>
        </p:nvSpPr>
        <p:spPr>
          <a:xfrm xmlns:a="http://schemas.openxmlformats.org/drawingml/2006/main">
            <a:off x="4476750" y="2047875"/>
            <a:ext cx="3238500" cy="2762250"/>
          </a:xfrm>
          <a:prstGeom xmlns:a="http://schemas.openxmlformats.org/drawingml/2006/main" prst="ellipse">
            <a:avLst/>
          </a:prstGeom>
          <a:solidFill xmlns:a="http://schemas.openxmlformats.org/drawingml/2006/main">
            <a:srgbClr val="182F49"/>
          </a:solidFill>
          <a:ln xmlns:a="http://schemas.openxmlformats.org/drawingml/2006/main" w="0">
            <a:noFill/>
          </a:ln>
        </p:spPr>
      </p:sp>
      <p:sp>
        <p:nvSpPr>
          <p:cNvPr id="8" name="비전">
            <a:extLst xmlns:a="http://schemas.openxmlformats.org/drawingml/2006/main">
              <a:ext uri="{FF2B5EF4-FFF2-40B4-BE49-F238E27FC236}">
                <a16:creationId xmlns:a16="http://schemas.microsoft.com/office/drawing/2014/main" id="{C51E3297-2603-4BA2-809E-97BBC6135B36}"/>
              </a:ext>
            </a:extLst>
          </p:cNvPr>
          <p:cNvSpPr>
            <a:spLocks xmlns:a="http://schemas.openxmlformats.org/drawingml/2006/main" noGrp="1"/>
          </p:cNvSpPr>
          <p:nvPr/>
        </p:nvSpPr>
        <p:spPr>
          <a:xfrm xmlns:a="http://schemas.openxmlformats.org/drawingml/2006/main">
            <a:off x="4857750" y="240030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650" b="0">
                <a:solidFill>
                  <a:srgbClr val="C9EAE5"/>
                </a:solidFill>
                <a:latin typeface="Malgun Gothic"/>
                <a:ea typeface="Malgun Gothic"/>
                <a:cs typeface="Malgun Gothic"/>
              </a:defRPr>
            </a:defPPr>
            <a:lvl1pPr algn="ctr">
              <a:defRPr sz="1650" b="0">
                <a:solidFill>
                  <a:srgbClr val="C9EAE5"/>
                </a:solidFill>
                <a:latin typeface="Malgun Gothic"/>
                <a:ea typeface="Malgun Gothic"/>
                <a:cs typeface="Malgun Gothic"/>
              </a:defRPr>
            </a:lvl1pPr>
            <a:lvl2pPr algn="ctr">
              <a:defRPr sz="1650" b="0">
                <a:solidFill>
                  <a:srgbClr val="C9EAE5"/>
                </a:solidFill>
                <a:latin typeface="Malgun Gothic"/>
                <a:ea typeface="Malgun Gothic"/>
                <a:cs typeface="Malgun Gothic"/>
              </a:defRPr>
            </a:lvl2pPr>
            <a:lvl3pPr algn="ctr">
              <a:defRPr sz="1650" b="0">
                <a:solidFill>
                  <a:srgbClr val="C9EAE5"/>
                </a:solidFill>
                <a:latin typeface="Malgun Gothic"/>
                <a:ea typeface="Malgun Gothic"/>
                <a:cs typeface="Malgun Gothic"/>
              </a:defRPr>
            </a:lvl3pPr>
            <a:lvl4pPr algn="ctr">
              <a:defRPr sz="1650" b="0">
                <a:solidFill>
                  <a:srgbClr val="C9EAE5"/>
                </a:solidFill>
                <a:latin typeface="Malgun Gothic"/>
                <a:ea typeface="Malgun Gothic"/>
                <a:cs typeface="Malgun Gothic"/>
              </a:defRPr>
            </a:lvl4pPr>
            <a:lvl5pPr algn="ctr">
              <a:defRPr sz="1650" b="0">
                <a:solidFill>
                  <a:srgbClr val="C9EAE5"/>
                </a:solidFill>
                <a:latin typeface="Malgun Gothic"/>
                <a:ea typeface="Malgun Gothic"/>
                <a:cs typeface="Malgun Gothic"/>
              </a:defRPr>
            </a:lvl5pPr>
            <a:lvl6pPr algn="ctr">
              <a:defRPr sz="1650" b="0">
                <a:solidFill>
                  <a:srgbClr val="C9EAE5"/>
                </a:solidFill>
                <a:latin typeface="Malgun Gothic"/>
                <a:ea typeface="Malgun Gothic"/>
                <a:cs typeface="Malgun Gothic"/>
              </a:defRPr>
            </a:lvl6pPr>
            <a:lvl7pPr algn="ctr">
              <a:defRPr sz="1650" b="0">
                <a:solidFill>
                  <a:srgbClr val="C9EAE5"/>
                </a:solidFill>
                <a:latin typeface="Malgun Gothic"/>
                <a:ea typeface="Malgun Gothic"/>
                <a:cs typeface="Malgun Gothic"/>
              </a:defRPr>
            </a:lvl7pPr>
            <a:lvl8pPr algn="ctr">
              <a:defRPr sz="1650" b="0">
                <a:solidFill>
                  <a:srgbClr val="C9EAE5"/>
                </a:solidFill>
                <a:latin typeface="Malgun Gothic"/>
                <a:ea typeface="Malgun Gothic"/>
                <a:cs typeface="Malgun Gothic"/>
              </a:defRPr>
            </a:lvl8pPr>
            <a:lvl9pPr algn="ctr">
              <a:defRPr sz="1650" b="0">
                <a:solidFill>
                  <a:srgbClr val="C9EAE5"/>
                </a:solidFill>
                <a:latin typeface="Malgun Gothic"/>
                <a:ea typeface="Malgun Gothic"/>
                <a:cs typeface="Malgun Gothic"/>
              </a:defRPr>
            </a:lvl9pPr>
          </a:lstStyle>
          <a:p xmlns:a="http://schemas.openxmlformats.org/drawingml/2006/main">
            <a:pPr algn="ctr">
              <a:defRPr sz="1650" b="0">
                <a:solidFill>
                  <a:srgbClr val="C9EAE5"/>
                </a:solidFill>
                <a:latin typeface="Malgun Gothic"/>
                <a:ea typeface="Malgun Gothic"/>
                <a:cs typeface="Malgun Gothic"/>
              </a:defRPr>
            </a:pPr>
            <a:r>
              <a:rPr sz="1650" b="0">
                <a:solidFill>
                  <a:srgbClr val="C9EAE5"/>
                </a:solidFill>
                <a:latin typeface="Malgun Gothic"/>
                <a:ea typeface="Malgun Gothic"/>
                <a:cs typeface="Malgun Gothic"/>
              </a:rPr>
              <a:t>비전</a:t>
            </a:r>
          </a:p>
        </p:txBody>
      </p:sp>
      <p:sp>
        <p:nvSpPr>
          <p:cNvPr id="9" name="AI Native 정부">
            <a:extLst xmlns:a="http://schemas.openxmlformats.org/drawingml/2006/main">
              <a:ext uri="{FF2B5EF4-FFF2-40B4-BE49-F238E27FC236}">
                <a16:creationId xmlns:a16="http://schemas.microsoft.com/office/drawing/2014/main" id="{4143C11E-7298-4382-AD7C-D2021CE29472}"/>
              </a:ext>
            </a:extLst>
          </p:cNvPr>
          <p:cNvSpPr>
            <a:spLocks xmlns:a="http://schemas.openxmlformats.org/drawingml/2006/main" noGrp="1"/>
          </p:cNvSpPr>
          <p:nvPr/>
        </p:nvSpPr>
        <p:spPr>
          <a:xfrm xmlns:a="http://schemas.openxmlformats.org/drawingml/2006/main">
            <a:off x="4762500" y="2857500"/>
            <a:ext cx="2667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3675" b="1">
                <a:solidFill>
                  <a:srgbClr val="FFFFFF"/>
                </a:solidFill>
                <a:latin typeface="Malgun Gothic"/>
                <a:ea typeface="Malgun Gothic"/>
                <a:cs typeface="Malgun Gothic"/>
              </a:defRPr>
            </a:defPPr>
            <a:lvl1pPr algn="ctr">
              <a:defRPr sz="3675" b="1">
                <a:solidFill>
                  <a:srgbClr val="FFFFFF"/>
                </a:solidFill>
                <a:latin typeface="Malgun Gothic"/>
                <a:ea typeface="Malgun Gothic"/>
                <a:cs typeface="Malgun Gothic"/>
              </a:defRPr>
            </a:lvl1pPr>
            <a:lvl2pPr algn="ctr">
              <a:defRPr sz="3675" b="1">
                <a:solidFill>
                  <a:srgbClr val="FFFFFF"/>
                </a:solidFill>
                <a:latin typeface="Malgun Gothic"/>
                <a:ea typeface="Malgun Gothic"/>
                <a:cs typeface="Malgun Gothic"/>
              </a:defRPr>
            </a:lvl2pPr>
            <a:lvl3pPr algn="ctr">
              <a:defRPr sz="3675" b="1">
                <a:solidFill>
                  <a:srgbClr val="FFFFFF"/>
                </a:solidFill>
                <a:latin typeface="Malgun Gothic"/>
                <a:ea typeface="Malgun Gothic"/>
                <a:cs typeface="Malgun Gothic"/>
              </a:defRPr>
            </a:lvl3pPr>
            <a:lvl4pPr algn="ctr">
              <a:defRPr sz="3675" b="1">
                <a:solidFill>
                  <a:srgbClr val="FFFFFF"/>
                </a:solidFill>
                <a:latin typeface="Malgun Gothic"/>
                <a:ea typeface="Malgun Gothic"/>
                <a:cs typeface="Malgun Gothic"/>
              </a:defRPr>
            </a:lvl4pPr>
            <a:lvl5pPr algn="ctr">
              <a:defRPr sz="3675" b="1">
                <a:solidFill>
                  <a:srgbClr val="FFFFFF"/>
                </a:solidFill>
                <a:latin typeface="Malgun Gothic"/>
                <a:ea typeface="Malgun Gothic"/>
                <a:cs typeface="Malgun Gothic"/>
              </a:defRPr>
            </a:lvl5pPr>
            <a:lvl6pPr algn="ctr">
              <a:defRPr sz="3675" b="1">
                <a:solidFill>
                  <a:srgbClr val="FFFFFF"/>
                </a:solidFill>
                <a:latin typeface="Malgun Gothic"/>
                <a:ea typeface="Malgun Gothic"/>
                <a:cs typeface="Malgun Gothic"/>
              </a:defRPr>
            </a:lvl6pPr>
            <a:lvl7pPr algn="ctr">
              <a:defRPr sz="3675" b="1">
                <a:solidFill>
                  <a:srgbClr val="FFFFFF"/>
                </a:solidFill>
                <a:latin typeface="Malgun Gothic"/>
                <a:ea typeface="Malgun Gothic"/>
                <a:cs typeface="Malgun Gothic"/>
              </a:defRPr>
            </a:lvl7pPr>
            <a:lvl8pPr algn="ctr">
              <a:defRPr sz="3675" b="1">
                <a:solidFill>
                  <a:srgbClr val="FFFFFF"/>
                </a:solidFill>
                <a:latin typeface="Malgun Gothic"/>
                <a:ea typeface="Malgun Gothic"/>
                <a:cs typeface="Malgun Gothic"/>
              </a:defRPr>
            </a:lvl8pPr>
            <a:lvl9pPr algn="ctr">
              <a:defRPr sz="3675" b="1">
                <a:solidFill>
                  <a:srgbClr val="FFFFFF"/>
                </a:solidFill>
                <a:latin typeface="Malgun Gothic"/>
                <a:ea typeface="Malgun Gothic"/>
                <a:cs typeface="Malgun Gothic"/>
              </a:defRPr>
            </a:lvl9pPr>
          </a:lstStyle>
          <a:p xmlns:a="http://schemas.openxmlformats.org/drawingml/2006/main">
            <a:pPr algn="ctr">
              <a:defRPr sz="3675" b="1">
                <a:solidFill>
                  <a:srgbClr val="FFFFFF"/>
                </a:solidFill>
                <a:latin typeface="Malgun Gothic"/>
                <a:ea typeface="Malgun Gothic"/>
                <a:cs typeface="Malgun Gothic"/>
              </a:defRPr>
            </a:pPr>
            <a:r>
              <a:rPr sz="3675" b="1">
                <a:solidFill>
                  <a:srgbClr val="FFFFFF"/>
                </a:solidFill>
                <a:latin typeface="Malgun Gothic"/>
                <a:ea typeface="Malgun Gothic"/>
                <a:cs typeface="Malgun Gothic"/>
              </a:rPr>
              <a:t>AI Native</a:t>
            </a:r>
          </a:p>
          <a:p xmlns:a="http://schemas.openxmlformats.org/drawingml/2006/main">
            <a:pPr algn="ctr">
              <a:defRPr sz="3675" b="1">
                <a:solidFill>
                  <a:srgbClr val="FFFFFF"/>
                </a:solidFill>
                <a:latin typeface="Malgun Gothic"/>
                <a:ea typeface="Malgun Gothic"/>
                <a:cs typeface="Malgun Gothic"/>
              </a:defRPr>
            </a:pPr>
            <a:r>
              <a:rPr sz="3675" b="1">
                <a:solidFill>
                  <a:srgbClr val="FFFFFF"/>
                </a:solidFill>
                <a:latin typeface="Malgun Gothic"/>
                <a:ea typeface="Malgun Gothic"/>
                <a:cs typeface="Malgun Gothic"/>
              </a:rPr>
              <a:t>정부</a:t>
            </a:r>
          </a:p>
        </p:txBody>
      </p:sp>
      <p:sp>
        <p:nvSpPr>
          <p:cNvPr id="10" name="세계 최고 수준">
            <a:extLst xmlns:a="http://schemas.openxmlformats.org/drawingml/2006/main">
              <a:ext uri="{FF2B5EF4-FFF2-40B4-BE49-F238E27FC236}">
                <a16:creationId xmlns:a16="http://schemas.microsoft.com/office/drawing/2014/main" id="{96DB3CF2-CA20-4F6D-9AD6-31E107603F7F}"/>
              </a:ext>
            </a:extLst>
          </p:cNvPr>
          <p:cNvSpPr>
            <a:spLocks xmlns:a="http://schemas.openxmlformats.org/drawingml/2006/main" noGrp="1"/>
          </p:cNvSpPr>
          <p:nvPr/>
        </p:nvSpPr>
        <p:spPr>
          <a:xfrm xmlns:a="http://schemas.openxmlformats.org/drawingml/2006/main">
            <a:off x="4857750" y="41814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725" b="0">
                <a:solidFill>
                  <a:srgbClr val="C9EAE5"/>
                </a:solidFill>
                <a:latin typeface="Malgun Gothic"/>
                <a:ea typeface="Malgun Gothic"/>
                <a:cs typeface="Malgun Gothic"/>
              </a:defRPr>
            </a:defPPr>
            <a:lvl1pPr algn="ctr">
              <a:defRPr sz="1725" b="0">
                <a:solidFill>
                  <a:srgbClr val="C9EAE5"/>
                </a:solidFill>
                <a:latin typeface="Malgun Gothic"/>
                <a:ea typeface="Malgun Gothic"/>
                <a:cs typeface="Malgun Gothic"/>
              </a:defRPr>
            </a:lvl1pPr>
            <a:lvl2pPr algn="ctr">
              <a:defRPr sz="1725" b="0">
                <a:solidFill>
                  <a:srgbClr val="C9EAE5"/>
                </a:solidFill>
                <a:latin typeface="Malgun Gothic"/>
                <a:ea typeface="Malgun Gothic"/>
                <a:cs typeface="Malgun Gothic"/>
              </a:defRPr>
            </a:lvl2pPr>
            <a:lvl3pPr algn="ctr">
              <a:defRPr sz="1725" b="0">
                <a:solidFill>
                  <a:srgbClr val="C9EAE5"/>
                </a:solidFill>
                <a:latin typeface="Malgun Gothic"/>
                <a:ea typeface="Malgun Gothic"/>
                <a:cs typeface="Malgun Gothic"/>
              </a:defRPr>
            </a:lvl3pPr>
            <a:lvl4pPr algn="ctr">
              <a:defRPr sz="1725" b="0">
                <a:solidFill>
                  <a:srgbClr val="C9EAE5"/>
                </a:solidFill>
                <a:latin typeface="Malgun Gothic"/>
                <a:ea typeface="Malgun Gothic"/>
                <a:cs typeface="Malgun Gothic"/>
              </a:defRPr>
            </a:lvl4pPr>
            <a:lvl5pPr algn="ctr">
              <a:defRPr sz="1725" b="0">
                <a:solidFill>
                  <a:srgbClr val="C9EAE5"/>
                </a:solidFill>
                <a:latin typeface="Malgun Gothic"/>
                <a:ea typeface="Malgun Gothic"/>
                <a:cs typeface="Malgun Gothic"/>
              </a:defRPr>
            </a:lvl5pPr>
            <a:lvl6pPr algn="ctr">
              <a:defRPr sz="1725" b="0">
                <a:solidFill>
                  <a:srgbClr val="C9EAE5"/>
                </a:solidFill>
                <a:latin typeface="Malgun Gothic"/>
                <a:ea typeface="Malgun Gothic"/>
                <a:cs typeface="Malgun Gothic"/>
              </a:defRPr>
            </a:lvl6pPr>
            <a:lvl7pPr algn="ctr">
              <a:defRPr sz="1725" b="0">
                <a:solidFill>
                  <a:srgbClr val="C9EAE5"/>
                </a:solidFill>
                <a:latin typeface="Malgun Gothic"/>
                <a:ea typeface="Malgun Gothic"/>
                <a:cs typeface="Malgun Gothic"/>
              </a:defRPr>
            </a:lvl7pPr>
            <a:lvl8pPr algn="ctr">
              <a:defRPr sz="1725" b="0">
                <a:solidFill>
                  <a:srgbClr val="C9EAE5"/>
                </a:solidFill>
                <a:latin typeface="Malgun Gothic"/>
                <a:ea typeface="Malgun Gothic"/>
                <a:cs typeface="Malgun Gothic"/>
              </a:defRPr>
            </a:lvl8pPr>
            <a:lvl9pPr algn="ctr">
              <a:defRPr sz="1725" b="0">
                <a:solidFill>
                  <a:srgbClr val="C9EAE5"/>
                </a:solidFill>
                <a:latin typeface="Malgun Gothic"/>
                <a:ea typeface="Malgun Gothic"/>
                <a:cs typeface="Malgun Gothic"/>
              </a:defRPr>
            </a:lvl9pPr>
          </a:lstStyle>
          <a:p xmlns:a="http://schemas.openxmlformats.org/drawingml/2006/main">
            <a:pPr algn="ctr">
              <a:defRPr sz="1725" b="0">
                <a:solidFill>
                  <a:srgbClr val="C9EAE5"/>
                </a:solidFill>
                <a:latin typeface="Malgun Gothic"/>
                <a:ea typeface="Malgun Gothic"/>
                <a:cs typeface="Malgun Gothic"/>
              </a:defRPr>
            </a:pPr>
            <a:r>
              <a:rPr sz="1725" b="0">
                <a:solidFill>
                  <a:srgbClr val="C9EAE5"/>
                </a:solidFill>
                <a:latin typeface="Malgun Gothic"/>
                <a:ea typeface="Malgun Gothic"/>
                <a:cs typeface="Malgun Gothic"/>
              </a:rPr>
              <a:t>세계 최고 수준</a:t>
            </a:r>
          </a:p>
        </p:txBody>
      </p:sp>
      <p:sp>
        <p:nvSpPr>
          <p:cNvPr id="11" name="">
            <a:extLst xmlns:a="http://schemas.openxmlformats.org/drawingml/2006/main">
              <a:ext uri="{FF2B5EF4-FFF2-40B4-BE49-F238E27FC236}">
                <a16:creationId xmlns:a16="http://schemas.microsoft.com/office/drawing/2014/main" id="{1DD9FA28-6458-476A-9342-B6BD6E684430}"/>
              </a:ext>
            </a:extLst>
          </p:cNvPr>
          <p:cNvSpPr>
            <a:spLocks xmlns:a="http://schemas.openxmlformats.org/drawingml/2006/main" noGrp="1"/>
          </p:cNvSpPr>
          <p:nvPr/>
        </p:nvSpPr>
        <p:spPr>
          <a:xfrm xmlns:a="http://schemas.openxmlformats.org/drawingml/2006/main">
            <a:off x="609600" y="1552575"/>
            <a:ext cx="457200" cy="457200"/>
          </a:xfrm>
          <a:prstGeom xmlns:a="http://schemas.openxmlformats.org/drawingml/2006/main" prst="ellipse">
            <a:avLst/>
          </a:prstGeom>
          <a:solidFill xmlns:a="http://schemas.openxmlformats.org/drawingml/2006/main">
            <a:srgbClr val="C9EAE5"/>
          </a:solidFill>
          <a:ln xmlns:a="http://schemas.openxmlformats.org/drawingml/2006/main" w="0">
            <a:noFill/>
          </a:ln>
        </p:spPr>
      </p:sp>
      <p:sp>
        <p:nvSpPr>
          <p:cNvPr id="12" name="1">
            <a:extLst xmlns:a="http://schemas.openxmlformats.org/drawingml/2006/main">
              <a:ext uri="{FF2B5EF4-FFF2-40B4-BE49-F238E27FC236}">
                <a16:creationId xmlns:a16="http://schemas.microsoft.com/office/drawing/2014/main" id="{DB2C2FF4-BE10-4805-AC0D-891D521AA063}"/>
              </a:ext>
            </a:extLst>
          </p:cNvPr>
          <p:cNvSpPr>
            <a:spLocks xmlns:a="http://schemas.openxmlformats.org/drawingml/2006/main" noGrp="1"/>
          </p:cNvSpPr>
          <p:nvPr/>
        </p:nvSpPr>
        <p:spPr>
          <a:xfrm xmlns:a="http://schemas.openxmlformats.org/drawingml/2006/main">
            <a:off x="609600" y="15525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82F49"/>
                </a:solidFill>
                <a:latin typeface="Malgun Gothic"/>
                <a:ea typeface="Malgun Gothic"/>
                <a:cs typeface="Malgun Gothic"/>
              </a:defRPr>
            </a:defPPr>
            <a:lvl1pPr algn="ctr">
              <a:defRPr sz="2025" b="1">
                <a:solidFill>
                  <a:srgbClr val="182F49"/>
                </a:solidFill>
                <a:latin typeface="Malgun Gothic"/>
                <a:ea typeface="Malgun Gothic"/>
                <a:cs typeface="Malgun Gothic"/>
              </a:defRPr>
            </a:lvl1pPr>
            <a:lvl2pPr algn="ctr">
              <a:defRPr sz="2025" b="1">
                <a:solidFill>
                  <a:srgbClr val="182F49"/>
                </a:solidFill>
                <a:latin typeface="Malgun Gothic"/>
                <a:ea typeface="Malgun Gothic"/>
                <a:cs typeface="Malgun Gothic"/>
              </a:defRPr>
            </a:lvl2pPr>
            <a:lvl3pPr algn="ctr">
              <a:defRPr sz="2025" b="1">
                <a:solidFill>
                  <a:srgbClr val="182F49"/>
                </a:solidFill>
                <a:latin typeface="Malgun Gothic"/>
                <a:ea typeface="Malgun Gothic"/>
                <a:cs typeface="Malgun Gothic"/>
              </a:defRPr>
            </a:lvl3pPr>
            <a:lvl4pPr algn="ctr">
              <a:defRPr sz="2025" b="1">
                <a:solidFill>
                  <a:srgbClr val="182F49"/>
                </a:solidFill>
                <a:latin typeface="Malgun Gothic"/>
                <a:ea typeface="Malgun Gothic"/>
                <a:cs typeface="Malgun Gothic"/>
              </a:defRPr>
            </a:lvl4pPr>
            <a:lvl5pPr algn="ctr">
              <a:defRPr sz="2025" b="1">
                <a:solidFill>
                  <a:srgbClr val="182F49"/>
                </a:solidFill>
                <a:latin typeface="Malgun Gothic"/>
                <a:ea typeface="Malgun Gothic"/>
                <a:cs typeface="Malgun Gothic"/>
              </a:defRPr>
            </a:lvl5pPr>
            <a:lvl6pPr algn="ctr">
              <a:defRPr sz="2025" b="1">
                <a:solidFill>
                  <a:srgbClr val="182F49"/>
                </a:solidFill>
                <a:latin typeface="Malgun Gothic"/>
                <a:ea typeface="Malgun Gothic"/>
                <a:cs typeface="Malgun Gothic"/>
              </a:defRPr>
            </a:lvl6pPr>
            <a:lvl7pPr algn="ctr">
              <a:defRPr sz="2025" b="1">
                <a:solidFill>
                  <a:srgbClr val="182F49"/>
                </a:solidFill>
                <a:latin typeface="Malgun Gothic"/>
                <a:ea typeface="Malgun Gothic"/>
                <a:cs typeface="Malgun Gothic"/>
              </a:defRPr>
            </a:lvl7pPr>
            <a:lvl8pPr algn="ctr">
              <a:defRPr sz="2025" b="1">
                <a:solidFill>
                  <a:srgbClr val="182F49"/>
                </a:solidFill>
                <a:latin typeface="Malgun Gothic"/>
                <a:ea typeface="Malgun Gothic"/>
                <a:cs typeface="Malgun Gothic"/>
              </a:defRPr>
            </a:lvl8pPr>
            <a:lvl9pPr algn="ctr">
              <a:defRPr sz="2025" b="1">
                <a:solidFill>
                  <a:srgbClr val="182F49"/>
                </a:solidFill>
                <a:latin typeface="Malgun Gothic"/>
                <a:ea typeface="Malgun Gothic"/>
                <a:cs typeface="Malgun Gothic"/>
              </a:defRPr>
            </a:lvl9pPr>
          </a:lstStyle>
          <a:p xmlns:a="http://schemas.openxmlformats.org/drawingml/2006/main">
            <a:pPr algn="ctr">
              <a:defRPr sz="2025" b="1">
                <a:solidFill>
                  <a:srgbClr val="182F49"/>
                </a:solidFill>
                <a:latin typeface="Malgun Gothic"/>
                <a:ea typeface="Malgun Gothic"/>
                <a:cs typeface="Malgun Gothic"/>
              </a:defRPr>
            </a:pPr>
            <a:r>
              <a:rPr sz="2025" b="1">
                <a:solidFill>
                  <a:srgbClr val="182F49"/>
                </a:solidFill>
                <a:latin typeface="Malgun Gothic"/>
                <a:ea typeface="Malgun Gothic"/>
                <a:cs typeface="Malgun Gothic"/>
              </a:rPr>
              <a:t>1</a:t>
            </a:r>
          </a:p>
        </p:txBody>
      </p:sp>
      <p:sp>
        <p:nvSpPr>
          <p:cNvPr id="13" name="행정업무 혁신">
            <a:extLst xmlns:a="http://schemas.openxmlformats.org/drawingml/2006/main">
              <a:ext uri="{FF2B5EF4-FFF2-40B4-BE49-F238E27FC236}">
                <a16:creationId xmlns:a16="http://schemas.microsoft.com/office/drawing/2014/main" id="{B8A6F71A-CEFE-4A8B-A5B5-CB542D942688}"/>
              </a:ext>
            </a:extLst>
          </p:cNvPr>
          <p:cNvSpPr>
            <a:spLocks xmlns:a="http://schemas.openxmlformats.org/drawingml/2006/main" noGrp="1"/>
          </p:cNvSpPr>
          <p:nvPr/>
        </p:nvSpPr>
        <p:spPr>
          <a:xfrm xmlns:a="http://schemas.openxmlformats.org/drawingml/2006/main">
            <a:off x="1190625" y="158115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행정업무 혁신</a:t>
            </a:r>
          </a:p>
        </p:txBody>
      </p:sp>
      <p:sp>
        <p:nvSpPr>
          <p:cNvPr id="14" name="① AI-Native 협업">
            <a:extLst xmlns:a="http://schemas.openxmlformats.org/drawingml/2006/main">
              <a:ext uri="{FF2B5EF4-FFF2-40B4-BE49-F238E27FC236}">
                <a16:creationId xmlns:a16="http://schemas.microsoft.com/office/drawing/2014/main" id="{E4410416-DD84-4CD8-A959-365E3EC58AD4}"/>
              </a:ext>
            </a:extLst>
          </p:cNvPr>
          <p:cNvSpPr>
            <a:spLocks xmlns:a="http://schemas.openxmlformats.org/drawingml/2006/main" noGrp="1"/>
          </p:cNvSpPr>
          <p:nvPr/>
        </p:nvSpPr>
        <p:spPr>
          <a:xfrm xmlns:a="http://schemas.openxmlformats.org/drawingml/2006/main">
            <a:off x="609600" y="220980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① AI-Native 협업</a:t>
            </a:r>
          </a:p>
        </p:txBody>
      </p:sp>
      <p:sp>
        <p:nvSpPr>
          <p:cNvPr id="15" name="② AI 업무관리">
            <a:extLst xmlns:a="http://schemas.openxmlformats.org/drawingml/2006/main">
              <a:ext uri="{FF2B5EF4-FFF2-40B4-BE49-F238E27FC236}">
                <a16:creationId xmlns:a16="http://schemas.microsoft.com/office/drawing/2014/main" id="{D325F79C-17C4-4560-BF11-00A9315D1C43}"/>
              </a:ext>
            </a:extLst>
          </p:cNvPr>
          <p:cNvSpPr>
            <a:spLocks xmlns:a="http://schemas.openxmlformats.org/drawingml/2006/main" noGrp="1"/>
          </p:cNvSpPr>
          <p:nvPr/>
        </p:nvSpPr>
        <p:spPr>
          <a:xfrm xmlns:a="http://schemas.openxmlformats.org/drawingml/2006/main">
            <a:off x="609600" y="256222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② AI 업무관리</a:t>
            </a:r>
          </a:p>
        </p:txBody>
      </p:sp>
      <p:sp>
        <p:nvSpPr>
          <p:cNvPr id="16" name="④ 공공 AI 인재">
            <a:extLst xmlns:a="http://schemas.openxmlformats.org/drawingml/2006/main">
              <a:ext uri="{FF2B5EF4-FFF2-40B4-BE49-F238E27FC236}">
                <a16:creationId xmlns:a16="http://schemas.microsoft.com/office/drawing/2014/main" id="{2CCD9091-7D6E-4BEC-81E7-91E30BA74607}"/>
              </a:ext>
            </a:extLst>
          </p:cNvPr>
          <p:cNvSpPr>
            <a:spLocks xmlns:a="http://schemas.openxmlformats.org/drawingml/2006/main" noGrp="1"/>
          </p:cNvSpPr>
          <p:nvPr/>
        </p:nvSpPr>
        <p:spPr>
          <a:xfrm xmlns:a="http://schemas.openxmlformats.org/drawingml/2006/main">
            <a:off x="609600" y="291465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④ 공공 AI 인재</a:t>
            </a:r>
          </a:p>
        </p:txBody>
      </p:sp>
      <p:sp>
        <p:nvSpPr>
          <p:cNvPr id="17" name="">
            <a:extLst xmlns:a="http://schemas.openxmlformats.org/drawingml/2006/main">
              <a:ext uri="{FF2B5EF4-FFF2-40B4-BE49-F238E27FC236}">
                <a16:creationId xmlns:a16="http://schemas.microsoft.com/office/drawing/2014/main" id="{36463A3B-5E93-4CCA-A67F-E9FB6BEAA11D}"/>
              </a:ext>
            </a:extLst>
          </p:cNvPr>
          <p:cNvSpPr>
            <a:spLocks xmlns:a="http://schemas.openxmlformats.org/drawingml/2006/main" noGrp="1"/>
          </p:cNvSpPr>
          <p:nvPr/>
        </p:nvSpPr>
        <p:spPr>
          <a:xfrm xmlns:a="http://schemas.openxmlformats.org/drawingml/2006/main">
            <a:off x="8572500" y="1552575"/>
            <a:ext cx="457200" cy="457200"/>
          </a:xfrm>
          <a:prstGeom xmlns:a="http://schemas.openxmlformats.org/drawingml/2006/main" prst="ellipse">
            <a:avLst/>
          </a:prstGeom>
          <a:solidFill xmlns:a="http://schemas.openxmlformats.org/drawingml/2006/main">
            <a:srgbClr val="C9EAE5"/>
          </a:solidFill>
          <a:ln xmlns:a="http://schemas.openxmlformats.org/drawingml/2006/main" w="0">
            <a:noFill/>
          </a:ln>
        </p:spPr>
      </p:sp>
      <p:sp>
        <p:nvSpPr>
          <p:cNvPr id="18" name="2">
            <a:extLst xmlns:a="http://schemas.openxmlformats.org/drawingml/2006/main">
              <a:ext uri="{FF2B5EF4-FFF2-40B4-BE49-F238E27FC236}">
                <a16:creationId xmlns:a16="http://schemas.microsoft.com/office/drawing/2014/main" id="{E0216E60-DFDB-4311-9B34-FA2604C9430A}"/>
              </a:ext>
            </a:extLst>
          </p:cNvPr>
          <p:cNvSpPr>
            <a:spLocks xmlns:a="http://schemas.openxmlformats.org/drawingml/2006/main" noGrp="1"/>
          </p:cNvSpPr>
          <p:nvPr/>
        </p:nvSpPr>
        <p:spPr>
          <a:xfrm xmlns:a="http://schemas.openxmlformats.org/drawingml/2006/main">
            <a:off x="8572500" y="15525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82F49"/>
                </a:solidFill>
                <a:latin typeface="Malgun Gothic"/>
                <a:ea typeface="Malgun Gothic"/>
                <a:cs typeface="Malgun Gothic"/>
              </a:defRPr>
            </a:defPPr>
            <a:lvl1pPr algn="ctr">
              <a:defRPr sz="2025" b="1">
                <a:solidFill>
                  <a:srgbClr val="182F49"/>
                </a:solidFill>
                <a:latin typeface="Malgun Gothic"/>
                <a:ea typeface="Malgun Gothic"/>
                <a:cs typeface="Malgun Gothic"/>
              </a:defRPr>
            </a:lvl1pPr>
            <a:lvl2pPr algn="ctr">
              <a:defRPr sz="2025" b="1">
                <a:solidFill>
                  <a:srgbClr val="182F49"/>
                </a:solidFill>
                <a:latin typeface="Malgun Gothic"/>
                <a:ea typeface="Malgun Gothic"/>
                <a:cs typeface="Malgun Gothic"/>
              </a:defRPr>
            </a:lvl2pPr>
            <a:lvl3pPr algn="ctr">
              <a:defRPr sz="2025" b="1">
                <a:solidFill>
                  <a:srgbClr val="182F49"/>
                </a:solidFill>
                <a:latin typeface="Malgun Gothic"/>
                <a:ea typeface="Malgun Gothic"/>
                <a:cs typeface="Malgun Gothic"/>
              </a:defRPr>
            </a:lvl3pPr>
            <a:lvl4pPr algn="ctr">
              <a:defRPr sz="2025" b="1">
                <a:solidFill>
                  <a:srgbClr val="182F49"/>
                </a:solidFill>
                <a:latin typeface="Malgun Gothic"/>
                <a:ea typeface="Malgun Gothic"/>
                <a:cs typeface="Malgun Gothic"/>
              </a:defRPr>
            </a:lvl4pPr>
            <a:lvl5pPr algn="ctr">
              <a:defRPr sz="2025" b="1">
                <a:solidFill>
                  <a:srgbClr val="182F49"/>
                </a:solidFill>
                <a:latin typeface="Malgun Gothic"/>
                <a:ea typeface="Malgun Gothic"/>
                <a:cs typeface="Malgun Gothic"/>
              </a:defRPr>
            </a:lvl5pPr>
            <a:lvl6pPr algn="ctr">
              <a:defRPr sz="2025" b="1">
                <a:solidFill>
                  <a:srgbClr val="182F49"/>
                </a:solidFill>
                <a:latin typeface="Malgun Gothic"/>
                <a:ea typeface="Malgun Gothic"/>
                <a:cs typeface="Malgun Gothic"/>
              </a:defRPr>
            </a:lvl6pPr>
            <a:lvl7pPr algn="ctr">
              <a:defRPr sz="2025" b="1">
                <a:solidFill>
                  <a:srgbClr val="182F49"/>
                </a:solidFill>
                <a:latin typeface="Malgun Gothic"/>
                <a:ea typeface="Malgun Gothic"/>
                <a:cs typeface="Malgun Gothic"/>
              </a:defRPr>
            </a:lvl7pPr>
            <a:lvl8pPr algn="ctr">
              <a:defRPr sz="2025" b="1">
                <a:solidFill>
                  <a:srgbClr val="182F49"/>
                </a:solidFill>
                <a:latin typeface="Malgun Gothic"/>
                <a:ea typeface="Malgun Gothic"/>
                <a:cs typeface="Malgun Gothic"/>
              </a:defRPr>
            </a:lvl8pPr>
            <a:lvl9pPr algn="ctr">
              <a:defRPr sz="2025" b="1">
                <a:solidFill>
                  <a:srgbClr val="182F49"/>
                </a:solidFill>
                <a:latin typeface="Malgun Gothic"/>
                <a:ea typeface="Malgun Gothic"/>
                <a:cs typeface="Malgun Gothic"/>
              </a:defRPr>
            </a:lvl9pPr>
          </a:lstStyle>
          <a:p xmlns:a="http://schemas.openxmlformats.org/drawingml/2006/main">
            <a:pPr algn="ctr">
              <a:defRPr sz="2025" b="1">
                <a:solidFill>
                  <a:srgbClr val="182F49"/>
                </a:solidFill>
                <a:latin typeface="Malgun Gothic"/>
                <a:ea typeface="Malgun Gothic"/>
                <a:cs typeface="Malgun Gothic"/>
              </a:defRPr>
            </a:pPr>
            <a:r>
              <a:rPr sz="2025" b="1">
                <a:solidFill>
                  <a:srgbClr val="182F49"/>
                </a:solidFill>
                <a:latin typeface="Malgun Gothic"/>
                <a:ea typeface="Malgun Gothic"/>
                <a:cs typeface="Malgun Gothic"/>
              </a:rPr>
              <a:t>2</a:t>
            </a:r>
          </a:p>
        </p:txBody>
      </p:sp>
      <p:sp>
        <p:nvSpPr>
          <p:cNvPr id="19" name="국민 서비스 혁신">
            <a:extLst xmlns:a="http://schemas.openxmlformats.org/drawingml/2006/main">
              <a:ext uri="{FF2B5EF4-FFF2-40B4-BE49-F238E27FC236}">
                <a16:creationId xmlns:a16="http://schemas.microsoft.com/office/drawing/2014/main" id="{F7C9D1D7-D070-4B36-9ABA-B3B9EF7792DB}"/>
              </a:ext>
            </a:extLst>
          </p:cNvPr>
          <p:cNvSpPr>
            <a:spLocks xmlns:a="http://schemas.openxmlformats.org/drawingml/2006/main" noGrp="1"/>
          </p:cNvSpPr>
          <p:nvPr/>
        </p:nvSpPr>
        <p:spPr>
          <a:xfrm xmlns:a="http://schemas.openxmlformats.org/drawingml/2006/main">
            <a:off x="9153525" y="15811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국민 서비스 혁신</a:t>
            </a:r>
          </a:p>
        </p:txBody>
      </p:sp>
      <p:sp>
        <p:nvSpPr>
          <p:cNvPr id="20" name="⑨ 대국민 AI 서비스">
            <a:extLst xmlns:a="http://schemas.openxmlformats.org/drawingml/2006/main">
              <a:ext uri="{FF2B5EF4-FFF2-40B4-BE49-F238E27FC236}">
                <a16:creationId xmlns:a16="http://schemas.microsoft.com/office/drawing/2014/main" id="{8E4AD527-7754-40EC-AEE6-FAC7320EA1A0}"/>
              </a:ext>
            </a:extLst>
          </p:cNvPr>
          <p:cNvSpPr>
            <a:spLocks xmlns:a="http://schemas.openxmlformats.org/drawingml/2006/main" noGrp="1"/>
          </p:cNvSpPr>
          <p:nvPr/>
        </p:nvSpPr>
        <p:spPr>
          <a:xfrm xmlns:a="http://schemas.openxmlformats.org/drawingml/2006/main">
            <a:off x="8572500" y="220980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⑨ 대국민 AI 서비스</a:t>
            </a:r>
          </a:p>
        </p:txBody>
      </p:sp>
      <p:sp>
        <p:nvSpPr>
          <p:cNvPr id="21" name="⑪ AI 교육·행정">
            <a:extLst xmlns:a="http://schemas.openxmlformats.org/drawingml/2006/main">
              <a:ext uri="{FF2B5EF4-FFF2-40B4-BE49-F238E27FC236}">
                <a16:creationId xmlns:a16="http://schemas.microsoft.com/office/drawing/2014/main" id="{E38615A0-A9F9-43D4-8D4D-2139A7CE1E10}"/>
              </a:ext>
            </a:extLst>
          </p:cNvPr>
          <p:cNvSpPr>
            <a:spLocks xmlns:a="http://schemas.openxmlformats.org/drawingml/2006/main" noGrp="1"/>
          </p:cNvSpPr>
          <p:nvPr/>
        </p:nvSpPr>
        <p:spPr>
          <a:xfrm xmlns:a="http://schemas.openxmlformats.org/drawingml/2006/main">
            <a:off x="8572500" y="256222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⑪ AI 교육·행정</a:t>
            </a:r>
          </a:p>
        </p:txBody>
      </p:sp>
      <p:sp>
        <p:nvSpPr>
          <p:cNvPr id="22" name="">
            <a:extLst xmlns:a="http://schemas.openxmlformats.org/drawingml/2006/main">
              <a:ext uri="{FF2B5EF4-FFF2-40B4-BE49-F238E27FC236}">
                <a16:creationId xmlns:a16="http://schemas.microsoft.com/office/drawing/2014/main" id="{BE846B66-91C5-4FA3-92B8-F9FD8201CBFD}"/>
              </a:ext>
            </a:extLst>
          </p:cNvPr>
          <p:cNvSpPr>
            <a:spLocks xmlns:a="http://schemas.openxmlformats.org/drawingml/2006/main" noGrp="1"/>
          </p:cNvSpPr>
          <p:nvPr/>
        </p:nvSpPr>
        <p:spPr>
          <a:xfrm xmlns:a="http://schemas.openxmlformats.org/drawingml/2006/main">
            <a:off x="609600" y="3495675"/>
            <a:ext cx="457200" cy="457200"/>
          </a:xfrm>
          <a:prstGeom xmlns:a="http://schemas.openxmlformats.org/drawingml/2006/main" prst="ellipse">
            <a:avLst/>
          </a:prstGeom>
          <a:solidFill xmlns:a="http://schemas.openxmlformats.org/drawingml/2006/main">
            <a:srgbClr val="C9EAE5"/>
          </a:solidFill>
          <a:ln xmlns:a="http://schemas.openxmlformats.org/drawingml/2006/main" w="0">
            <a:noFill/>
          </a:ln>
        </p:spPr>
      </p:sp>
      <p:sp>
        <p:nvSpPr>
          <p:cNvPr id="23" name="3">
            <a:extLst xmlns:a="http://schemas.openxmlformats.org/drawingml/2006/main">
              <a:ext uri="{FF2B5EF4-FFF2-40B4-BE49-F238E27FC236}">
                <a16:creationId xmlns:a16="http://schemas.microsoft.com/office/drawing/2014/main" id="{2666332F-83B1-4966-98A5-D35C99A70517}"/>
              </a:ext>
            </a:extLst>
          </p:cNvPr>
          <p:cNvSpPr>
            <a:spLocks xmlns:a="http://schemas.openxmlformats.org/drawingml/2006/main" noGrp="1"/>
          </p:cNvSpPr>
          <p:nvPr/>
        </p:nvSpPr>
        <p:spPr>
          <a:xfrm xmlns:a="http://schemas.openxmlformats.org/drawingml/2006/main">
            <a:off x="609600" y="34956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82F49"/>
                </a:solidFill>
                <a:latin typeface="Malgun Gothic"/>
                <a:ea typeface="Malgun Gothic"/>
                <a:cs typeface="Malgun Gothic"/>
              </a:defRPr>
            </a:defPPr>
            <a:lvl1pPr algn="ctr">
              <a:defRPr sz="2025" b="1">
                <a:solidFill>
                  <a:srgbClr val="182F49"/>
                </a:solidFill>
                <a:latin typeface="Malgun Gothic"/>
                <a:ea typeface="Malgun Gothic"/>
                <a:cs typeface="Malgun Gothic"/>
              </a:defRPr>
            </a:lvl1pPr>
            <a:lvl2pPr algn="ctr">
              <a:defRPr sz="2025" b="1">
                <a:solidFill>
                  <a:srgbClr val="182F49"/>
                </a:solidFill>
                <a:latin typeface="Malgun Gothic"/>
                <a:ea typeface="Malgun Gothic"/>
                <a:cs typeface="Malgun Gothic"/>
              </a:defRPr>
            </a:lvl2pPr>
            <a:lvl3pPr algn="ctr">
              <a:defRPr sz="2025" b="1">
                <a:solidFill>
                  <a:srgbClr val="182F49"/>
                </a:solidFill>
                <a:latin typeface="Malgun Gothic"/>
                <a:ea typeface="Malgun Gothic"/>
                <a:cs typeface="Malgun Gothic"/>
              </a:defRPr>
            </a:lvl3pPr>
            <a:lvl4pPr algn="ctr">
              <a:defRPr sz="2025" b="1">
                <a:solidFill>
                  <a:srgbClr val="182F49"/>
                </a:solidFill>
                <a:latin typeface="Malgun Gothic"/>
                <a:ea typeface="Malgun Gothic"/>
                <a:cs typeface="Malgun Gothic"/>
              </a:defRPr>
            </a:lvl4pPr>
            <a:lvl5pPr algn="ctr">
              <a:defRPr sz="2025" b="1">
                <a:solidFill>
                  <a:srgbClr val="182F49"/>
                </a:solidFill>
                <a:latin typeface="Malgun Gothic"/>
                <a:ea typeface="Malgun Gothic"/>
                <a:cs typeface="Malgun Gothic"/>
              </a:defRPr>
            </a:lvl5pPr>
            <a:lvl6pPr algn="ctr">
              <a:defRPr sz="2025" b="1">
                <a:solidFill>
                  <a:srgbClr val="182F49"/>
                </a:solidFill>
                <a:latin typeface="Malgun Gothic"/>
                <a:ea typeface="Malgun Gothic"/>
                <a:cs typeface="Malgun Gothic"/>
              </a:defRPr>
            </a:lvl6pPr>
            <a:lvl7pPr algn="ctr">
              <a:defRPr sz="2025" b="1">
                <a:solidFill>
                  <a:srgbClr val="182F49"/>
                </a:solidFill>
                <a:latin typeface="Malgun Gothic"/>
                <a:ea typeface="Malgun Gothic"/>
                <a:cs typeface="Malgun Gothic"/>
              </a:defRPr>
            </a:lvl7pPr>
            <a:lvl8pPr algn="ctr">
              <a:defRPr sz="2025" b="1">
                <a:solidFill>
                  <a:srgbClr val="182F49"/>
                </a:solidFill>
                <a:latin typeface="Malgun Gothic"/>
                <a:ea typeface="Malgun Gothic"/>
                <a:cs typeface="Malgun Gothic"/>
              </a:defRPr>
            </a:lvl8pPr>
            <a:lvl9pPr algn="ctr">
              <a:defRPr sz="2025" b="1">
                <a:solidFill>
                  <a:srgbClr val="182F49"/>
                </a:solidFill>
                <a:latin typeface="Malgun Gothic"/>
                <a:ea typeface="Malgun Gothic"/>
                <a:cs typeface="Malgun Gothic"/>
              </a:defRPr>
            </a:lvl9pPr>
          </a:lstStyle>
          <a:p xmlns:a="http://schemas.openxmlformats.org/drawingml/2006/main">
            <a:pPr algn="ctr">
              <a:defRPr sz="2025" b="1">
                <a:solidFill>
                  <a:srgbClr val="182F49"/>
                </a:solidFill>
                <a:latin typeface="Malgun Gothic"/>
                <a:ea typeface="Malgun Gothic"/>
                <a:cs typeface="Malgun Gothic"/>
              </a:defRPr>
            </a:pPr>
            <a:r>
              <a:rPr sz="2025" b="1">
                <a:solidFill>
                  <a:srgbClr val="182F49"/>
                </a:solidFill>
                <a:latin typeface="Malgun Gothic"/>
                <a:ea typeface="Malgun Gothic"/>
                <a:cs typeface="Malgun Gothic"/>
              </a:rPr>
              <a:t>3</a:t>
            </a:r>
          </a:p>
        </p:txBody>
      </p:sp>
      <p:sp>
        <p:nvSpPr>
          <p:cNvPr id="24" name="AI·데이터 생태계">
            <a:extLst xmlns:a="http://schemas.openxmlformats.org/drawingml/2006/main">
              <a:ext uri="{FF2B5EF4-FFF2-40B4-BE49-F238E27FC236}">
                <a16:creationId xmlns:a16="http://schemas.microsoft.com/office/drawing/2014/main" id="{4B753481-DFA2-49BD-AB52-70B5714CB575}"/>
              </a:ext>
            </a:extLst>
          </p:cNvPr>
          <p:cNvSpPr>
            <a:spLocks xmlns:a="http://schemas.openxmlformats.org/drawingml/2006/main" noGrp="1"/>
          </p:cNvSpPr>
          <p:nvPr/>
        </p:nvSpPr>
        <p:spPr>
          <a:xfrm xmlns:a="http://schemas.openxmlformats.org/drawingml/2006/main">
            <a:off x="1190625" y="352425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AI·데이터 생태계</a:t>
            </a:r>
          </a:p>
        </p:txBody>
      </p:sp>
      <p:sp>
        <p:nvSpPr>
          <p:cNvPr id="25" name="③ 민간 클라우드   ⑩ 공공데이터">
            <a:extLst xmlns:a="http://schemas.openxmlformats.org/drawingml/2006/main">
              <a:ext uri="{FF2B5EF4-FFF2-40B4-BE49-F238E27FC236}">
                <a16:creationId xmlns:a16="http://schemas.microsoft.com/office/drawing/2014/main" id="{35843832-22FB-4473-B226-DEEFBFA5DBB6}"/>
              </a:ext>
            </a:extLst>
          </p:cNvPr>
          <p:cNvSpPr>
            <a:spLocks xmlns:a="http://schemas.openxmlformats.org/drawingml/2006/main" noGrp="1"/>
          </p:cNvSpPr>
          <p:nvPr/>
        </p:nvSpPr>
        <p:spPr>
          <a:xfrm xmlns:a="http://schemas.openxmlformats.org/drawingml/2006/main">
            <a:off x="609600" y="4152900"/>
            <a:ext cx="3762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182F49"/>
                </a:solidFill>
                <a:latin typeface="Malgun Gothic"/>
                <a:ea typeface="Malgun Gothic"/>
                <a:cs typeface="Malgun Gothic"/>
              </a:defRPr>
            </a:defPPr>
            <a:lvl1pPr algn="l">
              <a:defRPr sz="1500" b="0">
                <a:solidFill>
                  <a:srgbClr val="182F49"/>
                </a:solidFill>
                <a:latin typeface="Malgun Gothic"/>
                <a:ea typeface="Malgun Gothic"/>
                <a:cs typeface="Malgun Gothic"/>
              </a:defRPr>
            </a:lvl1pPr>
            <a:lvl2pPr algn="l">
              <a:defRPr sz="1500" b="0">
                <a:solidFill>
                  <a:srgbClr val="182F49"/>
                </a:solidFill>
                <a:latin typeface="Malgun Gothic"/>
                <a:ea typeface="Malgun Gothic"/>
                <a:cs typeface="Malgun Gothic"/>
              </a:defRPr>
            </a:lvl2pPr>
            <a:lvl3pPr algn="l">
              <a:defRPr sz="1500" b="0">
                <a:solidFill>
                  <a:srgbClr val="182F49"/>
                </a:solidFill>
                <a:latin typeface="Malgun Gothic"/>
                <a:ea typeface="Malgun Gothic"/>
                <a:cs typeface="Malgun Gothic"/>
              </a:defRPr>
            </a:lvl3pPr>
            <a:lvl4pPr algn="l">
              <a:defRPr sz="1500" b="0">
                <a:solidFill>
                  <a:srgbClr val="182F49"/>
                </a:solidFill>
                <a:latin typeface="Malgun Gothic"/>
                <a:ea typeface="Malgun Gothic"/>
                <a:cs typeface="Malgun Gothic"/>
              </a:defRPr>
            </a:lvl4pPr>
            <a:lvl5pPr algn="l">
              <a:defRPr sz="1500" b="0">
                <a:solidFill>
                  <a:srgbClr val="182F49"/>
                </a:solidFill>
                <a:latin typeface="Malgun Gothic"/>
                <a:ea typeface="Malgun Gothic"/>
                <a:cs typeface="Malgun Gothic"/>
              </a:defRPr>
            </a:lvl5pPr>
            <a:lvl6pPr algn="l">
              <a:defRPr sz="1500" b="0">
                <a:solidFill>
                  <a:srgbClr val="182F49"/>
                </a:solidFill>
                <a:latin typeface="Malgun Gothic"/>
                <a:ea typeface="Malgun Gothic"/>
                <a:cs typeface="Malgun Gothic"/>
              </a:defRPr>
            </a:lvl6pPr>
            <a:lvl7pPr algn="l">
              <a:defRPr sz="1500" b="0">
                <a:solidFill>
                  <a:srgbClr val="182F49"/>
                </a:solidFill>
                <a:latin typeface="Malgun Gothic"/>
                <a:ea typeface="Malgun Gothic"/>
                <a:cs typeface="Malgun Gothic"/>
              </a:defRPr>
            </a:lvl7pPr>
            <a:lvl8pPr algn="l">
              <a:defRPr sz="1500" b="0">
                <a:solidFill>
                  <a:srgbClr val="182F49"/>
                </a:solidFill>
                <a:latin typeface="Malgun Gothic"/>
                <a:ea typeface="Malgun Gothic"/>
                <a:cs typeface="Malgun Gothic"/>
              </a:defRPr>
            </a:lvl8pPr>
            <a:lvl9pPr algn="l">
              <a:defRPr sz="1500" b="0">
                <a:solidFill>
                  <a:srgbClr val="182F49"/>
                </a:solidFill>
                <a:latin typeface="Malgun Gothic"/>
                <a:ea typeface="Malgun Gothic"/>
                <a:cs typeface="Malgun Gothic"/>
              </a:defRPr>
            </a:lvl9pPr>
          </a:lstStyle>
          <a:p xmlns:a="http://schemas.openxmlformats.org/drawingml/2006/main">
            <a:pPr algn="l">
              <a:defRPr sz="1500" b="0">
                <a:solidFill>
                  <a:srgbClr val="182F49"/>
                </a:solidFill>
                <a:latin typeface="Malgun Gothic"/>
                <a:ea typeface="Malgun Gothic"/>
                <a:cs typeface="Malgun Gothic"/>
              </a:defRPr>
            </a:pPr>
            <a:r>
              <a:rPr sz="1500" b="0">
                <a:solidFill>
                  <a:srgbClr val="182F49"/>
                </a:solidFill>
                <a:latin typeface="Malgun Gothic"/>
                <a:ea typeface="Malgun Gothic"/>
                <a:cs typeface="Malgun Gothic"/>
              </a:rPr>
              <a:t>③ 민간 클라우드   ⑩ 공공데이터</a:t>
            </a:r>
          </a:p>
        </p:txBody>
      </p:sp>
      <p:sp>
        <p:nvSpPr>
          <p:cNvPr id="26" name="⑫ 공공 AI 실증     ⑬ 글로벌 확산">
            <a:extLst xmlns:a="http://schemas.openxmlformats.org/drawingml/2006/main">
              <a:ext uri="{FF2B5EF4-FFF2-40B4-BE49-F238E27FC236}">
                <a16:creationId xmlns:a16="http://schemas.microsoft.com/office/drawing/2014/main" id="{FDBB2AC9-1906-49BB-A92A-282DB3C07764}"/>
              </a:ext>
            </a:extLst>
          </p:cNvPr>
          <p:cNvSpPr>
            <a:spLocks xmlns:a="http://schemas.openxmlformats.org/drawingml/2006/main" noGrp="1"/>
          </p:cNvSpPr>
          <p:nvPr/>
        </p:nvSpPr>
        <p:spPr>
          <a:xfrm xmlns:a="http://schemas.openxmlformats.org/drawingml/2006/main">
            <a:off x="609600" y="4505325"/>
            <a:ext cx="3762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182F49"/>
                </a:solidFill>
                <a:latin typeface="Malgun Gothic"/>
                <a:ea typeface="Malgun Gothic"/>
                <a:cs typeface="Malgun Gothic"/>
              </a:defRPr>
            </a:defPPr>
            <a:lvl1pPr algn="l">
              <a:defRPr sz="1500" b="0">
                <a:solidFill>
                  <a:srgbClr val="182F49"/>
                </a:solidFill>
                <a:latin typeface="Malgun Gothic"/>
                <a:ea typeface="Malgun Gothic"/>
                <a:cs typeface="Malgun Gothic"/>
              </a:defRPr>
            </a:lvl1pPr>
            <a:lvl2pPr algn="l">
              <a:defRPr sz="1500" b="0">
                <a:solidFill>
                  <a:srgbClr val="182F49"/>
                </a:solidFill>
                <a:latin typeface="Malgun Gothic"/>
                <a:ea typeface="Malgun Gothic"/>
                <a:cs typeface="Malgun Gothic"/>
              </a:defRPr>
            </a:lvl2pPr>
            <a:lvl3pPr algn="l">
              <a:defRPr sz="1500" b="0">
                <a:solidFill>
                  <a:srgbClr val="182F49"/>
                </a:solidFill>
                <a:latin typeface="Malgun Gothic"/>
                <a:ea typeface="Malgun Gothic"/>
                <a:cs typeface="Malgun Gothic"/>
              </a:defRPr>
            </a:lvl3pPr>
            <a:lvl4pPr algn="l">
              <a:defRPr sz="1500" b="0">
                <a:solidFill>
                  <a:srgbClr val="182F49"/>
                </a:solidFill>
                <a:latin typeface="Malgun Gothic"/>
                <a:ea typeface="Malgun Gothic"/>
                <a:cs typeface="Malgun Gothic"/>
              </a:defRPr>
            </a:lvl4pPr>
            <a:lvl5pPr algn="l">
              <a:defRPr sz="1500" b="0">
                <a:solidFill>
                  <a:srgbClr val="182F49"/>
                </a:solidFill>
                <a:latin typeface="Malgun Gothic"/>
                <a:ea typeface="Malgun Gothic"/>
                <a:cs typeface="Malgun Gothic"/>
              </a:defRPr>
            </a:lvl5pPr>
            <a:lvl6pPr algn="l">
              <a:defRPr sz="1500" b="0">
                <a:solidFill>
                  <a:srgbClr val="182F49"/>
                </a:solidFill>
                <a:latin typeface="Malgun Gothic"/>
                <a:ea typeface="Malgun Gothic"/>
                <a:cs typeface="Malgun Gothic"/>
              </a:defRPr>
            </a:lvl6pPr>
            <a:lvl7pPr algn="l">
              <a:defRPr sz="1500" b="0">
                <a:solidFill>
                  <a:srgbClr val="182F49"/>
                </a:solidFill>
                <a:latin typeface="Malgun Gothic"/>
                <a:ea typeface="Malgun Gothic"/>
                <a:cs typeface="Malgun Gothic"/>
              </a:defRPr>
            </a:lvl7pPr>
            <a:lvl8pPr algn="l">
              <a:defRPr sz="1500" b="0">
                <a:solidFill>
                  <a:srgbClr val="182F49"/>
                </a:solidFill>
                <a:latin typeface="Malgun Gothic"/>
                <a:ea typeface="Malgun Gothic"/>
                <a:cs typeface="Malgun Gothic"/>
              </a:defRPr>
            </a:lvl8pPr>
            <a:lvl9pPr algn="l">
              <a:defRPr sz="1500" b="0">
                <a:solidFill>
                  <a:srgbClr val="182F49"/>
                </a:solidFill>
                <a:latin typeface="Malgun Gothic"/>
                <a:ea typeface="Malgun Gothic"/>
                <a:cs typeface="Malgun Gothic"/>
              </a:defRPr>
            </a:lvl9pPr>
          </a:lstStyle>
          <a:p xmlns:a="http://schemas.openxmlformats.org/drawingml/2006/main">
            <a:pPr algn="l">
              <a:defRPr sz="1500" b="0">
                <a:solidFill>
                  <a:srgbClr val="182F49"/>
                </a:solidFill>
                <a:latin typeface="Malgun Gothic"/>
                <a:ea typeface="Malgun Gothic"/>
                <a:cs typeface="Malgun Gothic"/>
              </a:defRPr>
            </a:pPr>
            <a:r>
              <a:rPr sz="1500" b="0">
                <a:solidFill>
                  <a:srgbClr val="182F49"/>
                </a:solidFill>
                <a:latin typeface="Malgun Gothic"/>
                <a:ea typeface="Malgun Gothic"/>
                <a:cs typeface="Malgun Gothic"/>
              </a:rPr>
              <a:t>⑫ 공공 AI 실증     ⑬ 글로벌 확산</a:t>
            </a:r>
          </a:p>
        </p:txBody>
      </p:sp>
      <p:sp>
        <p:nvSpPr>
          <p:cNvPr id="27" name="">
            <a:extLst xmlns:a="http://schemas.openxmlformats.org/drawingml/2006/main">
              <a:ext uri="{FF2B5EF4-FFF2-40B4-BE49-F238E27FC236}">
                <a16:creationId xmlns:a16="http://schemas.microsoft.com/office/drawing/2014/main" id="{42271F01-0B0E-43BE-9BA1-2C73699FC0A6}"/>
              </a:ext>
            </a:extLst>
          </p:cNvPr>
          <p:cNvSpPr>
            <a:spLocks xmlns:a="http://schemas.openxmlformats.org/drawingml/2006/main" noGrp="1"/>
          </p:cNvSpPr>
          <p:nvPr/>
        </p:nvSpPr>
        <p:spPr>
          <a:xfrm xmlns:a="http://schemas.openxmlformats.org/drawingml/2006/main">
            <a:off x="8572500" y="3495675"/>
            <a:ext cx="457200" cy="457200"/>
          </a:xfrm>
          <a:prstGeom xmlns:a="http://schemas.openxmlformats.org/drawingml/2006/main" prst="ellipse">
            <a:avLst/>
          </a:prstGeom>
          <a:solidFill xmlns:a="http://schemas.openxmlformats.org/drawingml/2006/main">
            <a:srgbClr val="C9EAE5"/>
          </a:solidFill>
          <a:ln xmlns:a="http://schemas.openxmlformats.org/drawingml/2006/main" w="0">
            <a:noFill/>
          </a:ln>
        </p:spPr>
      </p:sp>
      <p:sp>
        <p:nvSpPr>
          <p:cNvPr id="28" name="4">
            <a:extLst xmlns:a="http://schemas.openxmlformats.org/drawingml/2006/main">
              <a:ext uri="{FF2B5EF4-FFF2-40B4-BE49-F238E27FC236}">
                <a16:creationId xmlns:a16="http://schemas.microsoft.com/office/drawing/2014/main" id="{57D41C2C-60F8-46AD-8D65-A8DC19DFF566}"/>
              </a:ext>
            </a:extLst>
          </p:cNvPr>
          <p:cNvSpPr>
            <a:spLocks xmlns:a="http://schemas.openxmlformats.org/drawingml/2006/main" noGrp="1"/>
          </p:cNvSpPr>
          <p:nvPr/>
        </p:nvSpPr>
        <p:spPr>
          <a:xfrm xmlns:a="http://schemas.openxmlformats.org/drawingml/2006/main">
            <a:off x="8572500" y="3495675"/>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82F49"/>
                </a:solidFill>
                <a:latin typeface="Malgun Gothic"/>
                <a:ea typeface="Malgun Gothic"/>
                <a:cs typeface="Malgun Gothic"/>
              </a:defRPr>
            </a:defPPr>
            <a:lvl1pPr algn="ctr">
              <a:defRPr sz="2025" b="1">
                <a:solidFill>
                  <a:srgbClr val="182F49"/>
                </a:solidFill>
                <a:latin typeface="Malgun Gothic"/>
                <a:ea typeface="Malgun Gothic"/>
                <a:cs typeface="Malgun Gothic"/>
              </a:defRPr>
            </a:lvl1pPr>
            <a:lvl2pPr algn="ctr">
              <a:defRPr sz="2025" b="1">
                <a:solidFill>
                  <a:srgbClr val="182F49"/>
                </a:solidFill>
                <a:latin typeface="Malgun Gothic"/>
                <a:ea typeface="Malgun Gothic"/>
                <a:cs typeface="Malgun Gothic"/>
              </a:defRPr>
            </a:lvl2pPr>
            <a:lvl3pPr algn="ctr">
              <a:defRPr sz="2025" b="1">
                <a:solidFill>
                  <a:srgbClr val="182F49"/>
                </a:solidFill>
                <a:latin typeface="Malgun Gothic"/>
                <a:ea typeface="Malgun Gothic"/>
                <a:cs typeface="Malgun Gothic"/>
              </a:defRPr>
            </a:lvl3pPr>
            <a:lvl4pPr algn="ctr">
              <a:defRPr sz="2025" b="1">
                <a:solidFill>
                  <a:srgbClr val="182F49"/>
                </a:solidFill>
                <a:latin typeface="Malgun Gothic"/>
                <a:ea typeface="Malgun Gothic"/>
                <a:cs typeface="Malgun Gothic"/>
              </a:defRPr>
            </a:lvl4pPr>
            <a:lvl5pPr algn="ctr">
              <a:defRPr sz="2025" b="1">
                <a:solidFill>
                  <a:srgbClr val="182F49"/>
                </a:solidFill>
                <a:latin typeface="Malgun Gothic"/>
                <a:ea typeface="Malgun Gothic"/>
                <a:cs typeface="Malgun Gothic"/>
              </a:defRPr>
            </a:lvl5pPr>
            <a:lvl6pPr algn="ctr">
              <a:defRPr sz="2025" b="1">
                <a:solidFill>
                  <a:srgbClr val="182F49"/>
                </a:solidFill>
                <a:latin typeface="Malgun Gothic"/>
                <a:ea typeface="Malgun Gothic"/>
                <a:cs typeface="Malgun Gothic"/>
              </a:defRPr>
            </a:lvl6pPr>
            <a:lvl7pPr algn="ctr">
              <a:defRPr sz="2025" b="1">
                <a:solidFill>
                  <a:srgbClr val="182F49"/>
                </a:solidFill>
                <a:latin typeface="Malgun Gothic"/>
                <a:ea typeface="Malgun Gothic"/>
                <a:cs typeface="Malgun Gothic"/>
              </a:defRPr>
            </a:lvl7pPr>
            <a:lvl8pPr algn="ctr">
              <a:defRPr sz="2025" b="1">
                <a:solidFill>
                  <a:srgbClr val="182F49"/>
                </a:solidFill>
                <a:latin typeface="Malgun Gothic"/>
                <a:ea typeface="Malgun Gothic"/>
                <a:cs typeface="Malgun Gothic"/>
              </a:defRPr>
            </a:lvl8pPr>
            <a:lvl9pPr algn="ctr">
              <a:defRPr sz="2025" b="1">
                <a:solidFill>
                  <a:srgbClr val="182F49"/>
                </a:solidFill>
                <a:latin typeface="Malgun Gothic"/>
                <a:ea typeface="Malgun Gothic"/>
                <a:cs typeface="Malgun Gothic"/>
              </a:defRPr>
            </a:lvl9pPr>
          </a:lstStyle>
          <a:p xmlns:a="http://schemas.openxmlformats.org/drawingml/2006/main">
            <a:pPr algn="ctr">
              <a:defRPr sz="2025" b="1">
                <a:solidFill>
                  <a:srgbClr val="182F49"/>
                </a:solidFill>
                <a:latin typeface="Malgun Gothic"/>
                <a:ea typeface="Malgun Gothic"/>
                <a:cs typeface="Malgun Gothic"/>
              </a:defRPr>
            </a:pPr>
            <a:r>
              <a:rPr sz="2025" b="1">
                <a:solidFill>
                  <a:srgbClr val="182F49"/>
                </a:solidFill>
                <a:latin typeface="Malgun Gothic"/>
                <a:ea typeface="Malgun Gothic"/>
                <a:cs typeface="Malgun Gothic"/>
              </a:rPr>
              <a:t>4</a:t>
            </a:r>
          </a:p>
        </p:txBody>
      </p:sp>
      <p:sp>
        <p:nvSpPr>
          <p:cNvPr id="29" name="신뢰 기반 공공 AI">
            <a:extLst xmlns:a="http://schemas.openxmlformats.org/drawingml/2006/main">
              <a:ext uri="{FF2B5EF4-FFF2-40B4-BE49-F238E27FC236}">
                <a16:creationId xmlns:a16="http://schemas.microsoft.com/office/drawing/2014/main" id="{03BCE046-7C90-4798-A9EA-EC7FB45A6E5F}"/>
              </a:ext>
            </a:extLst>
          </p:cNvPr>
          <p:cNvSpPr>
            <a:spLocks xmlns:a="http://schemas.openxmlformats.org/drawingml/2006/main" noGrp="1"/>
          </p:cNvSpPr>
          <p:nvPr/>
        </p:nvSpPr>
        <p:spPr>
          <a:xfrm xmlns:a="http://schemas.openxmlformats.org/drawingml/2006/main">
            <a:off x="9153525" y="3524250"/>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신뢰 기반 공공 AI</a:t>
            </a:r>
          </a:p>
        </p:txBody>
      </p:sp>
      <p:sp>
        <p:nvSpPr>
          <p:cNvPr id="30" name="⑤ 공공 AI 영향평가">
            <a:extLst xmlns:a="http://schemas.openxmlformats.org/drawingml/2006/main">
              <a:ext uri="{FF2B5EF4-FFF2-40B4-BE49-F238E27FC236}">
                <a16:creationId xmlns:a16="http://schemas.microsoft.com/office/drawing/2014/main" id="{5FD9170E-258A-4C6A-B9C1-F6141B76B645}"/>
              </a:ext>
            </a:extLst>
          </p:cNvPr>
          <p:cNvSpPr>
            <a:spLocks xmlns:a="http://schemas.openxmlformats.org/drawingml/2006/main" noGrp="1"/>
          </p:cNvSpPr>
          <p:nvPr/>
        </p:nvSpPr>
        <p:spPr>
          <a:xfrm xmlns:a="http://schemas.openxmlformats.org/drawingml/2006/main">
            <a:off x="8572500" y="415290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⑤ 공공 AI 영향평가</a:t>
            </a:r>
          </a:p>
        </p:txBody>
      </p:sp>
      <p:sp>
        <p:nvSpPr>
          <p:cNvPr id="31" name="⑥ 공공 AI 윤리">
            <a:extLst xmlns:a="http://schemas.openxmlformats.org/drawingml/2006/main">
              <a:ext uri="{FF2B5EF4-FFF2-40B4-BE49-F238E27FC236}">
                <a16:creationId xmlns:a16="http://schemas.microsoft.com/office/drawing/2014/main" id="{3873AB0D-B9A0-4A97-961F-0D7D6F9C65CD}"/>
              </a:ext>
            </a:extLst>
          </p:cNvPr>
          <p:cNvSpPr>
            <a:spLocks xmlns:a="http://schemas.openxmlformats.org/drawingml/2006/main" noGrp="1"/>
          </p:cNvSpPr>
          <p:nvPr/>
        </p:nvSpPr>
        <p:spPr>
          <a:xfrm xmlns:a="http://schemas.openxmlformats.org/drawingml/2006/main">
            <a:off x="8572500" y="450532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⑥ 공공 AI 윤리</a:t>
            </a:r>
          </a:p>
        </p:txBody>
      </p:sp>
      <p:sp>
        <p:nvSpPr>
          <p:cNvPr id="32" name="⑮ AI·디지털 포용">
            <a:extLst xmlns:a="http://schemas.openxmlformats.org/drawingml/2006/main">
              <a:ext uri="{FF2B5EF4-FFF2-40B4-BE49-F238E27FC236}">
                <a16:creationId xmlns:a16="http://schemas.microsoft.com/office/drawing/2014/main" id="{00BF6E2F-244B-490D-85E6-80140D870934}"/>
              </a:ext>
            </a:extLst>
          </p:cNvPr>
          <p:cNvSpPr>
            <a:spLocks xmlns:a="http://schemas.openxmlformats.org/drawingml/2006/main" noGrp="1"/>
          </p:cNvSpPr>
          <p:nvPr/>
        </p:nvSpPr>
        <p:spPr>
          <a:xfrm xmlns:a="http://schemas.openxmlformats.org/drawingml/2006/main">
            <a:off x="8572500" y="4857750"/>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⑮ AI·디지털 포용</a:t>
            </a:r>
          </a:p>
        </p:txBody>
      </p:sp>
      <p:sp>
        <p:nvSpPr>
          <p:cNvPr id="33" name="">
            <a:extLst xmlns:a="http://schemas.openxmlformats.org/drawingml/2006/main">
              <a:ext uri="{FF2B5EF4-FFF2-40B4-BE49-F238E27FC236}">
                <a16:creationId xmlns:a16="http://schemas.microsoft.com/office/drawing/2014/main" id="{17E167EA-22BD-46B3-A16A-3B693FCE52AB}"/>
              </a:ext>
            </a:extLst>
          </p:cNvPr>
          <p:cNvSpPr>
            <a:spLocks xmlns:a="http://schemas.openxmlformats.org/drawingml/2006/main" noGrp="1"/>
          </p:cNvSpPr>
          <p:nvPr/>
        </p:nvSpPr>
        <p:spPr>
          <a:xfrm xmlns:a="http://schemas.openxmlformats.org/drawingml/2006/main">
            <a:off x="609600" y="5353050"/>
            <a:ext cx="10972800" cy="466725"/>
          </a:xfrm>
          <a:prstGeom xmlns:a="http://schemas.openxmlformats.org/drawingml/2006/main" prst="rect">
            <a:avLst/>
          </a:prstGeom>
          <a:solidFill xmlns:a="http://schemas.openxmlformats.org/drawingml/2006/main">
            <a:srgbClr val="C9EAE5"/>
          </a:solidFill>
          <a:ln xmlns:a="http://schemas.openxmlformats.org/drawingml/2006/main" w="0">
            <a:noFill/>
          </a:ln>
        </p:spPr>
      </p:sp>
      <p:sp>
        <p:nvSpPr>
          <p:cNvPr id="34" name="추진·지원체계">
            <a:extLst xmlns:a="http://schemas.openxmlformats.org/drawingml/2006/main">
              <a:ext uri="{FF2B5EF4-FFF2-40B4-BE49-F238E27FC236}">
                <a16:creationId xmlns:a16="http://schemas.microsoft.com/office/drawing/2014/main" id="{847748C4-60D6-498D-89CD-1A733A505B16}"/>
              </a:ext>
            </a:extLst>
          </p:cNvPr>
          <p:cNvSpPr>
            <a:spLocks xmlns:a="http://schemas.openxmlformats.org/drawingml/2006/main" noGrp="1"/>
          </p:cNvSpPr>
          <p:nvPr/>
        </p:nvSpPr>
        <p:spPr>
          <a:xfrm xmlns:a="http://schemas.openxmlformats.org/drawingml/2006/main">
            <a:off x="819150" y="5429250"/>
            <a:ext cx="271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82F49"/>
                </a:solidFill>
                <a:latin typeface="Malgun Gothic"/>
                <a:ea typeface="Malgun Gothic"/>
                <a:cs typeface="Malgun Gothic"/>
              </a:defRPr>
            </a:defPPr>
            <a:lvl1pPr algn="l">
              <a:defRPr sz="1950" b="1">
                <a:solidFill>
                  <a:srgbClr val="182F49"/>
                </a:solidFill>
                <a:latin typeface="Malgun Gothic"/>
                <a:ea typeface="Malgun Gothic"/>
                <a:cs typeface="Malgun Gothic"/>
              </a:defRPr>
            </a:lvl1pPr>
            <a:lvl2pPr algn="l">
              <a:defRPr sz="1950" b="1">
                <a:solidFill>
                  <a:srgbClr val="182F49"/>
                </a:solidFill>
                <a:latin typeface="Malgun Gothic"/>
                <a:ea typeface="Malgun Gothic"/>
                <a:cs typeface="Malgun Gothic"/>
              </a:defRPr>
            </a:lvl2pPr>
            <a:lvl3pPr algn="l">
              <a:defRPr sz="1950" b="1">
                <a:solidFill>
                  <a:srgbClr val="182F49"/>
                </a:solidFill>
                <a:latin typeface="Malgun Gothic"/>
                <a:ea typeface="Malgun Gothic"/>
                <a:cs typeface="Malgun Gothic"/>
              </a:defRPr>
            </a:lvl3pPr>
            <a:lvl4pPr algn="l">
              <a:defRPr sz="1950" b="1">
                <a:solidFill>
                  <a:srgbClr val="182F49"/>
                </a:solidFill>
                <a:latin typeface="Malgun Gothic"/>
                <a:ea typeface="Malgun Gothic"/>
                <a:cs typeface="Malgun Gothic"/>
              </a:defRPr>
            </a:lvl4pPr>
            <a:lvl5pPr algn="l">
              <a:defRPr sz="1950" b="1">
                <a:solidFill>
                  <a:srgbClr val="182F49"/>
                </a:solidFill>
                <a:latin typeface="Malgun Gothic"/>
                <a:ea typeface="Malgun Gothic"/>
                <a:cs typeface="Malgun Gothic"/>
              </a:defRPr>
            </a:lvl5pPr>
            <a:lvl6pPr algn="l">
              <a:defRPr sz="1950" b="1">
                <a:solidFill>
                  <a:srgbClr val="182F49"/>
                </a:solidFill>
                <a:latin typeface="Malgun Gothic"/>
                <a:ea typeface="Malgun Gothic"/>
                <a:cs typeface="Malgun Gothic"/>
              </a:defRPr>
            </a:lvl6pPr>
            <a:lvl7pPr algn="l">
              <a:defRPr sz="1950" b="1">
                <a:solidFill>
                  <a:srgbClr val="182F49"/>
                </a:solidFill>
                <a:latin typeface="Malgun Gothic"/>
                <a:ea typeface="Malgun Gothic"/>
                <a:cs typeface="Malgun Gothic"/>
              </a:defRPr>
            </a:lvl7pPr>
            <a:lvl8pPr algn="l">
              <a:defRPr sz="1950" b="1">
                <a:solidFill>
                  <a:srgbClr val="182F49"/>
                </a:solidFill>
                <a:latin typeface="Malgun Gothic"/>
                <a:ea typeface="Malgun Gothic"/>
                <a:cs typeface="Malgun Gothic"/>
              </a:defRPr>
            </a:lvl8pPr>
            <a:lvl9pPr algn="l">
              <a:defRPr sz="1950" b="1">
                <a:solidFill>
                  <a:srgbClr val="182F49"/>
                </a:solidFill>
                <a:latin typeface="Malgun Gothic"/>
                <a:ea typeface="Malgun Gothic"/>
                <a:cs typeface="Malgun Gothic"/>
              </a:defRPr>
            </a:lvl9pPr>
          </a:lstStyle>
          <a:p xmlns:a="http://schemas.openxmlformats.org/drawingml/2006/main">
            <a:pPr algn="l">
              <a:defRPr sz="1950" b="1">
                <a:solidFill>
                  <a:srgbClr val="182F49"/>
                </a:solidFill>
                <a:latin typeface="Malgun Gothic"/>
                <a:ea typeface="Malgun Gothic"/>
                <a:cs typeface="Malgun Gothic"/>
              </a:defRPr>
            </a:pPr>
            <a:r>
              <a:rPr sz="1950" b="1">
                <a:solidFill>
                  <a:srgbClr val="182F49"/>
                </a:solidFill>
                <a:latin typeface="Malgun Gothic"/>
                <a:ea typeface="Malgun Gothic"/>
                <a:cs typeface="Malgun Gothic"/>
              </a:rPr>
              <a:t>추진·지원체계</a:t>
            </a:r>
          </a:p>
        </p:txBody>
      </p:sp>
      <p:sp>
        <p:nvSpPr>
          <p:cNvPr id="35" name="⑭ 거버넌스">
            <a:extLst xmlns:a="http://schemas.openxmlformats.org/drawingml/2006/main">
              <a:ext uri="{FF2B5EF4-FFF2-40B4-BE49-F238E27FC236}">
                <a16:creationId xmlns:a16="http://schemas.microsoft.com/office/drawing/2014/main" id="{4E98D2C6-2B37-40C4-AD96-8A347B401AA4}"/>
              </a:ext>
            </a:extLst>
          </p:cNvPr>
          <p:cNvSpPr>
            <a:spLocks xmlns:a="http://schemas.openxmlformats.org/drawingml/2006/main" noGrp="1"/>
          </p:cNvSpPr>
          <p:nvPr/>
        </p:nvSpPr>
        <p:spPr>
          <a:xfrm xmlns:a="http://schemas.openxmlformats.org/drawingml/2006/main">
            <a:off x="3990975" y="5429250"/>
            <a:ext cx="2714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2F49"/>
                </a:solidFill>
                <a:latin typeface="Malgun Gothic"/>
                <a:ea typeface="Malgun Gothic"/>
                <a:cs typeface="Malgun Gothic"/>
              </a:defRPr>
            </a:defPPr>
            <a:lvl1pPr algn="l">
              <a:defRPr sz="1800" b="0">
                <a:solidFill>
                  <a:srgbClr val="182F49"/>
                </a:solidFill>
                <a:latin typeface="Malgun Gothic"/>
                <a:ea typeface="Malgun Gothic"/>
                <a:cs typeface="Malgun Gothic"/>
              </a:defRPr>
            </a:lvl1pPr>
            <a:lvl2pPr algn="l">
              <a:defRPr sz="1800" b="0">
                <a:solidFill>
                  <a:srgbClr val="182F49"/>
                </a:solidFill>
                <a:latin typeface="Malgun Gothic"/>
                <a:ea typeface="Malgun Gothic"/>
                <a:cs typeface="Malgun Gothic"/>
              </a:defRPr>
            </a:lvl2pPr>
            <a:lvl3pPr algn="l">
              <a:defRPr sz="1800" b="0">
                <a:solidFill>
                  <a:srgbClr val="182F49"/>
                </a:solidFill>
                <a:latin typeface="Malgun Gothic"/>
                <a:ea typeface="Malgun Gothic"/>
                <a:cs typeface="Malgun Gothic"/>
              </a:defRPr>
            </a:lvl3pPr>
            <a:lvl4pPr algn="l">
              <a:defRPr sz="1800" b="0">
                <a:solidFill>
                  <a:srgbClr val="182F49"/>
                </a:solidFill>
                <a:latin typeface="Malgun Gothic"/>
                <a:ea typeface="Malgun Gothic"/>
                <a:cs typeface="Malgun Gothic"/>
              </a:defRPr>
            </a:lvl4pPr>
            <a:lvl5pPr algn="l">
              <a:defRPr sz="1800" b="0">
                <a:solidFill>
                  <a:srgbClr val="182F49"/>
                </a:solidFill>
                <a:latin typeface="Malgun Gothic"/>
                <a:ea typeface="Malgun Gothic"/>
                <a:cs typeface="Malgun Gothic"/>
              </a:defRPr>
            </a:lvl5pPr>
            <a:lvl6pPr algn="l">
              <a:defRPr sz="1800" b="0">
                <a:solidFill>
                  <a:srgbClr val="182F49"/>
                </a:solidFill>
                <a:latin typeface="Malgun Gothic"/>
                <a:ea typeface="Malgun Gothic"/>
                <a:cs typeface="Malgun Gothic"/>
              </a:defRPr>
            </a:lvl6pPr>
            <a:lvl7pPr algn="l">
              <a:defRPr sz="1800" b="0">
                <a:solidFill>
                  <a:srgbClr val="182F49"/>
                </a:solidFill>
                <a:latin typeface="Malgun Gothic"/>
                <a:ea typeface="Malgun Gothic"/>
                <a:cs typeface="Malgun Gothic"/>
              </a:defRPr>
            </a:lvl7pPr>
            <a:lvl8pPr algn="l">
              <a:defRPr sz="1800" b="0">
                <a:solidFill>
                  <a:srgbClr val="182F49"/>
                </a:solidFill>
                <a:latin typeface="Malgun Gothic"/>
                <a:ea typeface="Malgun Gothic"/>
                <a:cs typeface="Malgun Gothic"/>
              </a:defRPr>
            </a:lvl8pPr>
            <a:lvl9pPr algn="l">
              <a:defRPr sz="1800" b="0">
                <a:solidFill>
                  <a:srgbClr val="182F49"/>
                </a:solidFill>
                <a:latin typeface="Malgun Gothic"/>
                <a:ea typeface="Malgun Gothic"/>
                <a:cs typeface="Malgun Gothic"/>
              </a:defRPr>
            </a:lvl9pPr>
          </a:lstStyle>
          <a:p xmlns:a="http://schemas.openxmlformats.org/drawingml/2006/main">
            <a:pPr algn="l">
              <a:defRPr sz="1800" b="0">
                <a:solidFill>
                  <a:srgbClr val="182F49"/>
                </a:solidFill>
                <a:latin typeface="Malgun Gothic"/>
                <a:ea typeface="Malgun Gothic"/>
                <a:cs typeface="Malgun Gothic"/>
              </a:defRPr>
            </a:pPr>
            <a:r>
              <a:rPr sz="1800" b="0">
                <a:solidFill>
                  <a:srgbClr val="182F49"/>
                </a:solidFill>
                <a:latin typeface="Malgun Gothic"/>
                <a:ea typeface="Malgun Gothic"/>
                <a:cs typeface="Malgun Gothic"/>
              </a:rPr>
              <a:t>⑭ 거버넌스</a:t>
            </a:r>
          </a:p>
        </p:txBody>
      </p:sp>
      <p:sp>
        <p:nvSpPr>
          <p:cNvPr id="36" name="⑦ 적극행정·감사 면책">
            <a:extLst xmlns:a="http://schemas.openxmlformats.org/drawingml/2006/main">
              <a:ext uri="{FF2B5EF4-FFF2-40B4-BE49-F238E27FC236}">
                <a16:creationId xmlns:a16="http://schemas.microsoft.com/office/drawing/2014/main" id="{F0CA9A58-4A86-46E9-84BC-E8F707559C73}"/>
              </a:ext>
            </a:extLst>
          </p:cNvPr>
          <p:cNvSpPr>
            <a:spLocks xmlns:a="http://schemas.openxmlformats.org/drawingml/2006/main" noGrp="1"/>
          </p:cNvSpPr>
          <p:nvPr/>
        </p:nvSpPr>
        <p:spPr>
          <a:xfrm xmlns:a="http://schemas.openxmlformats.org/drawingml/2006/main">
            <a:off x="7248525" y="5429250"/>
            <a:ext cx="4048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2F49"/>
                </a:solidFill>
                <a:latin typeface="Malgun Gothic"/>
                <a:ea typeface="Malgun Gothic"/>
                <a:cs typeface="Malgun Gothic"/>
              </a:defRPr>
            </a:defPPr>
            <a:lvl1pPr algn="l">
              <a:defRPr sz="1800" b="0">
                <a:solidFill>
                  <a:srgbClr val="182F49"/>
                </a:solidFill>
                <a:latin typeface="Malgun Gothic"/>
                <a:ea typeface="Malgun Gothic"/>
                <a:cs typeface="Malgun Gothic"/>
              </a:defRPr>
            </a:lvl1pPr>
            <a:lvl2pPr algn="l">
              <a:defRPr sz="1800" b="0">
                <a:solidFill>
                  <a:srgbClr val="182F49"/>
                </a:solidFill>
                <a:latin typeface="Malgun Gothic"/>
                <a:ea typeface="Malgun Gothic"/>
                <a:cs typeface="Malgun Gothic"/>
              </a:defRPr>
            </a:lvl2pPr>
            <a:lvl3pPr algn="l">
              <a:defRPr sz="1800" b="0">
                <a:solidFill>
                  <a:srgbClr val="182F49"/>
                </a:solidFill>
                <a:latin typeface="Malgun Gothic"/>
                <a:ea typeface="Malgun Gothic"/>
                <a:cs typeface="Malgun Gothic"/>
              </a:defRPr>
            </a:lvl3pPr>
            <a:lvl4pPr algn="l">
              <a:defRPr sz="1800" b="0">
                <a:solidFill>
                  <a:srgbClr val="182F49"/>
                </a:solidFill>
                <a:latin typeface="Malgun Gothic"/>
                <a:ea typeface="Malgun Gothic"/>
                <a:cs typeface="Malgun Gothic"/>
              </a:defRPr>
            </a:lvl4pPr>
            <a:lvl5pPr algn="l">
              <a:defRPr sz="1800" b="0">
                <a:solidFill>
                  <a:srgbClr val="182F49"/>
                </a:solidFill>
                <a:latin typeface="Malgun Gothic"/>
                <a:ea typeface="Malgun Gothic"/>
                <a:cs typeface="Malgun Gothic"/>
              </a:defRPr>
            </a:lvl5pPr>
            <a:lvl6pPr algn="l">
              <a:defRPr sz="1800" b="0">
                <a:solidFill>
                  <a:srgbClr val="182F49"/>
                </a:solidFill>
                <a:latin typeface="Malgun Gothic"/>
                <a:ea typeface="Malgun Gothic"/>
                <a:cs typeface="Malgun Gothic"/>
              </a:defRPr>
            </a:lvl6pPr>
            <a:lvl7pPr algn="l">
              <a:defRPr sz="1800" b="0">
                <a:solidFill>
                  <a:srgbClr val="182F49"/>
                </a:solidFill>
                <a:latin typeface="Malgun Gothic"/>
                <a:ea typeface="Malgun Gothic"/>
                <a:cs typeface="Malgun Gothic"/>
              </a:defRPr>
            </a:lvl7pPr>
            <a:lvl8pPr algn="l">
              <a:defRPr sz="1800" b="0">
                <a:solidFill>
                  <a:srgbClr val="182F49"/>
                </a:solidFill>
                <a:latin typeface="Malgun Gothic"/>
                <a:ea typeface="Malgun Gothic"/>
                <a:cs typeface="Malgun Gothic"/>
              </a:defRPr>
            </a:lvl8pPr>
            <a:lvl9pPr algn="l">
              <a:defRPr sz="1800" b="0">
                <a:solidFill>
                  <a:srgbClr val="182F49"/>
                </a:solidFill>
                <a:latin typeface="Malgun Gothic"/>
                <a:ea typeface="Malgun Gothic"/>
                <a:cs typeface="Malgun Gothic"/>
              </a:defRPr>
            </a:lvl9pPr>
          </a:lstStyle>
          <a:p xmlns:a="http://schemas.openxmlformats.org/drawingml/2006/main">
            <a:pPr algn="l">
              <a:defRPr sz="1800" b="0">
                <a:solidFill>
                  <a:srgbClr val="182F49"/>
                </a:solidFill>
                <a:latin typeface="Malgun Gothic"/>
                <a:ea typeface="Malgun Gothic"/>
                <a:cs typeface="Malgun Gothic"/>
              </a:defRPr>
            </a:pPr>
            <a:r>
              <a:rPr sz="1800" b="0">
                <a:solidFill>
                  <a:srgbClr val="182F49"/>
                </a:solidFill>
                <a:latin typeface="Malgun Gothic"/>
                <a:ea typeface="Malgun Gothic"/>
                <a:cs typeface="Malgun Gothic"/>
              </a:rPr>
              <a:t>⑦ 적극행정·감사 면책</a:t>
            </a:r>
          </a:p>
        </p:txBody>
      </p:sp>
      <p:sp>
        <p:nvSpPr>
          <p:cNvPr id="37" name="">
            <a:extLst xmlns:a="http://schemas.openxmlformats.org/drawingml/2006/main">
              <a:ext uri="{FF2B5EF4-FFF2-40B4-BE49-F238E27FC236}">
                <a16:creationId xmlns:a16="http://schemas.microsoft.com/office/drawing/2014/main" id="{2DD16A73-E4D4-4B1E-95D9-5A8BA070BAF5}"/>
              </a:ext>
            </a:extLst>
          </p:cNvPr>
          <p:cNvSpPr>
            <a:spLocks xmlns:a="http://schemas.openxmlformats.org/drawingml/2006/main" noGrp="1"/>
          </p:cNvSpPr>
          <p:nvPr/>
        </p:nvSpPr>
        <p:spPr>
          <a:xfrm xmlns:a="http://schemas.openxmlformats.org/drawingml/2006/main">
            <a:off x="609600" y="5924550"/>
            <a:ext cx="10972800" cy="0"/>
          </a:xfrm>
          <a:prstGeom xmlns:a="http://schemas.openxmlformats.org/drawingml/2006/main" prst="line">
            <a:avLst/>
          </a:prstGeom>
          <a:noFill xmlns:a="http://schemas.openxmlformats.org/drawingml/2006/main"/>
          <a:ln xmlns:a="http://schemas.openxmlformats.org/drawingml/2006/main" w="19050">
            <a:solidFill>
              <a:srgbClr val="A7CDC7"/>
            </a:solidFill>
          </a:ln>
        </p:spPr>
      </p:sp>
      <p:sp>
        <p:nvSpPr>
          <p:cNvPr id="38" name="성과관리체계">
            <a:extLst xmlns:a="http://schemas.openxmlformats.org/drawingml/2006/main">
              <a:ext uri="{FF2B5EF4-FFF2-40B4-BE49-F238E27FC236}">
                <a16:creationId xmlns:a16="http://schemas.microsoft.com/office/drawing/2014/main" id="{B20D7D8E-63B9-4CD4-8BA7-C8BD097000C6}"/>
              </a:ext>
            </a:extLst>
          </p:cNvPr>
          <p:cNvSpPr>
            <a:spLocks xmlns:a="http://schemas.openxmlformats.org/drawingml/2006/main" noGrp="1"/>
          </p:cNvSpPr>
          <p:nvPr/>
        </p:nvSpPr>
        <p:spPr>
          <a:xfrm xmlns:a="http://schemas.openxmlformats.org/drawingml/2006/main">
            <a:off x="819150" y="594360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82F49"/>
                </a:solidFill>
                <a:latin typeface="Malgun Gothic"/>
                <a:ea typeface="Malgun Gothic"/>
                <a:cs typeface="Malgun Gothic"/>
              </a:defRPr>
            </a:defPPr>
            <a:lvl1pPr algn="l">
              <a:defRPr sz="1875" b="1">
                <a:solidFill>
                  <a:srgbClr val="182F49"/>
                </a:solidFill>
                <a:latin typeface="Malgun Gothic"/>
                <a:ea typeface="Malgun Gothic"/>
                <a:cs typeface="Malgun Gothic"/>
              </a:defRPr>
            </a:lvl1pPr>
            <a:lvl2pPr algn="l">
              <a:defRPr sz="1875" b="1">
                <a:solidFill>
                  <a:srgbClr val="182F49"/>
                </a:solidFill>
                <a:latin typeface="Malgun Gothic"/>
                <a:ea typeface="Malgun Gothic"/>
                <a:cs typeface="Malgun Gothic"/>
              </a:defRPr>
            </a:lvl2pPr>
            <a:lvl3pPr algn="l">
              <a:defRPr sz="1875" b="1">
                <a:solidFill>
                  <a:srgbClr val="182F49"/>
                </a:solidFill>
                <a:latin typeface="Malgun Gothic"/>
                <a:ea typeface="Malgun Gothic"/>
                <a:cs typeface="Malgun Gothic"/>
              </a:defRPr>
            </a:lvl3pPr>
            <a:lvl4pPr algn="l">
              <a:defRPr sz="1875" b="1">
                <a:solidFill>
                  <a:srgbClr val="182F49"/>
                </a:solidFill>
                <a:latin typeface="Malgun Gothic"/>
                <a:ea typeface="Malgun Gothic"/>
                <a:cs typeface="Malgun Gothic"/>
              </a:defRPr>
            </a:lvl4pPr>
            <a:lvl5pPr algn="l">
              <a:defRPr sz="1875" b="1">
                <a:solidFill>
                  <a:srgbClr val="182F49"/>
                </a:solidFill>
                <a:latin typeface="Malgun Gothic"/>
                <a:ea typeface="Malgun Gothic"/>
                <a:cs typeface="Malgun Gothic"/>
              </a:defRPr>
            </a:lvl5pPr>
            <a:lvl6pPr algn="l">
              <a:defRPr sz="1875" b="1">
                <a:solidFill>
                  <a:srgbClr val="182F49"/>
                </a:solidFill>
                <a:latin typeface="Malgun Gothic"/>
                <a:ea typeface="Malgun Gothic"/>
                <a:cs typeface="Malgun Gothic"/>
              </a:defRPr>
            </a:lvl6pPr>
            <a:lvl7pPr algn="l">
              <a:defRPr sz="1875" b="1">
                <a:solidFill>
                  <a:srgbClr val="182F49"/>
                </a:solidFill>
                <a:latin typeface="Malgun Gothic"/>
                <a:ea typeface="Malgun Gothic"/>
                <a:cs typeface="Malgun Gothic"/>
              </a:defRPr>
            </a:lvl7pPr>
            <a:lvl8pPr algn="l">
              <a:defRPr sz="1875" b="1">
                <a:solidFill>
                  <a:srgbClr val="182F49"/>
                </a:solidFill>
                <a:latin typeface="Malgun Gothic"/>
                <a:ea typeface="Malgun Gothic"/>
                <a:cs typeface="Malgun Gothic"/>
              </a:defRPr>
            </a:lvl8pPr>
            <a:lvl9pPr algn="l">
              <a:defRPr sz="1875" b="1">
                <a:solidFill>
                  <a:srgbClr val="182F49"/>
                </a:solidFill>
                <a:latin typeface="Malgun Gothic"/>
                <a:ea typeface="Malgun Gothic"/>
                <a:cs typeface="Malgun Gothic"/>
              </a:defRPr>
            </a:lvl9pPr>
          </a:lstStyle>
          <a:p xmlns:a="http://schemas.openxmlformats.org/drawingml/2006/main">
            <a:pPr algn="l">
              <a:defRPr sz="1875" b="1">
                <a:solidFill>
                  <a:srgbClr val="182F49"/>
                </a:solidFill>
                <a:latin typeface="Malgun Gothic"/>
                <a:ea typeface="Malgun Gothic"/>
                <a:cs typeface="Malgun Gothic"/>
              </a:defRPr>
            </a:pPr>
            <a:r>
              <a:rPr sz="1875" b="1">
                <a:solidFill>
                  <a:srgbClr val="182F49"/>
                </a:solidFill>
                <a:latin typeface="Malgun Gothic"/>
                <a:ea typeface="Malgun Gothic"/>
                <a:cs typeface="Malgun Gothic"/>
              </a:rPr>
              <a:t>성과관리체계</a:t>
            </a:r>
          </a:p>
        </p:txBody>
      </p:sp>
      <p:sp>
        <p:nvSpPr>
          <p:cNvPr id="39" name="⑧ 공공AX 성과평가">
            <a:extLst xmlns:a="http://schemas.openxmlformats.org/drawingml/2006/main">
              <a:ext uri="{FF2B5EF4-FFF2-40B4-BE49-F238E27FC236}">
                <a16:creationId xmlns:a16="http://schemas.microsoft.com/office/drawing/2014/main" id="{F2A6D954-ED14-4138-B68D-43E1F008DD79}"/>
              </a:ext>
            </a:extLst>
          </p:cNvPr>
          <p:cNvSpPr>
            <a:spLocks xmlns:a="http://schemas.openxmlformats.org/drawingml/2006/main" noGrp="1"/>
          </p:cNvSpPr>
          <p:nvPr/>
        </p:nvSpPr>
        <p:spPr>
          <a:xfrm xmlns:a="http://schemas.openxmlformats.org/drawingml/2006/main">
            <a:off x="3990975" y="5943600"/>
            <a:ext cx="614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2F49"/>
                </a:solidFill>
                <a:latin typeface="Malgun Gothic"/>
                <a:ea typeface="Malgun Gothic"/>
                <a:cs typeface="Malgun Gothic"/>
              </a:defRPr>
            </a:defPPr>
            <a:lvl1pPr algn="l">
              <a:defRPr sz="1800" b="0">
                <a:solidFill>
                  <a:srgbClr val="182F49"/>
                </a:solidFill>
                <a:latin typeface="Malgun Gothic"/>
                <a:ea typeface="Malgun Gothic"/>
                <a:cs typeface="Malgun Gothic"/>
              </a:defRPr>
            </a:lvl1pPr>
            <a:lvl2pPr algn="l">
              <a:defRPr sz="1800" b="0">
                <a:solidFill>
                  <a:srgbClr val="182F49"/>
                </a:solidFill>
                <a:latin typeface="Malgun Gothic"/>
                <a:ea typeface="Malgun Gothic"/>
                <a:cs typeface="Malgun Gothic"/>
              </a:defRPr>
            </a:lvl2pPr>
            <a:lvl3pPr algn="l">
              <a:defRPr sz="1800" b="0">
                <a:solidFill>
                  <a:srgbClr val="182F49"/>
                </a:solidFill>
                <a:latin typeface="Malgun Gothic"/>
                <a:ea typeface="Malgun Gothic"/>
                <a:cs typeface="Malgun Gothic"/>
              </a:defRPr>
            </a:lvl3pPr>
            <a:lvl4pPr algn="l">
              <a:defRPr sz="1800" b="0">
                <a:solidFill>
                  <a:srgbClr val="182F49"/>
                </a:solidFill>
                <a:latin typeface="Malgun Gothic"/>
                <a:ea typeface="Malgun Gothic"/>
                <a:cs typeface="Malgun Gothic"/>
              </a:defRPr>
            </a:lvl4pPr>
            <a:lvl5pPr algn="l">
              <a:defRPr sz="1800" b="0">
                <a:solidFill>
                  <a:srgbClr val="182F49"/>
                </a:solidFill>
                <a:latin typeface="Malgun Gothic"/>
                <a:ea typeface="Malgun Gothic"/>
                <a:cs typeface="Malgun Gothic"/>
              </a:defRPr>
            </a:lvl5pPr>
            <a:lvl6pPr algn="l">
              <a:defRPr sz="1800" b="0">
                <a:solidFill>
                  <a:srgbClr val="182F49"/>
                </a:solidFill>
                <a:latin typeface="Malgun Gothic"/>
                <a:ea typeface="Malgun Gothic"/>
                <a:cs typeface="Malgun Gothic"/>
              </a:defRPr>
            </a:lvl6pPr>
            <a:lvl7pPr algn="l">
              <a:defRPr sz="1800" b="0">
                <a:solidFill>
                  <a:srgbClr val="182F49"/>
                </a:solidFill>
                <a:latin typeface="Malgun Gothic"/>
                <a:ea typeface="Malgun Gothic"/>
                <a:cs typeface="Malgun Gothic"/>
              </a:defRPr>
            </a:lvl7pPr>
            <a:lvl8pPr algn="l">
              <a:defRPr sz="1800" b="0">
                <a:solidFill>
                  <a:srgbClr val="182F49"/>
                </a:solidFill>
                <a:latin typeface="Malgun Gothic"/>
                <a:ea typeface="Malgun Gothic"/>
                <a:cs typeface="Malgun Gothic"/>
              </a:defRPr>
            </a:lvl8pPr>
            <a:lvl9pPr algn="l">
              <a:defRPr sz="1800" b="0">
                <a:solidFill>
                  <a:srgbClr val="182F49"/>
                </a:solidFill>
                <a:latin typeface="Malgun Gothic"/>
                <a:ea typeface="Malgun Gothic"/>
                <a:cs typeface="Malgun Gothic"/>
              </a:defRPr>
            </a:lvl9pPr>
          </a:lstStyle>
          <a:p xmlns:a="http://schemas.openxmlformats.org/drawingml/2006/main">
            <a:pPr algn="l">
              <a:defRPr sz="1800" b="0">
                <a:solidFill>
                  <a:srgbClr val="182F49"/>
                </a:solidFill>
                <a:latin typeface="Malgun Gothic"/>
                <a:ea typeface="Malgun Gothic"/>
                <a:cs typeface="Malgun Gothic"/>
              </a:defRPr>
            </a:pPr>
            <a:r>
              <a:rPr sz="1800" b="0">
                <a:solidFill>
                  <a:srgbClr val="182F49"/>
                </a:solidFill>
                <a:latin typeface="Malgun Gothic"/>
                <a:ea typeface="Malgun Gothic"/>
                <a:cs typeface="Malgun Gothic"/>
              </a:rPr>
              <a:t>⑧ 공공AX 성과평가</a:t>
            </a:r>
          </a:p>
        </p:txBody>
      </p:sp>
      <p:sp>
        <p:nvSpPr>
          <p:cNvPr id="40" name="행동계획의 15개 과제를 발표 목적에 맞게 발표자가 재구성">
            <a:extLst xmlns:a="http://schemas.openxmlformats.org/drawingml/2006/main">
              <a:ext uri="{FF2B5EF4-FFF2-40B4-BE49-F238E27FC236}">
                <a16:creationId xmlns:a16="http://schemas.microsoft.com/office/drawing/2014/main" id="{FA938C79-C3BA-462E-B459-9DF2D7D6AFE1}"/>
              </a:ext>
            </a:extLst>
          </p:cNvPr>
          <p:cNvSpPr>
            <a:spLocks xmlns:a="http://schemas.openxmlformats.org/drawingml/2006/main" noGrp="1"/>
          </p:cNvSpPr>
          <p:nvPr/>
        </p:nvSpPr>
        <p:spPr>
          <a:xfrm xmlns:a="http://schemas.openxmlformats.org/drawingml/2006/main">
            <a:off x="609600" y="6400800"/>
            <a:ext cx="1028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63788A"/>
                </a:solidFill>
                <a:latin typeface="Malgun Gothic"/>
                <a:ea typeface="Malgun Gothic"/>
                <a:cs typeface="Malgun Gothic"/>
              </a:defRPr>
            </a:defPPr>
            <a:lvl1pPr algn="l">
              <a:defRPr sz="1125" b="0">
                <a:solidFill>
                  <a:srgbClr val="63788A"/>
                </a:solidFill>
                <a:latin typeface="Malgun Gothic"/>
                <a:ea typeface="Malgun Gothic"/>
                <a:cs typeface="Malgun Gothic"/>
              </a:defRPr>
            </a:lvl1pPr>
            <a:lvl2pPr algn="l">
              <a:defRPr sz="1125" b="0">
                <a:solidFill>
                  <a:srgbClr val="63788A"/>
                </a:solidFill>
                <a:latin typeface="Malgun Gothic"/>
                <a:ea typeface="Malgun Gothic"/>
                <a:cs typeface="Malgun Gothic"/>
              </a:defRPr>
            </a:lvl2pPr>
            <a:lvl3pPr algn="l">
              <a:defRPr sz="1125" b="0">
                <a:solidFill>
                  <a:srgbClr val="63788A"/>
                </a:solidFill>
                <a:latin typeface="Malgun Gothic"/>
                <a:ea typeface="Malgun Gothic"/>
                <a:cs typeface="Malgun Gothic"/>
              </a:defRPr>
            </a:lvl3pPr>
            <a:lvl4pPr algn="l">
              <a:defRPr sz="1125" b="0">
                <a:solidFill>
                  <a:srgbClr val="63788A"/>
                </a:solidFill>
                <a:latin typeface="Malgun Gothic"/>
                <a:ea typeface="Malgun Gothic"/>
                <a:cs typeface="Malgun Gothic"/>
              </a:defRPr>
            </a:lvl4pPr>
            <a:lvl5pPr algn="l">
              <a:defRPr sz="1125" b="0">
                <a:solidFill>
                  <a:srgbClr val="63788A"/>
                </a:solidFill>
                <a:latin typeface="Malgun Gothic"/>
                <a:ea typeface="Malgun Gothic"/>
                <a:cs typeface="Malgun Gothic"/>
              </a:defRPr>
            </a:lvl5pPr>
            <a:lvl6pPr algn="l">
              <a:defRPr sz="1125" b="0">
                <a:solidFill>
                  <a:srgbClr val="63788A"/>
                </a:solidFill>
                <a:latin typeface="Malgun Gothic"/>
                <a:ea typeface="Malgun Gothic"/>
                <a:cs typeface="Malgun Gothic"/>
              </a:defRPr>
            </a:lvl6pPr>
            <a:lvl7pPr algn="l">
              <a:defRPr sz="1125" b="0">
                <a:solidFill>
                  <a:srgbClr val="63788A"/>
                </a:solidFill>
                <a:latin typeface="Malgun Gothic"/>
                <a:ea typeface="Malgun Gothic"/>
                <a:cs typeface="Malgun Gothic"/>
              </a:defRPr>
            </a:lvl7pPr>
            <a:lvl8pPr algn="l">
              <a:defRPr sz="1125" b="0">
                <a:solidFill>
                  <a:srgbClr val="63788A"/>
                </a:solidFill>
                <a:latin typeface="Malgun Gothic"/>
                <a:ea typeface="Malgun Gothic"/>
                <a:cs typeface="Malgun Gothic"/>
              </a:defRPr>
            </a:lvl8pPr>
            <a:lvl9pPr algn="l">
              <a:defRPr sz="1125" b="0">
                <a:solidFill>
                  <a:srgbClr val="63788A"/>
                </a:solidFill>
                <a:latin typeface="Malgun Gothic"/>
                <a:ea typeface="Malgun Gothic"/>
                <a:cs typeface="Malgun Gothic"/>
              </a:defRPr>
            </a:lvl9pPr>
          </a:lstStyle>
          <a:p xmlns:a="http://schemas.openxmlformats.org/drawingml/2006/main">
            <a:pPr algn="l">
              <a:defRPr sz="1125" b="0">
                <a:solidFill>
                  <a:srgbClr val="63788A"/>
                </a:solidFill>
                <a:latin typeface="Malgun Gothic"/>
                <a:ea typeface="Malgun Gothic"/>
                <a:cs typeface="Malgun Gothic"/>
              </a:defRPr>
            </a:pPr>
            <a:r>
              <a:rPr sz="1125" b="0">
                <a:solidFill>
                  <a:srgbClr val="63788A"/>
                </a:solidFill>
                <a:latin typeface="Malgun Gothic"/>
                <a:ea typeface="Malgun Gothic"/>
                <a:cs typeface="Malgun Gothic"/>
              </a:rPr>
              <a:t>행동계획의 15개 과제를 발표 목적에 맞게 발표자가 재구성</a:t>
            </a:r>
          </a:p>
        </p:txBody>
      </p:sp>
    </p:spTree>
    <p:extLst>
      <p:ext uri="{BB962C8B-B14F-4D97-AF65-F5344CB8AC3E}">
        <p14:creationId xmlns:p14="http://schemas.microsoft.com/office/powerpoint/2010/main" val="15797371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AI 기반 행정업무 혁신">
            <a:extLst xmlns:a="http://schemas.openxmlformats.org/drawingml/2006/main">
              <a:ext uri="{FF2B5EF4-FFF2-40B4-BE49-F238E27FC236}">
                <a16:creationId xmlns:a16="http://schemas.microsoft.com/office/drawing/2014/main" id="{E0B40FFA-6B91-48DB-822A-9919ED8511CF}"/>
              </a:ext>
            </a:extLst>
          </p:cNvPr>
          <p:cNvSpPr>
            <a:spLocks xmlns:a="http://schemas.openxmlformats.org/drawingml/2006/main" noGrp="1"/>
          </p:cNvSpPr>
          <p:nvPr/>
        </p:nvSpPr>
        <p:spPr>
          <a:xfrm xmlns:a="http://schemas.openxmlformats.org/drawingml/2006/main">
            <a:off x="609600" y="4000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2F49"/>
                </a:solidFill>
                <a:latin typeface="Malgun Gothic"/>
                <a:ea typeface="Malgun Gothic"/>
                <a:cs typeface="Malgun Gothic"/>
              </a:defRPr>
            </a:defPPr>
            <a:lvl1pPr algn="l">
              <a:defRPr sz="3150" b="1">
                <a:solidFill>
                  <a:srgbClr val="182F49"/>
                </a:solidFill>
                <a:latin typeface="Malgun Gothic"/>
                <a:ea typeface="Malgun Gothic"/>
                <a:cs typeface="Malgun Gothic"/>
              </a:defRPr>
            </a:lvl1pPr>
            <a:lvl2pPr algn="l">
              <a:defRPr sz="3150" b="1">
                <a:solidFill>
                  <a:srgbClr val="182F49"/>
                </a:solidFill>
                <a:latin typeface="Malgun Gothic"/>
                <a:ea typeface="Malgun Gothic"/>
                <a:cs typeface="Malgun Gothic"/>
              </a:defRPr>
            </a:lvl2pPr>
            <a:lvl3pPr algn="l">
              <a:defRPr sz="3150" b="1">
                <a:solidFill>
                  <a:srgbClr val="182F49"/>
                </a:solidFill>
                <a:latin typeface="Malgun Gothic"/>
                <a:ea typeface="Malgun Gothic"/>
                <a:cs typeface="Malgun Gothic"/>
              </a:defRPr>
            </a:lvl3pPr>
            <a:lvl4pPr algn="l">
              <a:defRPr sz="3150" b="1">
                <a:solidFill>
                  <a:srgbClr val="182F49"/>
                </a:solidFill>
                <a:latin typeface="Malgun Gothic"/>
                <a:ea typeface="Malgun Gothic"/>
                <a:cs typeface="Malgun Gothic"/>
              </a:defRPr>
            </a:lvl4pPr>
            <a:lvl5pPr algn="l">
              <a:defRPr sz="3150" b="1">
                <a:solidFill>
                  <a:srgbClr val="182F49"/>
                </a:solidFill>
                <a:latin typeface="Malgun Gothic"/>
                <a:ea typeface="Malgun Gothic"/>
                <a:cs typeface="Malgun Gothic"/>
              </a:defRPr>
            </a:lvl5pPr>
            <a:lvl6pPr algn="l">
              <a:defRPr sz="3150" b="1">
                <a:solidFill>
                  <a:srgbClr val="182F49"/>
                </a:solidFill>
                <a:latin typeface="Malgun Gothic"/>
                <a:ea typeface="Malgun Gothic"/>
                <a:cs typeface="Malgun Gothic"/>
              </a:defRPr>
            </a:lvl6pPr>
            <a:lvl7pPr algn="l">
              <a:defRPr sz="3150" b="1">
                <a:solidFill>
                  <a:srgbClr val="182F49"/>
                </a:solidFill>
                <a:latin typeface="Malgun Gothic"/>
                <a:ea typeface="Malgun Gothic"/>
                <a:cs typeface="Malgun Gothic"/>
              </a:defRPr>
            </a:lvl7pPr>
            <a:lvl8pPr algn="l">
              <a:defRPr sz="3150" b="1">
                <a:solidFill>
                  <a:srgbClr val="182F49"/>
                </a:solidFill>
                <a:latin typeface="Malgun Gothic"/>
                <a:ea typeface="Malgun Gothic"/>
                <a:cs typeface="Malgun Gothic"/>
              </a:defRPr>
            </a:lvl8pPr>
            <a:lvl9pPr algn="l">
              <a:defRPr sz="3150" b="1">
                <a:solidFill>
                  <a:srgbClr val="182F49"/>
                </a:solidFill>
                <a:latin typeface="Malgun Gothic"/>
                <a:ea typeface="Malgun Gothic"/>
                <a:cs typeface="Malgun Gothic"/>
              </a:defRPr>
            </a:lvl9pPr>
          </a:lstStyle>
          <a:p xmlns:a="http://schemas.openxmlformats.org/drawingml/2006/main">
            <a:pPr algn="l">
              <a:defRPr sz="3150" b="1">
                <a:solidFill>
                  <a:srgbClr val="182F49"/>
                </a:solidFill>
                <a:latin typeface="Malgun Gothic"/>
                <a:ea typeface="Malgun Gothic"/>
                <a:cs typeface="Malgun Gothic"/>
              </a:defRPr>
            </a:pPr>
            <a:r>
              <a:rPr sz="3150" b="1">
                <a:solidFill>
                  <a:srgbClr val="182F49"/>
                </a:solidFill>
                <a:latin typeface="Malgun Gothic"/>
                <a:ea typeface="Malgun Gothic"/>
                <a:cs typeface="Malgun Gothic"/>
              </a:rPr>
              <a:t>AI 기반 행정업무 혁신</a:t>
            </a:r>
          </a:p>
        </p:txBody>
      </p:sp>
      <p:sp>
        <p:nvSpPr>
          <p:cNvPr id="2" name="05">
            <a:extLst xmlns:a="http://schemas.openxmlformats.org/drawingml/2006/main">
              <a:ext uri="{FF2B5EF4-FFF2-40B4-BE49-F238E27FC236}">
                <a16:creationId xmlns:a16="http://schemas.microsoft.com/office/drawing/2014/main" id="{A4ED0BC0-CC18-4007-9FF0-F321B69BADBF}"/>
              </a:ext>
            </a:extLst>
          </p:cNvPr>
          <p:cNvSpPr>
            <a:spLocks xmlns:a="http://schemas.openxmlformats.org/drawingml/2006/main" noGrp="1"/>
          </p:cNvSpPr>
          <p:nvPr/>
        </p:nvSpPr>
        <p:spPr>
          <a:xfrm xmlns:a="http://schemas.openxmlformats.org/drawingml/2006/main">
            <a:off x="11049000" y="5334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3788A"/>
                </a:solidFill>
                <a:latin typeface="Malgun Gothic"/>
                <a:ea typeface="Malgun Gothic"/>
                <a:cs typeface="Malgun Gothic"/>
              </a:defRPr>
            </a:defPPr>
            <a:lvl1pPr algn="r">
              <a:defRPr sz="1350" b="0">
                <a:solidFill>
                  <a:srgbClr val="63788A"/>
                </a:solidFill>
                <a:latin typeface="Malgun Gothic"/>
                <a:ea typeface="Malgun Gothic"/>
                <a:cs typeface="Malgun Gothic"/>
              </a:defRPr>
            </a:lvl1pPr>
            <a:lvl2pPr algn="r">
              <a:defRPr sz="1350" b="0">
                <a:solidFill>
                  <a:srgbClr val="63788A"/>
                </a:solidFill>
                <a:latin typeface="Malgun Gothic"/>
                <a:ea typeface="Malgun Gothic"/>
                <a:cs typeface="Malgun Gothic"/>
              </a:defRPr>
            </a:lvl2pPr>
            <a:lvl3pPr algn="r">
              <a:defRPr sz="1350" b="0">
                <a:solidFill>
                  <a:srgbClr val="63788A"/>
                </a:solidFill>
                <a:latin typeface="Malgun Gothic"/>
                <a:ea typeface="Malgun Gothic"/>
                <a:cs typeface="Malgun Gothic"/>
              </a:defRPr>
            </a:lvl3pPr>
            <a:lvl4pPr algn="r">
              <a:defRPr sz="1350" b="0">
                <a:solidFill>
                  <a:srgbClr val="63788A"/>
                </a:solidFill>
                <a:latin typeface="Malgun Gothic"/>
                <a:ea typeface="Malgun Gothic"/>
                <a:cs typeface="Malgun Gothic"/>
              </a:defRPr>
            </a:lvl4pPr>
            <a:lvl5pPr algn="r">
              <a:defRPr sz="1350" b="0">
                <a:solidFill>
                  <a:srgbClr val="63788A"/>
                </a:solidFill>
                <a:latin typeface="Malgun Gothic"/>
                <a:ea typeface="Malgun Gothic"/>
                <a:cs typeface="Malgun Gothic"/>
              </a:defRPr>
            </a:lvl5pPr>
            <a:lvl6pPr algn="r">
              <a:defRPr sz="1350" b="0">
                <a:solidFill>
                  <a:srgbClr val="63788A"/>
                </a:solidFill>
                <a:latin typeface="Malgun Gothic"/>
                <a:ea typeface="Malgun Gothic"/>
                <a:cs typeface="Malgun Gothic"/>
              </a:defRPr>
            </a:lvl6pPr>
            <a:lvl7pPr algn="r">
              <a:defRPr sz="1350" b="0">
                <a:solidFill>
                  <a:srgbClr val="63788A"/>
                </a:solidFill>
                <a:latin typeface="Malgun Gothic"/>
                <a:ea typeface="Malgun Gothic"/>
                <a:cs typeface="Malgun Gothic"/>
              </a:defRPr>
            </a:lvl7pPr>
            <a:lvl8pPr algn="r">
              <a:defRPr sz="1350" b="0">
                <a:solidFill>
                  <a:srgbClr val="63788A"/>
                </a:solidFill>
                <a:latin typeface="Malgun Gothic"/>
                <a:ea typeface="Malgun Gothic"/>
                <a:cs typeface="Malgun Gothic"/>
              </a:defRPr>
            </a:lvl8pPr>
            <a:lvl9pPr algn="r">
              <a:defRPr sz="1350" b="0">
                <a:solidFill>
                  <a:srgbClr val="63788A"/>
                </a:solidFill>
                <a:latin typeface="Malgun Gothic"/>
                <a:ea typeface="Malgun Gothic"/>
                <a:cs typeface="Malgun Gothic"/>
              </a:defRPr>
            </a:lvl9pPr>
          </a:lstStyle>
          <a:p xmlns:a="http://schemas.openxmlformats.org/drawingml/2006/main">
            <a:pPr algn="r">
              <a:defRPr sz="1350" b="0">
                <a:solidFill>
                  <a:srgbClr val="63788A"/>
                </a:solidFill>
                <a:latin typeface="Malgun Gothic"/>
                <a:ea typeface="Malgun Gothic"/>
                <a:cs typeface="Malgun Gothic"/>
              </a:defRPr>
            </a:pPr>
            <a:r>
              <a:rPr sz="1350" b="0">
                <a:solidFill>
                  <a:srgbClr val="63788A"/>
                </a:solidFill>
                <a:latin typeface="Malgun Gothic"/>
                <a:ea typeface="Malgun Gothic"/>
                <a:cs typeface="Malgun Gothic"/>
              </a:rPr>
              <a:t>05</a:t>
            </a:r>
          </a:p>
        </p:txBody>
      </p:sp>
      <p:sp>
        <p:nvSpPr>
          <p:cNvPr id="3" name="전략목표 1">
            <a:extLst xmlns:a="http://schemas.openxmlformats.org/drawingml/2006/main">
              <a:ext uri="{FF2B5EF4-FFF2-40B4-BE49-F238E27FC236}">
                <a16:creationId xmlns:a16="http://schemas.microsoft.com/office/drawing/2014/main" id="{D875E83B-8D61-4A43-8F3F-432A985AAA3F}"/>
              </a:ext>
            </a:extLst>
          </p:cNvPr>
          <p:cNvSpPr>
            <a:spLocks xmlns:a="http://schemas.openxmlformats.org/drawingml/2006/main" noGrp="1"/>
          </p:cNvSpPr>
          <p:nvPr/>
        </p:nvSpPr>
        <p:spPr>
          <a:xfrm xmlns:a="http://schemas.openxmlformats.org/drawingml/2006/main">
            <a:off x="628650" y="1114425"/>
            <a:ext cx="476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63788A"/>
                </a:solidFill>
                <a:latin typeface="Malgun Gothic"/>
                <a:ea typeface="Malgun Gothic"/>
                <a:cs typeface="Malgun Gothic"/>
              </a:defRPr>
            </a:defPPr>
            <a:lvl1pPr algn="l">
              <a:defRPr sz="1650" b="0">
                <a:solidFill>
                  <a:srgbClr val="63788A"/>
                </a:solidFill>
                <a:latin typeface="Malgun Gothic"/>
                <a:ea typeface="Malgun Gothic"/>
                <a:cs typeface="Malgun Gothic"/>
              </a:defRPr>
            </a:lvl1pPr>
            <a:lvl2pPr algn="l">
              <a:defRPr sz="1650" b="0">
                <a:solidFill>
                  <a:srgbClr val="63788A"/>
                </a:solidFill>
                <a:latin typeface="Malgun Gothic"/>
                <a:ea typeface="Malgun Gothic"/>
                <a:cs typeface="Malgun Gothic"/>
              </a:defRPr>
            </a:lvl2pPr>
            <a:lvl3pPr algn="l">
              <a:defRPr sz="1650" b="0">
                <a:solidFill>
                  <a:srgbClr val="63788A"/>
                </a:solidFill>
                <a:latin typeface="Malgun Gothic"/>
                <a:ea typeface="Malgun Gothic"/>
                <a:cs typeface="Malgun Gothic"/>
              </a:defRPr>
            </a:lvl3pPr>
            <a:lvl4pPr algn="l">
              <a:defRPr sz="1650" b="0">
                <a:solidFill>
                  <a:srgbClr val="63788A"/>
                </a:solidFill>
                <a:latin typeface="Malgun Gothic"/>
                <a:ea typeface="Malgun Gothic"/>
                <a:cs typeface="Malgun Gothic"/>
              </a:defRPr>
            </a:lvl4pPr>
            <a:lvl5pPr algn="l">
              <a:defRPr sz="1650" b="0">
                <a:solidFill>
                  <a:srgbClr val="63788A"/>
                </a:solidFill>
                <a:latin typeface="Malgun Gothic"/>
                <a:ea typeface="Malgun Gothic"/>
                <a:cs typeface="Malgun Gothic"/>
              </a:defRPr>
            </a:lvl5pPr>
            <a:lvl6pPr algn="l">
              <a:defRPr sz="1650" b="0">
                <a:solidFill>
                  <a:srgbClr val="63788A"/>
                </a:solidFill>
                <a:latin typeface="Malgun Gothic"/>
                <a:ea typeface="Malgun Gothic"/>
                <a:cs typeface="Malgun Gothic"/>
              </a:defRPr>
            </a:lvl6pPr>
            <a:lvl7pPr algn="l">
              <a:defRPr sz="1650" b="0">
                <a:solidFill>
                  <a:srgbClr val="63788A"/>
                </a:solidFill>
                <a:latin typeface="Malgun Gothic"/>
                <a:ea typeface="Malgun Gothic"/>
                <a:cs typeface="Malgun Gothic"/>
              </a:defRPr>
            </a:lvl7pPr>
            <a:lvl8pPr algn="l">
              <a:defRPr sz="1650" b="0">
                <a:solidFill>
                  <a:srgbClr val="63788A"/>
                </a:solidFill>
                <a:latin typeface="Malgun Gothic"/>
                <a:ea typeface="Malgun Gothic"/>
                <a:cs typeface="Malgun Gothic"/>
              </a:defRPr>
            </a:lvl8pPr>
            <a:lvl9pPr algn="l">
              <a:defRPr sz="1650" b="0">
                <a:solidFill>
                  <a:srgbClr val="63788A"/>
                </a:solidFill>
                <a:latin typeface="Malgun Gothic"/>
                <a:ea typeface="Malgun Gothic"/>
                <a:cs typeface="Malgun Gothic"/>
              </a:defRPr>
            </a:lvl9pPr>
          </a:lstStyle>
          <a:p xmlns:a="http://schemas.openxmlformats.org/drawingml/2006/main">
            <a:pPr algn="l">
              <a:defRPr sz="1650" b="0">
                <a:solidFill>
                  <a:srgbClr val="63788A"/>
                </a:solidFill>
                <a:latin typeface="Malgun Gothic"/>
                <a:ea typeface="Malgun Gothic"/>
                <a:cs typeface="Malgun Gothic"/>
              </a:defRPr>
            </a:pPr>
            <a:r>
              <a:rPr sz="1650" b="0">
                <a:solidFill>
                  <a:srgbClr val="63788A"/>
                </a:solidFill>
                <a:latin typeface="Malgun Gothic"/>
                <a:ea typeface="Malgun Gothic"/>
                <a:cs typeface="Malgun Gothic"/>
              </a:rPr>
              <a:t>전략목표 1</a:t>
            </a:r>
          </a:p>
        </p:txBody>
      </p:sp>
      <p:sp>
        <p:nvSpPr>
          <p:cNvPr id="4" name="함께 일하는 정부">
            <a:extLst xmlns:a="http://schemas.openxmlformats.org/drawingml/2006/main">
              <a:ext uri="{FF2B5EF4-FFF2-40B4-BE49-F238E27FC236}">
                <a16:creationId xmlns:a16="http://schemas.microsoft.com/office/drawing/2014/main" id="{B7F6D9FF-F0A2-4216-8EC5-83CC73D795CF}"/>
              </a:ext>
            </a:extLst>
          </p:cNvPr>
          <p:cNvSpPr>
            <a:spLocks xmlns:a="http://schemas.openxmlformats.org/drawingml/2006/main" noGrp="1"/>
          </p:cNvSpPr>
          <p:nvPr/>
        </p:nvSpPr>
        <p:spPr>
          <a:xfrm xmlns:a="http://schemas.openxmlformats.org/drawingml/2006/main">
            <a:off x="609600" y="1666875"/>
            <a:ext cx="809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900" b="1">
                <a:solidFill>
                  <a:srgbClr val="182F49"/>
                </a:solidFill>
                <a:latin typeface="Malgun Gothic"/>
                <a:ea typeface="Malgun Gothic"/>
                <a:cs typeface="Malgun Gothic"/>
              </a:defRPr>
            </a:defPPr>
            <a:lvl1pPr algn="l">
              <a:defRPr sz="3900" b="1">
                <a:solidFill>
                  <a:srgbClr val="182F49"/>
                </a:solidFill>
                <a:latin typeface="Malgun Gothic"/>
                <a:ea typeface="Malgun Gothic"/>
                <a:cs typeface="Malgun Gothic"/>
              </a:defRPr>
            </a:lvl1pPr>
            <a:lvl2pPr algn="l">
              <a:defRPr sz="3900" b="1">
                <a:solidFill>
                  <a:srgbClr val="182F49"/>
                </a:solidFill>
                <a:latin typeface="Malgun Gothic"/>
                <a:ea typeface="Malgun Gothic"/>
                <a:cs typeface="Malgun Gothic"/>
              </a:defRPr>
            </a:lvl2pPr>
            <a:lvl3pPr algn="l">
              <a:defRPr sz="3900" b="1">
                <a:solidFill>
                  <a:srgbClr val="182F49"/>
                </a:solidFill>
                <a:latin typeface="Malgun Gothic"/>
                <a:ea typeface="Malgun Gothic"/>
                <a:cs typeface="Malgun Gothic"/>
              </a:defRPr>
            </a:lvl3pPr>
            <a:lvl4pPr algn="l">
              <a:defRPr sz="3900" b="1">
                <a:solidFill>
                  <a:srgbClr val="182F49"/>
                </a:solidFill>
                <a:latin typeface="Malgun Gothic"/>
                <a:ea typeface="Malgun Gothic"/>
                <a:cs typeface="Malgun Gothic"/>
              </a:defRPr>
            </a:lvl4pPr>
            <a:lvl5pPr algn="l">
              <a:defRPr sz="3900" b="1">
                <a:solidFill>
                  <a:srgbClr val="182F49"/>
                </a:solidFill>
                <a:latin typeface="Malgun Gothic"/>
                <a:ea typeface="Malgun Gothic"/>
                <a:cs typeface="Malgun Gothic"/>
              </a:defRPr>
            </a:lvl5pPr>
            <a:lvl6pPr algn="l">
              <a:defRPr sz="3900" b="1">
                <a:solidFill>
                  <a:srgbClr val="182F49"/>
                </a:solidFill>
                <a:latin typeface="Malgun Gothic"/>
                <a:ea typeface="Malgun Gothic"/>
                <a:cs typeface="Malgun Gothic"/>
              </a:defRPr>
            </a:lvl6pPr>
            <a:lvl7pPr algn="l">
              <a:defRPr sz="3900" b="1">
                <a:solidFill>
                  <a:srgbClr val="182F49"/>
                </a:solidFill>
                <a:latin typeface="Malgun Gothic"/>
                <a:ea typeface="Malgun Gothic"/>
                <a:cs typeface="Malgun Gothic"/>
              </a:defRPr>
            </a:lvl7pPr>
            <a:lvl8pPr algn="l">
              <a:defRPr sz="3900" b="1">
                <a:solidFill>
                  <a:srgbClr val="182F49"/>
                </a:solidFill>
                <a:latin typeface="Malgun Gothic"/>
                <a:ea typeface="Malgun Gothic"/>
                <a:cs typeface="Malgun Gothic"/>
              </a:defRPr>
            </a:lvl8pPr>
            <a:lvl9pPr algn="l">
              <a:defRPr sz="3900" b="1">
                <a:solidFill>
                  <a:srgbClr val="182F49"/>
                </a:solidFill>
                <a:latin typeface="Malgun Gothic"/>
                <a:ea typeface="Malgun Gothic"/>
                <a:cs typeface="Malgun Gothic"/>
              </a:defRPr>
            </a:lvl9pPr>
          </a:lstStyle>
          <a:p xmlns:a="http://schemas.openxmlformats.org/drawingml/2006/main">
            <a:pPr algn="l">
              <a:defRPr sz="3900" b="1">
                <a:solidFill>
                  <a:srgbClr val="182F49"/>
                </a:solidFill>
                <a:latin typeface="Malgun Gothic"/>
                <a:ea typeface="Malgun Gothic"/>
                <a:cs typeface="Malgun Gothic"/>
              </a:defRPr>
            </a:pPr>
            <a:r>
              <a:rPr sz="3900" b="1">
                <a:solidFill>
                  <a:srgbClr val="182F49"/>
                </a:solidFill>
                <a:latin typeface="Malgun Gothic"/>
                <a:ea typeface="Malgun Gothic"/>
                <a:cs typeface="Malgun Gothic"/>
              </a:rPr>
              <a:t>함께 일하는 정부</a:t>
            </a:r>
          </a:p>
        </p:txBody>
      </p:sp>
      <p:sp>
        <p:nvSpPr>
          <p:cNvPr id="5" name="">
            <a:extLst xmlns:a="http://schemas.openxmlformats.org/drawingml/2006/main">
              <a:ext uri="{FF2B5EF4-FFF2-40B4-BE49-F238E27FC236}">
                <a16:creationId xmlns:a16="http://schemas.microsoft.com/office/drawing/2014/main" id="{B7EB7657-CEE7-4DF7-91E3-F6D356C3F583}"/>
              </a:ext>
            </a:extLst>
          </p:cNvPr>
          <p:cNvSpPr>
            <a:spLocks xmlns:a="http://schemas.openxmlformats.org/drawingml/2006/main" noGrp="1"/>
          </p:cNvSpPr>
          <p:nvPr/>
        </p:nvSpPr>
        <p:spPr>
          <a:xfrm xmlns:a="http://schemas.openxmlformats.org/drawingml/2006/main">
            <a:off x="609600" y="2762250"/>
            <a:ext cx="2428875" cy="2047875"/>
          </a:xfrm>
          <a:prstGeom xmlns:a="http://schemas.openxmlformats.org/drawingml/2006/main" prst="ellipse">
            <a:avLst/>
          </a:prstGeom>
          <a:solidFill xmlns:a="http://schemas.openxmlformats.org/drawingml/2006/main">
            <a:srgbClr val="182F4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61E01DE-CBC9-4D6D-8CAA-70540BBCF650}"/>
              </a:ext>
            </a:extLst>
          </p:cNvPr>
          <p:cNvSpPr>
            <a:spLocks xmlns:a="http://schemas.openxmlformats.org/drawingml/2006/main" noGrp="1"/>
          </p:cNvSpPr>
          <p:nvPr/>
        </p:nvSpPr>
        <p:spPr>
          <a:xfrm xmlns:a="http://schemas.openxmlformats.org/drawingml/2006/main">
            <a:off x="2400300" y="2762250"/>
            <a:ext cx="2428875" cy="2047875"/>
          </a:xfrm>
          <a:prstGeom xmlns:a="http://schemas.openxmlformats.org/drawingml/2006/main" prst="ellipse">
            <a:avLst/>
          </a:prstGeom>
          <a:solidFill xmlns:a="http://schemas.openxmlformats.org/drawingml/2006/main">
            <a:srgbClr val="C9EAE5"/>
          </a:solidFill>
          <a:ln xmlns:a="http://schemas.openxmlformats.org/drawingml/2006/main" w="0">
            <a:noFill/>
          </a:ln>
        </p:spPr>
      </p:sp>
      <p:sp>
        <p:nvSpPr>
          <p:cNvPr id="7" name="공무원">
            <a:extLst xmlns:a="http://schemas.openxmlformats.org/drawingml/2006/main">
              <a:ext uri="{FF2B5EF4-FFF2-40B4-BE49-F238E27FC236}">
                <a16:creationId xmlns:a16="http://schemas.microsoft.com/office/drawing/2014/main" id="{A3758C3C-2293-465E-BC35-772F3104B9E7}"/>
              </a:ext>
            </a:extLst>
          </p:cNvPr>
          <p:cNvSpPr>
            <a:spLocks xmlns:a="http://schemas.openxmlformats.org/drawingml/2006/main" noGrp="1"/>
          </p:cNvSpPr>
          <p:nvPr/>
        </p:nvSpPr>
        <p:spPr>
          <a:xfrm xmlns:a="http://schemas.openxmlformats.org/drawingml/2006/main">
            <a:off x="819150" y="3352800"/>
            <a:ext cx="1666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925" b="1">
                <a:solidFill>
                  <a:srgbClr val="FFFFFF"/>
                </a:solidFill>
                <a:latin typeface="Malgun Gothic"/>
                <a:ea typeface="Malgun Gothic"/>
                <a:cs typeface="Malgun Gothic"/>
              </a:defRPr>
            </a:defPPr>
            <a:lvl1pPr algn="ctr">
              <a:defRPr sz="2925" b="1">
                <a:solidFill>
                  <a:srgbClr val="FFFFFF"/>
                </a:solidFill>
                <a:latin typeface="Malgun Gothic"/>
                <a:ea typeface="Malgun Gothic"/>
                <a:cs typeface="Malgun Gothic"/>
              </a:defRPr>
            </a:lvl1pPr>
            <a:lvl2pPr algn="ctr">
              <a:defRPr sz="2925" b="1">
                <a:solidFill>
                  <a:srgbClr val="FFFFFF"/>
                </a:solidFill>
                <a:latin typeface="Malgun Gothic"/>
                <a:ea typeface="Malgun Gothic"/>
                <a:cs typeface="Malgun Gothic"/>
              </a:defRPr>
            </a:lvl2pPr>
            <a:lvl3pPr algn="ctr">
              <a:defRPr sz="2925" b="1">
                <a:solidFill>
                  <a:srgbClr val="FFFFFF"/>
                </a:solidFill>
                <a:latin typeface="Malgun Gothic"/>
                <a:ea typeface="Malgun Gothic"/>
                <a:cs typeface="Malgun Gothic"/>
              </a:defRPr>
            </a:lvl3pPr>
            <a:lvl4pPr algn="ctr">
              <a:defRPr sz="2925" b="1">
                <a:solidFill>
                  <a:srgbClr val="FFFFFF"/>
                </a:solidFill>
                <a:latin typeface="Malgun Gothic"/>
                <a:ea typeface="Malgun Gothic"/>
                <a:cs typeface="Malgun Gothic"/>
              </a:defRPr>
            </a:lvl4pPr>
            <a:lvl5pPr algn="ctr">
              <a:defRPr sz="2925" b="1">
                <a:solidFill>
                  <a:srgbClr val="FFFFFF"/>
                </a:solidFill>
                <a:latin typeface="Malgun Gothic"/>
                <a:ea typeface="Malgun Gothic"/>
                <a:cs typeface="Malgun Gothic"/>
              </a:defRPr>
            </a:lvl5pPr>
            <a:lvl6pPr algn="ctr">
              <a:defRPr sz="2925" b="1">
                <a:solidFill>
                  <a:srgbClr val="FFFFFF"/>
                </a:solidFill>
                <a:latin typeface="Malgun Gothic"/>
                <a:ea typeface="Malgun Gothic"/>
                <a:cs typeface="Malgun Gothic"/>
              </a:defRPr>
            </a:lvl6pPr>
            <a:lvl7pPr algn="ctr">
              <a:defRPr sz="2925" b="1">
                <a:solidFill>
                  <a:srgbClr val="FFFFFF"/>
                </a:solidFill>
                <a:latin typeface="Malgun Gothic"/>
                <a:ea typeface="Malgun Gothic"/>
                <a:cs typeface="Malgun Gothic"/>
              </a:defRPr>
            </a:lvl7pPr>
            <a:lvl8pPr algn="ctr">
              <a:defRPr sz="2925" b="1">
                <a:solidFill>
                  <a:srgbClr val="FFFFFF"/>
                </a:solidFill>
                <a:latin typeface="Malgun Gothic"/>
                <a:ea typeface="Malgun Gothic"/>
                <a:cs typeface="Malgun Gothic"/>
              </a:defRPr>
            </a:lvl8pPr>
            <a:lvl9pPr algn="ctr">
              <a:defRPr sz="2925" b="1">
                <a:solidFill>
                  <a:srgbClr val="FFFFFF"/>
                </a:solidFill>
                <a:latin typeface="Malgun Gothic"/>
                <a:ea typeface="Malgun Gothic"/>
                <a:cs typeface="Malgun Gothic"/>
              </a:defRPr>
            </a:lvl9pPr>
          </a:lstStyle>
          <a:p xmlns:a="http://schemas.openxmlformats.org/drawingml/2006/main">
            <a:pPr algn="ctr">
              <a:defRPr sz="2925" b="1">
                <a:solidFill>
                  <a:srgbClr val="FFFFFF"/>
                </a:solidFill>
                <a:latin typeface="Malgun Gothic"/>
                <a:ea typeface="Malgun Gothic"/>
                <a:cs typeface="Malgun Gothic"/>
              </a:defRPr>
            </a:pPr>
            <a:r>
              <a:rPr sz="2925" b="1">
                <a:solidFill>
                  <a:srgbClr val="FFFFFF"/>
                </a:solidFill>
                <a:latin typeface="Malgun Gothic"/>
                <a:ea typeface="Malgun Gothic"/>
                <a:cs typeface="Malgun Gothic"/>
              </a:rPr>
              <a:t>공무원</a:t>
            </a:r>
          </a:p>
        </p:txBody>
      </p:sp>
      <p:sp>
        <p:nvSpPr>
          <p:cNvPr id="8" name="AI">
            <a:extLst xmlns:a="http://schemas.openxmlformats.org/drawingml/2006/main">
              <a:ext uri="{FF2B5EF4-FFF2-40B4-BE49-F238E27FC236}">
                <a16:creationId xmlns:a16="http://schemas.microsoft.com/office/drawing/2014/main" id="{CAC8D849-AAB4-487F-ABD2-EA7982804A45}"/>
              </a:ext>
            </a:extLst>
          </p:cNvPr>
          <p:cNvSpPr>
            <a:spLocks xmlns:a="http://schemas.openxmlformats.org/drawingml/2006/main" noGrp="1"/>
          </p:cNvSpPr>
          <p:nvPr/>
        </p:nvSpPr>
        <p:spPr>
          <a:xfrm xmlns:a="http://schemas.openxmlformats.org/drawingml/2006/main">
            <a:off x="2895600" y="3352800"/>
            <a:ext cx="1476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3375" b="1">
                <a:solidFill>
                  <a:srgbClr val="182F49"/>
                </a:solidFill>
                <a:latin typeface="Malgun Gothic"/>
                <a:ea typeface="Malgun Gothic"/>
                <a:cs typeface="Malgun Gothic"/>
              </a:defRPr>
            </a:defPPr>
            <a:lvl1pPr algn="ctr">
              <a:defRPr sz="3375" b="1">
                <a:solidFill>
                  <a:srgbClr val="182F49"/>
                </a:solidFill>
                <a:latin typeface="Malgun Gothic"/>
                <a:ea typeface="Malgun Gothic"/>
                <a:cs typeface="Malgun Gothic"/>
              </a:defRPr>
            </a:lvl1pPr>
            <a:lvl2pPr algn="ctr">
              <a:defRPr sz="3375" b="1">
                <a:solidFill>
                  <a:srgbClr val="182F49"/>
                </a:solidFill>
                <a:latin typeface="Malgun Gothic"/>
                <a:ea typeface="Malgun Gothic"/>
                <a:cs typeface="Malgun Gothic"/>
              </a:defRPr>
            </a:lvl2pPr>
            <a:lvl3pPr algn="ctr">
              <a:defRPr sz="3375" b="1">
                <a:solidFill>
                  <a:srgbClr val="182F49"/>
                </a:solidFill>
                <a:latin typeface="Malgun Gothic"/>
                <a:ea typeface="Malgun Gothic"/>
                <a:cs typeface="Malgun Gothic"/>
              </a:defRPr>
            </a:lvl3pPr>
            <a:lvl4pPr algn="ctr">
              <a:defRPr sz="3375" b="1">
                <a:solidFill>
                  <a:srgbClr val="182F49"/>
                </a:solidFill>
                <a:latin typeface="Malgun Gothic"/>
                <a:ea typeface="Malgun Gothic"/>
                <a:cs typeface="Malgun Gothic"/>
              </a:defRPr>
            </a:lvl4pPr>
            <a:lvl5pPr algn="ctr">
              <a:defRPr sz="3375" b="1">
                <a:solidFill>
                  <a:srgbClr val="182F49"/>
                </a:solidFill>
                <a:latin typeface="Malgun Gothic"/>
                <a:ea typeface="Malgun Gothic"/>
                <a:cs typeface="Malgun Gothic"/>
              </a:defRPr>
            </a:lvl5pPr>
            <a:lvl6pPr algn="ctr">
              <a:defRPr sz="3375" b="1">
                <a:solidFill>
                  <a:srgbClr val="182F49"/>
                </a:solidFill>
                <a:latin typeface="Malgun Gothic"/>
                <a:ea typeface="Malgun Gothic"/>
                <a:cs typeface="Malgun Gothic"/>
              </a:defRPr>
            </a:lvl6pPr>
            <a:lvl7pPr algn="ctr">
              <a:defRPr sz="3375" b="1">
                <a:solidFill>
                  <a:srgbClr val="182F49"/>
                </a:solidFill>
                <a:latin typeface="Malgun Gothic"/>
                <a:ea typeface="Malgun Gothic"/>
                <a:cs typeface="Malgun Gothic"/>
              </a:defRPr>
            </a:lvl7pPr>
            <a:lvl8pPr algn="ctr">
              <a:defRPr sz="3375" b="1">
                <a:solidFill>
                  <a:srgbClr val="182F49"/>
                </a:solidFill>
                <a:latin typeface="Malgun Gothic"/>
                <a:ea typeface="Malgun Gothic"/>
                <a:cs typeface="Malgun Gothic"/>
              </a:defRPr>
            </a:lvl8pPr>
            <a:lvl9pPr algn="ctr">
              <a:defRPr sz="3375" b="1">
                <a:solidFill>
                  <a:srgbClr val="182F49"/>
                </a:solidFill>
                <a:latin typeface="Malgun Gothic"/>
                <a:ea typeface="Malgun Gothic"/>
                <a:cs typeface="Malgun Gothic"/>
              </a:defRPr>
            </a:lvl9pPr>
          </a:lstStyle>
          <a:p xmlns:a="http://schemas.openxmlformats.org/drawingml/2006/main">
            <a:pPr algn="ctr">
              <a:defRPr sz="3375" b="1">
                <a:solidFill>
                  <a:srgbClr val="182F49"/>
                </a:solidFill>
                <a:latin typeface="Malgun Gothic"/>
                <a:ea typeface="Malgun Gothic"/>
                <a:cs typeface="Malgun Gothic"/>
              </a:defRPr>
            </a:pPr>
            <a:r>
              <a:rPr sz="3375" b="1">
                <a:solidFill>
                  <a:srgbClr val="182F49"/>
                </a:solidFill>
                <a:latin typeface="Malgun Gothic"/>
                <a:ea typeface="Malgun Gothic"/>
                <a:cs typeface="Malgun Gothic"/>
              </a:rPr>
              <a:t>AI</a:t>
            </a:r>
          </a:p>
        </p:txBody>
      </p:sp>
      <p:sp>
        <p:nvSpPr>
          <p:cNvPr id="9" name="① AI-Native 협업체계">
            <a:extLst xmlns:a="http://schemas.openxmlformats.org/drawingml/2006/main">
              <a:ext uri="{FF2B5EF4-FFF2-40B4-BE49-F238E27FC236}">
                <a16:creationId xmlns:a16="http://schemas.microsoft.com/office/drawing/2014/main" id="{6A4F88FD-FB89-4FAB-9D0F-97EDA479F7BE}"/>
              </a:ext>
            </a:extLst>
          </p:cNvPr>
          <p:cNvSpPr>
            <a:spLocks xmlns:a="http://schemas.openxmlformats.org/drawingml/2006/main" noGrp="1"/>
          </p:cNvSpPr>
          <p:nvPr/>
        </p:nvSpPr>
        <p:spPr>
          <a:xfrm xmlns:a="http://schemas.openxmlformats.org/drawingml/2006/main">
            <a:off x="609600" y="504825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82F49"/>
                </a:solidFill>
                <a:latin typeface="Malgun Gothic"/>
                <a:ea typeface="Malgun Gothic"/>
                <a:cs typeface="Malgun Gothic"/>
              </a:defRPr>
            </a:defPPr>
            <a:lvl1pPr algn="l">
              <a:defRPr sz="2325" b="1">
                <a:solidFill>
                  <a:srgbClr val="182F49"/>
                </a:solidFill>
                <a:latin typeface="Malgun Gothic"/>
                <a:ea typeface="Malgun Gothic"/>
                <a:cs typeface="Malgun Gothic"/>
              </a:defRPr>
            </a:lvl1pPr>
            <a:lvl2pPr algn="l">
              <a:defRPr sz="2325" b="1">
                <a:solidFill>
                  <a:srgbClr val="182F49"/>
                </a:solidFill>
                <a:latin typeface="Malgun Gothic"/>
                <a:ea typeface="Malgun Gothic"/>
                <a:cs typeface="Malgun Gothic"/>
              </a:defRPr>
            </a:lvl2pPr>
            <a:lvl3pPr algn="l">
              <a:defRPr sz="2325" b="1">
                <a:solidFill>
                  <a:srgbClr val="182F49"/>
                </a:solidFill>
                <a:latin typeface="Malgun Gothic"/>
                <a:ea typeface="Malgun Gothic"/>
                <a:cs typeface="Malgun Gothic"/>
              </a:defRPr>
            </a:lvl3pPr>
            <a:lvl4pPr algn="l">
              <a:defRPr sz="2325" b="1">
                <a:solidFill>
                  <a:srgbClr val="182F49"/>
                </a:solidFill>
                <a:latin typeface="Malgun Gothic"/>
                <a:ea typeface="Malgun Gothic"/>
                <a:cs typeface="Malgun Gothic"/>
              </a:defRPr>
            </a:lvl4pPr>
            <a:lvl5pPr algn="l">
              <a:defRPr sz="2325" b="1">
                <a:solidFill>
                  <a:srgbClr val="182F49"/>
                </a:solidFill>
                <a:latin typeface="Malgun Gothic"/>
                <a:ea typeface="Malgun Gothic"/>
                <a:cs typeface="Malgun Gothic"/>
              </a:defRPr>
            </a:lvl5pPr>
            <a:lvl6pPr algn="l">
              <a:defRPr sz="2325" b="1">
                <a:solidFill>
                  <a:srgbClr val="182F49"/>
                </a:solidFill>
                <a:latin typeface="Malgun Gothic"/>
                <a:ea typeface="Malgun Gothic"/>
                <a:cs typeface="Malgun Gothic"/>
              </a:defRPr>
            </a:lvl6pPr>
            <a:lvl7pPr algn="l">
              <a:defRPr sz="2325" b="1">
                <a:solidFill>
                  <a:srgbClr val="182F49"/>
                </a:solidFill>
                <a:latin typeface="Malgun Gothic"/>
                <a:ea typeface="Malgun Gothic"/>
                <a:cs typeface="Malgun Gothic"/>
              </a:defRPr>
            </a:lvl7pPr>
            <a:lvl8pPr algn="l">
              <a:defRPr sz="2325" b="1">
                <a:solidFill>
                  <a:srgbClr val="182F49"/>
                </a:solidFill>
                <a:latin typeface="Malgun Gothic"/>
                <a:ea typeface="Malgun Gothic"/>
                <a:cs typeface="Malgun Gothic"/>
              </a:defRPr>
            </a:lvl8pPr>
            <a:lvl9pPr algn="l">
              <a:defRPr sz="2325" b="1">
                <a:solidFill>
                  <a:srgbClr val="182F49"/>
                </a:solidFill>
                <a:latin typeface="Malgun Gothic"/>
                <a:ea typeface="Malgun Gothic"/>
                <a:cs typeface="Malgun Gothic"/>
              </a:defRPr>
            </a:lvl9pPr>
          </a:lstStyle>
          <a:p xmlns:a="http://schemas.openxmlformats.org/drawingml/2006/main">
            <a:pPr algn="l">
              <a:defRPr sz="2325" b="1">
                <a:solidFill>
                  <a:srgbClr val="182F49"/>
                </a:solidFill>
                <a:latin typeface="Malgun Gothic"/>
                <a:ea typeface="Malgun Gothic"/>
                <a:cs typeface="Malgun Gothic"/>
              </a:defRPr>
            </a:pPr>
            <a:r>
              <a:rPr sz="2325" b="1">
                <a:solidFill>
                  <a:srgbClr val="182F49"/>
                </a:solidFill>
                <a:latin typeface="Malgun Gothic"/>
                <a:ea typeface="Malgun Gothic"/>
                <a:cs typeface="Malgun Gothic"/>
              </a:rPr>
              <a:t>① AI-Native 협업체계</a:t>
            </a:r>
          </a:p>
        </p:txBody>
      </p:sp>
      <p:sp>
        <p:nvSpPr>
          <p:cNvPr id="10" name="AI와 함께 일하기">
            <a:extLst xmlns:a="http://schemas.openxmlformats.org/drawingml/2006/main">
              <a:ext uri="{FF2B5EF4-FFF2-40B4-BE49-F238E27FC236}">
                <a16:creationId xmlns:a16="http://schemas.microsoft.com/office/drawing/2014/main" id="{746C183B-01E8-4EBF-A303-504156778D82}"/>
              </a:ext>
            </a:extLst>
          </p:cNvPr>
          <p:cNvSpPr>
            <a:spLocks xmlns:a="http://schemas.openxmlformats.org/drawingml/2006/main" noGrp="1"/>
          </p:cNvSpPr>
          <p:nvPr/>
        </p:nvSpPr>
        <p:spPr>
          <a:xfrm xmlns:a="http://schemas.openxmlformats.org/drawingml/2006/main">
            <a:off x="609600" y="5543550"/>
            <a:ext cx="4905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63788A"/>
                </a:solidFill>
                <a:latin typeface="Malgun Gothic"/>
                <a:ea typeface="Malgun Gothic"/>
                <a:cs typeface="Malgun Gothic"/>
              </a:defRPr>
            </a:defPPr>
            <a:lvl1pPr algn="l">
              <a:defRPr sz="1875" b="0">
                <a:solidFill>
                  <a:srgbClr val="63788A"/>
                </a:solidFill>
                <a:latin typeface="Malgun Gothic"/>
                <a:ea typeface="Malgun Gothic"/>
                <a:cs typeface="Malgun Gothic"/>
              </a:defRPr>
            </a:lvl1pPr>
            <a:lvl2pPr algn="l">
              <a:defRPr sz="1875" b="0">
                <a:solidFill>
                  <a:srgbClr val="63788A"/>
                </a:solidFill>
                <a:latin typeface="Malgun Gothic"/>
                <a:ea typeface="Malgun Gothic"/>
                <a:cs typeface="Malgun Gothic"/>
              </a:defRPr>
            </a:lvl2pPr>
            <a:lvl3pPr algn="l">
              <a:defRPr sz="1875" b="0">
                <a:solidFill>
                  <a:srgbClr val="63788A"/>
                </a:solidFill>
                <a:latin typeface="Malgun Gothic"/>
                <a:ea typeface="Malgun Gothic"/>
                <a:cs typeface="Malgun Gothic"/>
              </a:defRPr>
            </a:lvl3pPr>
            <a:lvl4pPr algn="l">
              <a:defRPr sz="1875" b="0">
                <a:solidFill>
                  <a:srgbClr val="63788A"/>
                </a:solidFill>
                <a:latin typeface="Malgun Gothic"/>
                <a:ea typeface="Malgun Gothic"/>
                <a:cs typeface="Malgun Gothic"/>
              </a:defRPr>
            </a:lvl4pPr>
            <a:lvl5pPr algn="l">
              <a:defRPr sz="1875" b="0">
                <a:solidFill>
                  <a:srgbClr val="63788A"/>
                </a:solidFill>
                <a:latin typeface="Malgun Gothic"/>
                <a:ea typeface="Malgun Gothic"/>
                <a:cs typeface="Malgun Gothic"/>
              </a:defRPr>
            </a:lvl5pPr>
            <a:lvl6pPr algn="l">
              <a:defRPr sz="1875" b="0">
                <a:solidFill>
                  <a:srgbClr val="63788A"/>
                </a:solidFill>
                <a:latin typeface="Malgun Gothic"/>
                <a:ea typeface="Malgun Gothic"/>
                <a:cs typeface="Malgun Gothic"/>
              </a:defRPr>
            </a:lvl6pPr>
            <a:lvl7pPr algn="l">
              <a:defRPr sz="1875" b="0">
                <a:solidFill>
                  <a:srgbClr val="63788A"/>
                </a:solidFill>
                <a:latin typeface="Malgun Gothic"/>
                <a:ea typeface="Malgun Gothic"/>
                <a:cs typeface="Malgun Gothic"/>
              </a:defRPr>
            </a:lvl7pPr>
            <a:lvl8pPr algn="l">
              <a:defRPr sz="1875" b="0">
                <a:solidFill>
                  <a:srgbClr val="63788A"/>
                </a:solidFill>
                <a:latin typeface="Malgun Gothic"/>
                <a:ea typeface="Malgun Gothic"/>
                <a:cs typeface="Malgun Gothic"/>
              </a:defRPr>
            </a:lvl8pPr>
            <a:lvl9pPr algn="l">
              <a:defRPr sz="1875" b="0">
                <a:solidFill>
                  <a:srgbClr val="63788A"/>
                </a:solidFill>
                <a:latin typeface="Malgun Gothic"/>
                <a:ea typeface="Malgun Gothic"/>
                <a:cs typeface="Malgun Gothic"/>
              </a:defRPr>
            </a:lvl9pPr>
          </a:lstStyle>
          <a:p xmlns:a="http://schemas.openxmlformats.org/drawingml/2006/main">
            <a:pPr algn="l">
              <a:defRPr sz="1875" b="0">
                <a:solidFill>
                  <a:srgbClr val="63788A"/>
                </a:solidFill>
                <a:latin typeface="Malgun Gothic"/>
                <a:ea typeface="Malgun Gothic"/>
                <a:cs typeface="Malgun Gothic"/>
              </a:defRPr>
            </a:pPr>
            <a:r>
              <a:rPr sz="1875" b="0">
                <a:solidFill>
                  <a:srgbClr val="63788A"/>
                </a:solidFill>
                <a:latin typeface="Malgun Gothic"/>
                <a:ea typeface="Malgun Gothic"/>
                <a:cs typeface="Malgun Gothic"/>
              </a:rPr>
              <a:t>AI와 함께 일하기</a:t>
            </a:r>
          </a:p>
        </p:txBody>
      </p:sp>
      <p:sp>
        <p:nvSpPr>
          <p:cNvPr id="11" name="② AI 업무관리 플랫폼">
            <a:extLst xmlns:a="http://schemas.openxmlformats.org/drawingml/2006/main">
              <a:ext uri="{FF2B5EF4-FFF2-40B4-BE49-F238E27FC236}">
                <a16:creationId xmlns:a16="http://schemas.microsoft.com/office/drawing/2014/main" id="{BBFC7AED-D3DA-4EF5-A438-27755207C6A3}"/>
              </a:ext>
            </a:extLst>
          </p:cNvPr>
          <p:cNvSpPr>
            <a:spLocks xmlns:a="http://schemas.openxmlformats.org/drawingml/2006/main" noGrp="1"/>
          </p:cNvSpPr>
          <p:nvPr/>
        </p:nvSpPr>
        <p:spPr>
          <a:xfrm xmlns:a="http://schemas.openxmlformats.org/drawingml/2006/main">
            <a:off x="6410325" y="26003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182F49"/>
                </a:solidFill>
                <a:latin typeface="Malgun Gothic"/>
                <a:ea typeface="Malgun Gothic"/>
                <a:cs typeface="Malgun Gothic"/>
              </a:defRPr>
            </a:defPPr>
            <a:lvl1pPr algn="l">
              <a:defRPr sz="2250" b="1">
                <a:solidFill>
                  <a:srgbClr val="182F49"/>
                </a:solidFill>
                <a:latin typeface="Malgun Gothic"/>
                <a:ea typeface="Malgun Gothic"/>
                <a:cs typeface="Malgun Gothic"/>
              </a:defRPr>
            </a:lvl1pPr>
            <a:lvl2pPr algn="l">
              <a:defRPr sz="2250" b="1">
                <a:solidFill>
                  <a:srgbClr val="182F49"/>
                </a:solidFill>
                <a:latin typeface="Malgun Gothic"/>
                <a:ea typeface="Malgun Gothic"/>
                <a:cs typeface="Malgun Gothic"/>
              </a:defRPr>
            </a:lvl2pPr>
            <a:lvl3pPr algn="l">
              <a:defRPr sz="2250" b="1">
                <a:solidFill>
                  <a:srgbClr val="182F49"/>
                </a:solidFill>
                <a:latin typeface="Malgun Gothic"/>
                <a:ea typeface="Malgun Gothic"/>
                <a:cs typeface="Malgun Gothic"/>
              </a:defRPr>
            </a:lvl3pPr>
            <a:lvl4pPr algn="l">
              <a:defRPr sz="2250" b="1">
                <a:solidFill>
                  <a:srgbClr val="182F49"/>
                </a:solidFill>
                <a:latin typeface="Malgun Gothic"/>
                <a:ea typeface="Malgun Gothic"/>
                <a:cs typeface="Malgun Gothic"/>
              </a:defRPr>
            </a:lvl4pPr>
            <a:lvl5pPr algn="l">
              <a:defRPr sz="2250" b="1">
                <a:solidFill>
                  <a:srgbClr val="182F49"/>
                </a:solidFill>
                <a:latin typeface="Malgun Gothic"/>
                <a:ea typeface="Malgun Gothic"/>
                <a:cs typeface="Malgun Gothic"/>
              </a:defRPr>
            </a:lvl5pPr>
            <a:lvl6pPr algn="l">
              <a:defRPr sz="2250" b="1">
                <a:solidFill>
                  <a:srgbClr val="182F49"/>
                </a:solidFill>
                <a:latin typeface="Malgun Gothic"/>
                <a:ea typeface="Malgun Gothic"/>
                <a:cs typeface="Malgun Gothic"/>
              </a:defRPr>
            </a:lvl6pPr>
            <a:lvl7pPr algn="l">
              <a:defRPr sz="2250" b="1">
                <a:solidFill>
                  <a:srgbClr val="182F49"/>
                </a:solidFill>
                <a:latin typeface="Malgun Gothic"/>
                <a:ea typeface="Malgun Gothic"/>
                <a:cs typeface="Malgun Gothic"/>
              </a:defRPr>
            </a:lvl7pPr>
            <a:lvl8pPr algn="l">
              <a:defRPr sz="2250" b="1">
                <a:solidFill>
                  <a:srgbClr val="182F49"/>
                </a:solidFill>
                <a:latin typeface="Malgun Gothic"/>
                <a:ea typeface="Malgun Gothic"/>
                <a:cs typeface="Malgun Gothic"/>
              </a:defRPr>
            </a:lvl8pPr>
            <a:lvl9pPr algn="l">
              <a:defRPr sz="2250" b="1">
                <a:solidFill>
                  <a:srgbClr val="182F49"/>
                </a:solidFill>
                <a:latin typeface="Malgun Gothic"/>
                <a:ea typeface="Malgun Gothic"/>
                <a:cs typeface="Malgun Gothic"/>
              </a:defRPr>
            </a:lvl9pPr>
          </a:lstStyle>
          <a:p xmlns:a="http://schemas.openxmlformats.org/drawingml/2006/main">
            <a:pPr algn="l">
              <a:defRPr sz="2250" b="1">
                <a:solidFill>
                  <a:srgbClr val="182F49"/>
                </a:solidFill>
                <a:latin typeface="Malgun Gothic"/>
                <a:ea typeface="Malgun Gothic"/>
                <a:cs typeface="Malgun Gothic"/>
              </a:defRPr>
            </a:pPr>
            <a:r>
              <a:rPr sz="2250" b="1">
                <a:solidFill>
                  <a:srgbClr val="182F49"/>
                </a:solidFill>
                <a:latin typeface="Malgun Gothic"/>
                <a:ea typeface="Malgun Gothic"/>
                <a:cs typeface="Malgun Gothic"/>
              </a:rPr>
              <a:t>② AI 업무관리 플랫폼</a:t>
            </a:r>
          </a:p>
        </p:txBody>
      </p:sp>
      <p:sp>
        <p:nvSpPr>
          <p:cNvPr id="12" name="">
            <a:extLst xmlns:a="http://schemas.openxmlformats.org/drawingml/2006/main">
              <a:ext uri="{FF2B5EF4-FFF2-40B4-BE49-F238E27FC236}">
                <a16:creationId xmlns:a16="http://schemas.microsoft.com/office/drawing/2014/main" id="{8752EE72-CF98-4D1A-A73E-0624063C87DC}"/>
              </a:ext>
            </a:extLst>
          </p:cNvPr>
          <p:cNvSpPr>
            <a:spLocks xmlns:a="http://schemas.openxmlformats.org/drawingml/2006/main" noGrp="1"/>
          </p:cNvSpPr>
          <p:nvPr/>
        </p:nvSpPr>
        <p:spPr>
          <a:xfrm xmlns:a="http://schemas.openxmlformats.org/drawingml/2006/main">
            <a:off x="6496050" y="3371850"/>
            <a:ext cx="1143000" cy="838200"/>
          </a:xfrm>
          <a:prstGeom xmlns:a="http://schemas.openxmlformats.org/drawingml/2006/main" prst="ellipse">
            <a:avLst/>
          </a:prstGeom>
          <a:solidFill xmlns:a="http://schemas.openxmlformats.org/drawingml/2006/main">
            <a:srgbClr val="EAF6F3"/>
          </a:solidFill>
          <a:ln xmlns:a="http://schemas.openxmlformats.org/drawingml/2006/main" w="19050">
            <a:solidFill>
              <a:srgbClr val="A7CDC7"/>
            </a:solidFill>
          </a:ln>
        </p:spPr>
      </p:sp>
      <p:sp>
        <p:nvSpPr>
          <p:cNvPr id="13" name="부처 A">
            <a:extLst xmlns:a="http://schemas.openxmlformats.org/drawingml/2006/main">
              <a:ext uri="{FF2B5EF4-FFF2-40B4-BE49-F238E27FC236}">
                <a16:creationId xmlns:a16="http://schemas.microsoft.com/office/drawing/2014/main" id="{4151B05C-364F-4074-9A7E-528660D12151}"/>
              </a:ext>
            </a:extLst>
          </p:cNvPr>
          <p:cNvSpPr>
            <a:spLocks xmlns:a="http://schemas.openxmlformats.org/drawingml/2006/main" noGrp="1"/>
          </p:cNvSpPr>
          <p:nvPr/>
        </p:nvSpPr>
        <p:spPr>
          <a:xfrm xmlns:a="http://schemas.openxmlformats.org/drawingml/2006/main">
            <a:off x="6496050" y="35623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82F49"/>
                </a:solidFill>
                <a:latin typeface="Malgun Gothic"/>
                <a:ea typeface="Malgun Gothic"/>
                <a:cs typeface="Malgun Gothic"/>
              </a:defRPr>
            </a:defPPr>
            <a:lvl1pPr algn="ctr">
              <a:defRPr sz="1800" b="1">
                <a:solidFill>
                  <a:srgbClr val="182F49"/>
                </a:solidFill>
                <a:latin typeface="Malgun Gothic"/>
                <a:ea typeface="Malgun Gothic"/>
                <a:cs typeface="Malgun Gothic"/>
              </a:defRPr>
            </a:lvl1pPr>
            <a:lvl2pPr algn="ctr">
              <a:defRPr sz="1800" b="1">
                <a:solidFill>
                  <a:srgbClr val="182F49"/>
                </a:solidFill>
                <a:latin typeface="Malgun Gothic"/>
                <a:ea typeface="Malgun Gothic"/>
                <a:cs typeface="Malgun Gothic"/>
              </a:defRPr>
            </a:lvl2pPr>
            <a:lvl3pPr algn="ctr">
              <a:defRPr sz="1800" b="1">
                <a:solidFill>
                  <a:srgbClr val="182F49"/>
                </a:solidFill>
                <a:latin typeface="Malgun Gothic"/>
                <a:ea typeface="Malgun Gothic"/>
                <a:cs typeface="Malgun Gothic"/>
              </a:defRPr>
            </a:lvl3pPr>
            <a:lvl4pPr algn="ctr">
              <a:defRPr sz="1800" b="1">
                <a:solidFill>
                  <a:srgbClr val="182F49"/>
                </a:solidFill>
                <a:latin typeface="Malgun Gothic"/>
                <a:ea typeface="Malgun Gothic"/>
                <a:cs typeface="Malgun Gothic"/>
              </a:defRPr>
            </a:lvl4pPr>
            <a:lvl5pPr algn="ctr">
              <a:defRPr sz="1800" b="1">
                <a:solidFill>
                  <a:srgbClr val="182F49"/>
                </a:solidFill>
                <a:latin typeface="Malgun Gothic"/>
                <a:ea typeface="Malgun Gothic"/>
                <a:cs typeface="Malgun Gothic"/>
              </a:defRPr>
            </a:lvl5pPr>
            <a:lvl6pPr algn="ctr">
              <a:defRPr sz="1800" b="1">
                <a:solidFill>
                  <a:srgbClr val="182F49"/>
                </a:solidFill>
                <a:latin typeface="Malgun Gothic"/>
                <a:ea typeface="Malgun Gothic"/>
                <a:cs typeface="Malgun Gothic"/>
              </a:defRPr>
            </a:lvl6pPr>
            <a:lvl7pPr algn="ctr">
              <a:defRPr sz="1800" b="1">
                <a:solidFill>
                  <a:srgbClr val="182F49"/>
                </a:solidFill>
                <a:latin typeface="Malgun Gothic"/>
                <a:ea typeface="Malgun Gothic"/>
                <a:cs typeface="Malgun Gothic"/>
              </a:defRPr>
            </a:lvl7pPr>
            <a:lvl8pPr algn="ctr">
              <a:defRPr sz="1800" b="1">
                <a:solidFill>
                  <a:srgbClr val="182F49"/>
                </a:solidFill>
                <a:latin typeface="Malgun Gothic"/>
                <a:ea typeface="Malgun Gothic"/>
                <a:cs typeface="Malgun Gothic"/>
              </a:defRPr>
            </a:lvl8pPr>
            <a:lvl9pPr algn="ctr">
              <a:defRPr sz="1800" b="1">
                <a:solidFill>
                  <a:srgbClr val="182F49"/>
                </a:solidFill>
                <a:latin typeface="Malgun Gothic"/>
                <a:ea typeface="Malgun Gothic"/>
                <a:cs typeface="Malgun Gothic"/>
              </a:defRPr>
            </a:lvl9pPr>
          </a:lstStyle>
          <a:p xmlns:a="http://schemas.openxmlformats.org/drawingml/2006/main">
            <a:pPr algn="ctr">
              <a:defRPr sz="1800" b="1">
                <a:solidFill>
                  <a:srgbClr val="182F49"/>
                </a:solidFill>
                <a:latin typeface="Malgun Gothic"/>
                <a:ea typeface="Malgun Gothic"/>
                <a:cs typeface="Malgun Gothic"/>
              </a:defRPr>
            </a:pPr>
            <a:r>
              <a:rPr sz="1800" b="1">
                <a:solidFill>
                  <a:srgbClr val="182F49"/>
                </a:solidFill>
                <a:latin typeface="Malgun Gothic"/>
                <a:ea typeface="Malgun Gothic"/>
                <a:cs typeface="Malgun Gothic"/>
              </a:rPr>
              <a:t>부처 A</a:t>
            </a:r>
          </a:p>
        </p:txBody>
      </p:sp>
      <p:sp>
        <p:nvSpPr>
          <p:cNvPr id="14" name="">
            <a:extLst xmlns:a="http://schemas.openxmlformats.org/drawingml/2006/main">
              <a:ext uri="{FF2B5EF4-FFF2-40B4-BE49-F238E27FC236}">
                <a16:creationId xmlns:a16="http://schemas.microsoft.com/office/drawing/2014/main" id="{451D5AE4-2556-482A-8193-E8D9E5A3A4F0}"/>
              </a:ext>
            </a:extLst>
          </p:cNvPr>
          <p:cNvSpPr>
            <a:spLocks xmlns:a="http://schemas.openxmlformats.org/drawingml/2006/main" noGrp="1"/>
          </p:cNvSpPr>
          <p:nvPr/>
        </p:nvSpPr>
        <p:spPr>
          <a:xfrm xmlns:a="http://schemas.openxmlformats.org/drawingml/2006/main">
            <a:off x="8181975" y="3371850"/>
            <a:ext cx="1143000" cy="838200"/>
          </a:xfrm>
          <a:prstGeom xmlns:a="http://schemas.openxmlformats.org/drawingml/2006/main" prst="ellipse">
            <a:avLst/>
          </a:prstGeom>
          <a:solidFill xmlns:a="http://schemas.openxmlformats.org/drawingml/2006/main">
            <a:srgbClr val="EAF6F3"/>
          </a:solidFill>
          <a:ln xmlns:a="http://schemas.openxmlformats.org/drawingml/2006/main" w="19050">
            <a:solidFill>
              <a:srgbClr val="A7CDC7"/>
            </a:solidFill>
          </a:ln>
        </p:spPr>
      </p:sp>
      <p:sp>
        <p:nvSpPr>
          <p:cNvPr id="15" name="부처 B">
            <a:extLst xmlns:a="http://schemas.openxmlformats.org/drawingml/2006/main">
              <a:ext uri="{FF2B5EF4-FFF2-40B4-BE49-F238E27FC236}">
                <a16:creationId xmlns:a16="http://schemas.microsoft.com/office/drawing/2014/main" id="{C6F7E71C-5A20-4A8E-A3BE-FA47B1F4D00F}"/>
              </a:ext>
            </a:extLst>
          </p:cNvPr>
          <p:cNvSpPr>
            <a:spLocks xmlns:a="http://schemas.openxmlformats.org/drawingml/2006/main" noGrp="1"/>
          </p:cNvSpPr>
          <p:nvPr/>
        </p:nvSpPr>
        <p:spPr>
          <a:xfrm xmlns:a="http://schemas.openxmlformats.org/drawingml/2006/main">
            <a:off x="8181975" y="35623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82F49"/>
                </a:solidFill>
                <a:latin typeface="Malgun Gothic"/>
                <a:ea typeface="Malgun Gothic"/>
                <a:cs typeface="Malgun Gothic"/>
              </a:defRPr>
            </a:defPPr>
            <a:lvl1pPr algn="ctr">
              <a:defRPr sz="1800" b="1">
                <a:solidFill>
                  <a:srgbClr val="182F49"/>
                </a:solidFill>
                <a:latin typeface="Malgun Gothic"/>
                <a:ea typeface="Malgun Gothic"/>
                <a:cs typeface="Malgun Gothic"/>
              </a:defRPr>
            </a:lvl1pPr>
            <a:lvl2pPr algn="ctr">
              <a:defRPr sz="1800" b="1">
                <a:solidFill>
                  <a:srgbClr val="182F49"/>
                </a:solidFill>
                <a:latin typeface="Malgun Gothic"/>
                <a:ea typeface="Malgun Gothic"/>
                <a:cs typeface="Malgun Gothic"/>
              </a:defRPr>
            </a:lvl2pPr>
            <a:lvl3pPr algn="ctr">
              <a:defRPr sz="1800" b="1">
                <a:solidFill>
                  <a:srgbClr val="182F49"/>
                </a:solidFill>
                <a:latin typeface="Malgun Gothic"/>
                <a:ea typeface="Malgun Gothic"/>
                <a:cs typeface="Malgun Gothic"/>
              </a:defRPr>
            </a:lvl3pPr>
            <a:lvl4pPr algn="ctr">
              <a:defRPr sz="1800" b="1">
                <a:solidFill>
                  <a:srgbClr val="182F49"/>
                </a:solidFill>
                <a:latin typeface="Malgun Gothic"/>
                <a:ea typeface="Malgun Gothic"/>
                <a:cs typeface="Malgun Gothic"/>
              </a:defRPr>
            </a:lvl4pPr>
            <a:lvl5pPr algn="ctr">
              <a:defRPr sz="1800" b="1">
                <a:solidFill>
                  <a:srgbClr val="182F49"/>
                </a:solidFill>
                <a:latin typeface="Malgun Gothic"/>
                <a:ea typeface="Malgun Gothic"/>
                <a:cs typeface="Malgun Gothic"/>
              </a:defRPr>
            </a:lvl5pPr>
            <a:lvl6pPr algn="ctr">
              <a:defRPr sz="1800" b="1">
                <a:solidFill>
                  <a:srgbClr val="182F49"/>
                </a:solidFill>
                <a:latin typeface="Malgun Gothic"/>
                <a:ea typeface="Malgun Gothic"/>
                <a:cs typeface="Malgun Gothic"/>
              </a:defRPr>
            </a:lvl6pPr>
            <a:lvl7pPr algn="ctr">
              <a:defRPr sz="1800" b="1">
                <a:solidFill>
                  <a:srgbClr val="182F49"/>
                </a:solidFill>
                <a:latin typeface="Malgun Gothic"/>
                <a:ea typeface="Malgun Gothic"/>
                <a:cs typeface="Malgun Gothic"/>
              </a:defRPr>
            </a:lvl7pPr>
            <a:lvl8pPr algn="ctr">
              <a:defRPr sz="1800" b="1">
                <a:solidFill>
                  <a:srgbClr val="182F49"/>
                </a:solidFill>
                <a:latin typeface="Malgun Gothic"/>
                <a:ea typeface="Malgun Gothic"/>
                <a:cs typeface="Malgun Gothic"/>
              </a:defRPr>
            </a:lvl8pPr>
            <a:lvl9pPr algn="ctr">
              <a:defRPr sz="1800" b="1">
                <a:solidFill>
                  <a:srgbClr val="182F49"/>
                </a:solidFill>
                <a:latin typeface="Malgun Gothic"/>
                <a:ea typeface="Malgun Gothic"/>
                <a:cs typeface="Malgun Gothic"/>
              </a:defRPr>
            </a:lvl9pPr>
          </a:lstStyle>
          <a:p xmlns:a="http://schemas.openxmlformats.org/drawingml/2006/main">
            <a:pPr algn="ctr">
              <a:defRPr sz="1800" b="1">
                <a:solidFill>
                  <a:srgbClr val="182F49"/>
                </a:solidFill>
                <a:latin typeface="Malgun Gothic"/>
                <a:ea typeface="Malgun Gothic"/>
                <a:cs typeface="Malgun Gothic"/>
              </a:defRPr>
            </a:pPr>
            <a:r>
              <a:rPr sz="1800" b="1">
                <a:solidFill>
                  <a:srgbClr val="182F49"/>
                </a:solidFill>
                <a:latin typeface="Malgun Gothic"/>
                <a:ea typeface="Malgun Gothic"/>
                <a:cs typeface="Malgun Gothic"/>
              </a:rPr>
              <a:t>부처 B</a:t>
            </a:r>
          </a:p>
        </p:txBody>
      </p:sp>
      <p:sp>
        <p:nvSpPr>
          <p:cNvPr id="16" name="">
            <a:extLst xmlns:a="http://schemas.openxmlformats.org/drawingml/2006/main">
              <a:ext uri="{FF2B5EF4-FFF2-40B4-BE49-F238E27FC236}">
                <a16:creationId xmlns:a16="http://schemas.microsoft.com/office/drawing/2014/main" id="{56152837-97CD-44B7-B169-E431BB54CCEC}"/>
              </a:ext>
            </a:extLst>
          </p:cNvPr>
          <p:cNvSpPr>
            <a:spLocks xmlns:a="http://schemas.openxmlformats.org/drawingml/2006/main" noGrp="1"/>
          </p:cNvSpPr>
          <p:nvPr/>
        </p:nvSpPr>
        <p:spPr>
          <a:xfrm xmlns:a="http://schemas.openxmlformats.org/drawingml/2006/main">
            <a:off x="9867900" y="3371850"/>
            <a:ext cx="1143000" cy="838200"/>
          </a:xfrm>
          <a:prstGeom xmlns:a="http://schemas.openxmlformats.org/drawingml/2006/main" prst="ellipse">
            <a:avLst/>
          </a:prstGeom>
          <a:solidFill xmlns:a="http://schemas.openxmlformats.org/drawingml/2006/main">
            <a:srgbClr val="EAF6F3"/>
          </a:solidFill>
          <a:ln xmlns:a="http://schemas.openxmlformats.org/drawingml/2006/main" w="19050">
            <a:solidFill>
              <a:srgbClr val="A7CDC7"/>
            </a:solidFill>
          </a:ln>
        </p:spPr>
      </p:sp>
      <p:sp>
        <p:nvSpPr>
          <p:cNvPr id="17" name="부처 C">
            <a:extLst xmlns:a="http://schemas.openxmlformats.org/drawingml/2006/main">
              <a:ext uri="{FF2B5EF4-FFF2-40B4-BE49-F238E27FC236}">
                <a16:creationId xmlns:a16="http://schemas.microsoft.com/office/drawing/2014/main" id="{D92FE755-72DA-47A2-A2E7-6B486099AF48}"/>
              </a:ext>
            </a:extLst>
          </p:cNvPr>
          <p:cNvSpPr>
            <a:spLocks xmlns:a="http://schemas.openxmlformats.org/drawingml/2006/main" noGrp="1"/>
          </p:cNvSpPr>
          <p:nvPr/>
        </p:nvSpPr>
        <p:spPr>
          <a:xfrm xmlns:a="http://schemas.openxmlformats.org/drawingml/2006/main">
            <a:off x="9867900" y="35623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800" b="1">
                <a:solidFill>
                  <a:srgbClr val="182F49"/>
                </a:solidFill>
                <a:latin typeface="Malgun Gothic"/>
                <a:ea typeface="Malgun Gothic"/>
                <a:cs typeface="Malgun Gothic"/>
              </a:defRPr>
            </a:defPPr>
            <a:lvl1pPr algn="ctr">
              <a:defRPr sz="1800" b="1">
                <a:solidFill>
                  <a:srgbClr val="182F49"/>
                </a:solidFill>
                <a:latin typeface="Malgun Gothic"/>
                <a:ea typeface="Malgun Gothic"/>
                <a:cs typeface="Malgun Gothic"/>
              </a:defRPr>
            </a:lvl1pPr>
            <a:lvl2pPr algn="ctr">
              <a:defRPr sz="1800" b="1">
                <a:solidFill>
                  <a:srgbClr val="182F49"/>
                </a:solidFill>
                <a:latin typeface="Malgun Gothic"/>
                <a:ea typeface="Malgun Gothic"/>
                <a:cs typeface="Malgun Gothic"/>
              </a:defRPr>
            </a:lvl2pPr>
            <a:lvl3pPr algn="ctr">
              <a:defRPr sz="1800" b="1">
                <a:solidFill>
                  <a:srgbClr val="182F49"/>
                </a:solidFill>
                <a:latin typeface="Malgun Gothic"/>
                <a:ea typeface="Malgun Gothic"/>
                <a:cs typeface="Malgun Gothic"/>
              </a:defRPr>
            </a:lvl3pPr>
            <a:lvl4pPr algn="ctr">
              <a:defRPr sz="1800" b="1">
                <a:solidFill>
                  <a:srgbClr val="182F49"/>
                </a:solidFill>
                <a:latin typeface="Malgun Gothic"/>
                <a:ea typeface="Malgun Gothic"/>
                <a:cs typeface="Malgun Gothic"/>
              </a:defRPr>
            </a:lvl4pPr>
            <a:lvl5pPr algn="ctr">
              <a:defRPr sz="1800" b="1">
                <a:solidFill>
                  <a:srgbClr val="182F49"/>
                </a:solidFill>
                <a:latin typeface="Malgun Gothic"/>
                <a:ea typeface="Malgun Gothic"/>
                <a:cs typeface="Malgun Gothic"/>
              </a:defRPr>
            </a:lvl5pPr>
            <a:lvl6pPr algn="ctr">
              <a:defRPr sz="1800" b="1">
                <a:solidFill>
                  <a:srgbClr val="182F49"/>
                </a:solidFill>
                <a:latin typeface="Malgun Gothic"/>
                <a:ea typeface="Malgun Gothic"/>
                <a:cs typeface="Malgun Gothic"/>
              </a:defRPr>
            </a:lvl6pPr>
            <a:lvl7pPr algn="ctr">
              <a:defRPr sz="1800" b="1">
                <a:solidFill>
                  <a:srgbClr val="182F49"/>
                </a:solidFill>
                <a:latin typeface="Malgun Gothic"/>
                <a:ea typeface="Malgun Gothic"/>
                <a:cs typeface="Malgun Gothic"/>
              </a:defRPr>
            </a:lvl7pPr>
            <a:lvl8pPr algn="ctr">
              <a:defRPr sz="1800" b="1">
                <a:solidFill>
                  <a:srgbClr val="182F49"/>
                </a:solidFill>
                <a:latin typeface="Malgun Gothic"/>
                <a:ea typeface="Malgun Gothic"/>
                <a:cs typeface="Malgun Gothic"/>
              </a:defRPr>
            </a:lvl8pPr>
            <a:lvl9pPr algn="ctr">
              <a:defRPr sz="1800" b="1">
                <a:solidFill>
                  <a:srgbClr val="182F49"/>
                </a:solidFill>
                <a:latin typeface="Malgun Gothic"/>
                <a:ea typeface="Malgun Gothic"/>
                <a:cs typeface="Malgun Gothic"/>
              </a:defRPr>
            </a:lvl9pPr>
          </a:lstStyle>
          <a:p xmlns:a="http://schemas.openxmlformats.org/drawingml/2006/main">
            <a:pPr algn="ctr">
              <a:defRPr sz="1800" b="1">
                <a:solidFill>
                  <a:srgbClr val="182F49"/>
                </a:solidFill>
                <a:latin typeface="Malgun Gothic"/>
                <a:ea typeface="Malgun Gothic"/>
                <a:cs typeface="Malgun Gothic"/>
              </a:defRPr>
            </a:pPr>
            <a:r>
              <a:rPr sz="1800" b="1">
                <a:solidFill>
                  <a:srgbClr val="182F49"/>
                </a:solidFill>
                <a:latin typeface="Malgun Gothic"/>
                <a:ea typeface="Malgun Gothic"/>
                <a:cs typeface="Malgun Gothic"/>
              </a:rPr>
              <a:t>부처 C</a:t>
            </a:r>
          </a:p>
        </p:txBody>
      </p:sp>
      <p:sp>
        <p:nvSpPr>
          <p:cNvPr id="18" name="">
            <a:extLst xmlns:a="http://schemas.openxmlformats.org/drawingml/2006/main">
              <a:ext uri="{FF2B5EF4-FFF2-40B4-BE49-F238E27FC236}">
                <a16:creationId xmlns:a16="http://schemas.microsoft.com/office/drawing/2014/main" id="{80B361B5-2E64-4A11-945B-C9F99A00FF2E}"/>
              </a:ext>
            </a:extLst>
          </p:cNvPr>
          <p:cNvSpPr>
            <a:spLocks xmlns:a="http://schemas.openxmlformats.org/drawingml/2006/main" noGrp="1"/>
          </p:cNvSpPr>
          <p:nvPr/>
        </p:nvSpPr>
        <p:spPr>
          <a:xfrm xmlns:a="http://schemas.openxmlformats.org/drawingml/2006/main">
            <a:off x="7639050" y="3790950"/>
            <a:ext cx="542925" cy="0"/>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19" name="">
            <a:extLst xmlns:a="http://schemas.openxmlformats.org/drawingml/2006/main">
              <a:ext uri="{FF2B5EF4-FFF2-40B4-BE49-F238E27FC236}">
                <a16:creationId xmlns:a16="http://schemas.microsoft.com/office/drawing/2014/main" id="{F83507A1-17FC-4CDD-ADCF-A0607615B293}"/>
              </a:ext>
            </a:extLst>
          </p:cNvPr>
          <p:cNvSpPr>
            <a:spLocks xmlns:a="http://schemas.openxmlformats.org/drawingml/2006/main" noGrp="1"/>
          </p:cNvSpPr>
          <p:nvPr/>
        </p:nvSpPr>
        <p:spPr>
          <a:xfrm xmlns:a="http://schemas.openxmlformats.org/drawingml/2006/main">
            <a:off x="9324975" y="3790950"/>
            <a:ext cx="542925" cy="0"/>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20" name="업무·데이터·맥락 연결">
            <a:extLst xmlns:a="http://schemas.openxmlformats.org/drawingml/2006/main">
              <a:ext uri="{FF2B5EF4-FFF2-40B4-BE49-F238E27FC236}">
                <a16:creationId xmlns:a16="http://schemas.microsoft.com/office/drawing/2014/main" id="{A13A28ED-D691-4C67-8199-FD6A5B1E8EE4}"/>
              </a:ext>
            </a:extLst>
          </p:cNvPr>
          <p:cNvSpPr>
            <a:spLocks xmlns:a="http://schemas.openxmlformats.org/drawingml/2006/main" noGrp="1"/>
          </p:cNvSpPr>
          <p:nvPr/>
        </p:nvSpPr>
        <p:spPr>
          <a:xfrm xmlns:a="http://schemas.openxmlformats.org/drawingml/2006/main">
            <a:off x="6419850" y="44767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2F49"/>
                </a:solidFill>
                <a:latin typeface="Malgun Gothic"/>
                <a:ea typeface="Malgun Gothic"/>
                <a:cs typeface="Malgun Gothic"/>
              </a:defRPr>
            </a:defPPr>
            <a:lvl1pPr algn="l">
              <a:defRPr sz="2025" b="1">
                <a:solidFill>
                  <a:srgbClr val="182F49"/>
                </a:solidFill>
                <a:latin typeface="Malgun Gothic"/>
                <a:ea typeface="Malgun Gothic"/>
                <a:cs typeface="Malgun Gothic"/>
              </a:defRPr>
            </a:lvl1pPr>
            <a:lvl2pPr algn="l">
              <a:defRPr sz="2025" b="1">
                <a:solidFill>
                  <a:srgbClr val="182F49"/>
                </a:solidFill>
                <a:latin typeface="Malgun Gothic"/>
                <a:ea typeface="Malgun Gothic"/>
                <a:cs typeface="Malgun Gothic"/>
              </a:defRPr>
            </a:lvl2pPr>
            <a:lvl3pPr algn="l">
              <a:defRPr sz="2025" b="1">
                <a:solidFill>
                  <a:srgbClr val="182F49"/>
                </a:solidFill>
                <a:latin typeface="Malgun Gothic"/>
                <a:ea typeface="Malgun Gothic"/>
                <a:cs typeface="Malgun Gothic"/>
              </a:defRPr>
            </a:lvl3pPr>
            <a:lvl4pPr algn="l">
              <a:defRPr sz="2025" b="1">
                <a:solidFill>
                  <a:srgbClr val="182F49"/>
                </a:solidFill>
                <a:latin typeface="Malgun Gothic"/>
                <a:ea typeface="Malgun Gothic"/>
                <a:cs typeface="Malgun Gothic"/>
              </a:defRPr>
            </a:lvl4pPr>
            <a:lvl5pPr algn="l">
              <a:defRPr sz="2025" b="1">
                <a:solidFill>
                  <a:srgbClr val="182F49"/>
                </a:solidFill>
                <a:latin typeface="Malgun Gothic"/>
                <a:ea typeface="Malgun Gothic"/>
                <a:cs typeface="Malgun Gothic"/>
              </a:defRPr>
            </a:lvl5pPr>
            <a:lvl6pPr algn="l">
              <a:defRPr sz="2025" b="1">
                <a:solidFill>
                  <a:srgbClr val="182F49"/>
                </a:solidFill>
                <a:latin typeface="Malgun Gothic"/>
                <a:ea typeface="Malgun Gothic"/>
                <a:cs typeface="Malgun Gothic"/>
              </a:defRPr>
            </a:lvl6pPr>
            <a:lvl7pPr algn="l">
              <a:defRPr sz="2025" b="1">
                <a:solidFill>
                  <a:srgbClr val="182F49"/>
                </a:solidFill>
                <a:latin typeface="Malgun Gothic"/>
                <a:ea typeface="Malgun Gothic"/>
                <a:cs typeface="Malgun Gothic"/>
              </a:defRPr>
            </a:lvl7pPr>
            <a:lvl8pPr algn="l">
              <a:defRPr sz="2025" b="1">
                <a:solidFill>
                  <a:srgbClr val="182F49"/>
                </a:solidFill>
                <a:latin typeface="Malgun Gothic"/>
                <a:ea typeface="Malgun Gothic"/>
                <a:cs typeface="Malgun Gothic"/>
              </a:defRPr>
            </a:lvl8pPr>
            <a:lvl9pPr algn="l">
              <a:defRPr sz="2025" b="1">
                <a:solidFill>
                  <a:srgbClr val="182F49"/>
                </a:solidFill>
                <a:latin typeface="Malgun Gothic"/>
                <a:ea typeface="Malgun Gothic"/>
                <a:cs typeface="Malgun Gothic"/>
              </a:defRPr>
            </a:lvl9pPr>
          </a:lstStyle>
          <a:p xmlns:a="http://schemas.openxmlformats.org/drawingml/2006/main">
            <a:pPr algn="l">
              <a:defRPr sz="2025" b="1">
                <a:solidFill>
                  <a:srgbClr val="182F49"/>
                </a:solidFill>
                <a:latin typeface="Malgun Gothic"/>
                <a:ea typeface="Malgun Gothic"/>
                <a:cs typeface="Malgun Gothic"/>
              </a:defRPr>
            </a:pPr>
            <a:r>
              <a:rPr sz="2025" b="1">
                <a:solidFill>
                  <a:srgbClr val="182F49"/>
                </a:solidFill>
                <a:latin typeface="Malgun Gothic"/>
                <a:ea typeface="Malgun Gothic"/>
                <a:cs typeface="Malgun Gothic"/>
              </a:rPr>
              <a:t>업무·데이터·맥락 연결</a:t>
            </a:r>
          </a:p>
        </p:txBody>
      </p:sp>
      <p:sp>
        <p:nvSpPr>
          <p:cNvPr id="21" name="">
            <a:extLst xmlns:a="http://schemas.openxmlformats.org/drawingml/2006/main">
              <a:ext uri="{FF2B5EF4-FFF2-40B4-BE49-F238E27FC236}">
                <a16:creationId xmlns:a16="http://schemas.microsoft.com/office/drawing/2014/main" id="{2858F181-39DF-4A35-A8E9-6CF468392306}"/>
              </a:ext>
            </a:extLst>
          </p:cNvPr>
          <p:cNvSpPr>
            <a:spLocks xmlns:a="http://schemas.openxmlformats.org/drawingml/2006/main" noGrp="1"/>
          </p:cNvSpPr>
          <p:nvPr/>
        </p:nvSpPr>
        <p:spPr>
          <a:xfrm xmlns:a="http://schemas.openxmlformats.org/drawingml/2006/main">
            <a:off x="3009900" y="5953125"/>
            <a:ext cx="0" cy="171450"/>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22" name="">
            <a:extLst xmlns:a="http://schemas.openxmlformats.org/drawingml/2006/main">
              <a:ext uri="{FF2B5EF4-FFF2-40B4-BE49-F238E27FC236}">
                <a16:creationId xmlns:a16="http://schemas.microsoft.com/office/drawing/2014/main" id="{EF625722-C8D1-43D3-B27D-F73B5A8DCE96}"/>
              </a:ext>
            </a:extLst>
          </p:cNvPr>
          <p:cNvSpPr>
            <a:spLocks xmlns:a="http://schemas.openxmlformats.org/drawingml/2006/main" noGrp="1"/>
          </p:cNvSpPr>
          <p:nvPr/>
        </p:nvSpPr>
        <p:spPr>
          <a:xfrm xmlns:a="http://schemas.openxmlformats.org/drawingml/2006/main">
            <a:off x="8943975" y="5219700"/>
            <a:ext cx="0" cy="904875"/>
          </a:xfrm>
          <a:prstGeom xmlns:a="http://schemas.openxmlformats.org/drawingml/2006/main" prst="line">
            <a:avLst/>
          </a:prstGeom>
          <a:noFill xmlns:a="http://schemas.openxmlformats.org/drawingml/2006/main"/>
          <a:ln xmlns:a="http://schemas.openxmlformats.org/drawingml/2006/main" w="28575">
            <a:solidFill>
              <a:srgbClr val="A7CDC7"/>
            </a:solidFill>
          </a:ln>
        </p:spPr>
      </p:sp>
      <p:sp>
        <p:nvSpPr>
          <p:cNvPr id="23" name="">
            <a:extLst xmlns:a="http://schemas.openxmlformats.org/drawingml/2006/main">
              <a:ext uri="{FF2B5EF4-FFF2-40B4-BE49-F238E27FC236}">
                <a16:creationId xmlns:a16="http://schemas.microsoft.com/office/drawing/2014/main" id="{7CCD8B0D-5B47-45CA-94A0-C1245A49AB4E}"/>
              </a:ext>
            </a:extLst>
          </p:cNvPr>
          <p:cNvSpPr>
            <a:spLocks xmlns:a="http://schemas.openxmlformats.org/drawingml/2006/main" noGrp="1"/>
          </p:cNvSpPr>
          <p:nvPr/>
        </p:nvSpPr>
        <p:spPr>
          <a:xfrm xmlns:a="http://schemas.openxmlformats.org/drawingml/2006/main">
            <a:off x="609600" y="6067425"/>
            <a:ext cx="10972800" cy="523875"/>
          </a:xfrm>
          <a:prstGeom xmlns:a="http://schemas.openxmlformats.org/drawingml/2006/main" prst="rect">
            <a:avLst/>
          </a:prstGeom>
          <a:solidFill xmlns:a="http://schemas.openxmlformats.org/drawingml/2006/main">
            <a:srgbClr val="C9EAE5"/>
          </a:solidFill>
          <a:ln xmlns:a="http://schemas.openxmlformats.org/drawingml/2006/main" w="0">
            <a:noFill/>
          </a:ln>
        </p:spPr>
      </p:sp>
      <p:sp>
        <p:nvSpPr>
          <p:cNvPr id="24" name="④ 공공 AI 인재양성">
            <a:extLst xmlns:a="http://schemas.openxmlformats.org/drawingml/2006/main">
              <a:ext uri="{FF2B5EF4-FFF2-40B4-BE49-F238E27FC236}">
                <a16:creationId xmlns:a16="http://schemas.microsoft.com/office/drawing/2014/main" id="{AAED61D1-3696-4F15-8835-87577FBED571}"/>
              </a:ext>
            </a:extLst>
          </p:cNvPr>
          <p:cNvSpPr>
            <a:spLocks xmlns:a="http://schemas.openxmlformats.org/drawingml/2006/main" noGrp="1"/>
          </p:cNvSpPr>
          <p:nvPr/>
        </p:nvSpPr>
        <p:spPr>
          <a:xfrm xmlns:a="http://schemas.openxmlformats.org/drawingml/2006/main">
            <a:off x="828675" y="6172200"/>
            <a:ext cx="4905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82F49"/>
                </a:solidFill>
                <a:latin typeface="Malgun Gothic"/>
                <a:ea typeface="Malgun Gothic"/>
                <a:cs typeface="Malgun Gothic"/>
              </a:defRPr>
            </a:defPPr>
            <a:lvl1pPr algn="l">
              <a:defRPr sz="2100" b="1">
                <a:solidFill>
                  <a:srgbClr val="182F49"/>
                </a:solidFill>
                <a:latin typeface="Malgun Gothic"/>
                <a:ea typeface="Malgun Gothic"/>
                <a:cs typeface="Malgun Gothic"/>
              </a:defRPr>
            </a:lvl1pPr>
            <a:lvl2pPr algn="l">
              <a:defRPr sz="2100" b="1">
                <a:solidFill>
                  <a:srgbClr val="182F49"/>
                </a:solidFill>
                <a:latin typeface="Malgun Gothic"/>
                <a:ea typeface="Malgun Gothic"/>
                <a:cs typeface="Malgun Gothic"/>
              </a:defRPr>
            </a:lvl2pPr>
            <a:lvl3pPr algn="l">
              <a:defRPr sz="2100" b="1">
                <a:solidFill>
                  <a:srgbClr val="182F49"/>
                </a:solidFill>
                <a:latin typeface="Malgun Gothic"/>
                <a:ea typeface="Malgun Gothic"/>
                <a:cs typeface="Malgun Gothic"/>
              </a:defRPr>
            </a:lvl3pPr>
            <a:lvl4pPr algn="l">
              <a:defRPr sz="2100" b="1">
                <a:solidFill>
                  <a:srgbClr val="182F49"/>
                </a:solidFill>
                <a:latin typeface="Malgun Gothic"/>
                <a:ea typeface="Malgun Gothic"/>
                <a:cs typeface="Malgun Gothic"/>
              </a:defRPr>
            </a:lvl4pPr>
            <a:lvl5pPr algn="l">
              <a:defRPr sz="2100" b="1">
                <a:solidFill>
                  <a:srgbClr val="182F49"/>
                </a:solidFill>
                <a:latin typeface="Malgun Gothic"/>
                <a:ea typeface="Malgun Gothic"/>
                <a:cs typeface="Malgun Gothic"/>
              </a:defRPr>
            </a:lvl5pPr>
            <a:lvl6pPr algn="l">
              <a:defRPr sz="2100" b="1">
                <a:solidFill>
                  <a:srgbClr val="182F49"/>
                </a:solidFill>
                <a:latin typeface="Malgun Gothic"/>
                <a:ea typeface="Malgun Gothic"/>
                <a:cs typeface="Malgun Gothic"/>
              </a:defRPr>
            </a:lvl6pPr>
            <a:lvl7pPr algn="l">
              <a:defRPr sz="2100" b="1">
                <a:solidFill>
                  <a:srgbClr val="182F49"/>
                </a:solidFill>
                <a:latin typeface="Malgun Gothic"/>
                <a:ea typeface="Malgun Gothic"/>
                <a:cs typeface="Malgun Gothic"/>
              </a:defRPr>
            </a:lvl7pPr>
            <a:lvl8pPr algn="l">
              <a:defRPr sz="2100" b="1">
                <a:solidFill>
                  <a:srgbClr val="182F49"/>
                </a:solidFill>
                <a:latin typeface="Malgun Gothic"/>
                <a:ea typeface="Malgun Gothic"/>
                <a:cs typeface="Malgun Gothic"/>
              </a:defRPr>
            </a:lvl8pPr>
            <a:lvl9pPr algn="l">
              <a:defRPr sz="2100" b="1">
                <a:solidFill>
                  <a:srgbClr val="182F49"/>
                </a:solidFill>
                <a:latin typeface="Malgun Gothic"/>
                <a:ea typeface="Malgun Gothic"/>
                <a:cs typeface="Malgun Gothic"/>
              </a:defRPr>
            </a:lvl9pPr>
          </a:lstStyle>
          <a:p xmlns:a="http://schemas.openxmlformats.org/drawingml/2006/main">
            <a:pPr algn="l">
              <a:defRPr sz="2100" b="1">
                <a:solidFill>
                  <a:srgbClr val="182F49"/>
                </a:solidFill>
                <a:latin typeface="Malgun Gothic"/>
                <a:ea typeface="Malgun Gothic"/>
                <a:cs typeface="Malgun Gothic"/>
              </a:defRPr>
            </a:pPr>
            <a:r>
              <a:rPr sz="2100" b="1">
                <a:solidFill>
                  <a:srgbClr val="182F49"/>
                </a:solidFill>
                <a:latin typeface="Malgun Gothic"/>
                <a:ea typeface="Malgun Gothic"/>
                <a:cs typeface="Malgun Gothic"/>
              </a:rPr>
              <a:t>④ 공공 AI 인재양성</a:t>
            </a:r>
          </a:p>
        </p:txBody>
      </p:sp>
      <p:sp>
        <p:nvSpPr>
          <p:cNvPr id="25" name="직무별 역량으로 현장 문제 해결">
            <a:extLst xmlns:a="http://schemas.openxmlformats.org/drawingml/2006/main">
              <a:ext uri="{FF2B5EF4-FFF2-40B4-BE49-F238E27FC236}">
                <a16:creationId xmlns:a16="http://schemas.microsoft.com/office/drawing/2014/main" id="{F8B48CE7-0E11-4FD0-B8EC-D9BA729321C1}"/>
              </a:ext>
            </a:extLst>
          </p:cNvPr>
          <p:cNvSpPr>
            <a:spLocks xmlns:a="http://schemas.openxmlformats.org/drawingml/2006/main" noGrp="1"/>
          </p:cNvSpPr>
          <p:nvPr/>
        </p:nvSpPr>
        <p:spPr>
          <a:xfrm xmlns:a="http://schemas.openxmlformats.org/drawingml/2006/main">
            <a:off x="6191250" y="6172200"/>
            <a:ext cx="5114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2F49"/>
                </a:solidFill>
                <a:latin typeface="Malgun Gothic"/>
                <a:ea typeface="Malgun Gothic"/>
                <a:cs typeface="Malgun Gothic"/>
              </a:defRPr>
            </a:defPPr>
            <a:lvl1pPr algn="l">
              <a:defRPr sz="1800" b="0">
                <a:solidFill>
                  <a:srgbClr val="182F49"/>
                </a:solidFill>
                <a:latin typeface="Malgun Gothic"/>
                <a:ea typeface="Malgun Gothic"/>
                <a:cs typeface="Malgun Gothic"/>
              </a:defRPr>
            </a:lvl1pPr>
            <a:lvl2pPr algn="l">
              <a:defRPr sz="1800" b="0">
                <a:solidFill>
                  <a:srgbClr val="182F49"/>
                </a:solidFill>
                <a:latin typeface="Malgun Gothic"/>
                <a:ea typeface="Malgun Gothic"/>
                <a:cs typeface="Malgun Gothic"/>
              </a:defRPr>
            </a:lvl2pPr>
            <a:lvl3pPr algn="l">
              <a:defRPr sz="1800" b="0">
                <a:solidFill>
                  <a:srgbClr val="182F49"/>
                </a:solidFill>
                <a:latin typeface="Malgun Gothic"/>
                <a:ea typeface="Malgun Gothic"/>
                <a:cs typeface="Malgun Gothic"/>
              </a:defRPr>
            </a:lvl3pPr>
            <a:lvl4pPr algn="l">
              <a:defRPr sz="1800" b="0">
                <a:solidFill>
                  <a:srgbClr val="182F49"/>
                </a:solidFill>
                <a:latin typeface="Malgun Gothic"/>
                <a:ea typeface="Malgun Gothic"/>
                <a:cs typeface="Malgun Gothic"/>
              </a:defRPr>
            </a:lvl4pPr>
            <a:lvl5pPr algn="l">
              <a:defRPr sz="1800" b="0">
                <a:solidFill>
                  <a:srgbClr val="182F49"/>
                </a:solidFill>
                <a:latin typeface="Malgun Gothic"/>
                <a:ea typeface="Malgun Gothic"/>
                <a:cs typeface="Malgun Gothic"/>
              </a:defRPr>
            </a:lvl5pPr>
            <a:lvl6pPr algn="l">
              <a:defRPr sz="1800" b="0">
                <a:solidFill>
                  <a:srgbClr val="182F49"/>
                </a:solidFill>
                <a:latin typeface="Malgun Gothic"/>
                <a:ea typeface="Malgun Gothic"/>
                <a:cs typeface="Malgun Gothic"/>
              </a:defRPr>
            </a:lvl6pPr>
            <a:lvl7pPr algn="l">
              <a:defRPr sz="1800" b="0">
                <a:solidFill>
                  <a:srgbClr val="182F49"/>
                </a:solidFill>
                <a:latin typeface="Malgun Gothic"/>
                <a:ea typeface="Malgun Gothic"/>
                <a:cs typeface="Malgun Gothic"/>
              </a:defRPr>
            </a:lvl7pPr>
            <a:lvl8pPr algn="l">
              <a:defRPr sz="1800" b="0">
                <a:solidFill>
                  <a:srgbClr val="182F49"/>
                </a:solidFill>
                <a:latin typeface="Malgun Gothic"/>
                <a:ea typeface="Malgun Gothic"/>
                <a:cs typeface="Malgun Gothic"/>
              </a:defRPr>
            </a:lvl8pPr>
            <a:lvl9pPr algn="l">
              <a:defRPr sz="1800" b="0">
                <a:solidFill>
                  <a:srgbClr val="182F49"/>
                </a:solidFill>
                <a:latin typeface="Malgun Gothic"/>
                <a:ea typeface="Malgun Gothic"/>
                <a:cs typeface="Malgun Gothic"/>
              </a:defRPr>
            </a:lvl9pPr>
          </a:lstStyle>
          <a:p xmlns:a="http://schemas.openxmlformats.org/drawingml/2006/main">
            <a:pPr algn="l">
              <a:defRPr sz="1800" b="0">
                <a:solidFill>
                  <a:srgbClr val="182F49"/>
                </a:solidFill>
                <a:latin typeface="Malgun Gothic"/>
                <a:ea typeface="Malgun Gothic"/>
                <a:cs typeface="Malgun Gothic"/>
              </a:defRPr>
            </a:pPr>
            <a:r>
              <a:rPr sz="1800" b="0">
                <a:solidFill>
                  <a:srgbClr val="182F49"/>
                </a:solidFill>
                <a:latin typeface="Malgun Gothic"/>
                <a:ea typeface="Malgun Gothic"/>
                <a:cs typeface="Malgun Gothic"/>
              </a:rPr>
              <a:t>직무별 역량으로 현장 문제 해결</a:t>
            </a:r>
          </a:p>
        </p:txBody>
      </p:sp>
    </p:spTree>
    <p:extLst>
      <p:ext uri="{BB962C8B-B14F-4D97-AF65-F5344CB8AC3E}">
        <p14:creationId xmlns:p14="http://schemas.microsoft.com/office/powerpoint/2010/main" val="18122314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2026-10-22T14:10:42.1560000Z</dcterms:created>
  <dcterms:modified xsi:type="dcterms:W3CDTF">2026-10-22T14:10:42.1560000Z</dcterms:modified>
</coreProperties>
</file>