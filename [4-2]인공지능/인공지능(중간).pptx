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6E2534-BBCA-4875-9BDB-CEF45B328270}" v="19" dt="2022-10-08T14:24:27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9" d="100"/>
          <a:sy n="79" d="100"/>
        </p:scale>
        <p:origin x="24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동현" userId="bd1b4fc56c1b27f4" providerId="LiveId" clId="{AE6E2534-BBCA-4875-9BDB-CEF45B328270}"/>
    <pc:docChg chg="undo custSel modSld">
      <pc:chgData name="김 동현" userId="bd1b4fc56c1b27f4" providerId="LiveId" clId="{AE6E2534-BBCA-4875-9BDB-CEF45B328270}" dt="2022-10-08T14:28:14.377" v="567" actId="692"/>
      <pc:docMkLst>
        <pc:docMk/>
      </pc:docMkLst>
      <pc:sldChg chg="addSp delSp modSp mod">
        <pc:chgData name="김 동현" userId="bd1b4fc56c1b27f4" providerId="LiveId" clId="{AE6E2534-BBCA-4875-9BDB-CEF45B328270}" dt="2022-10-08T14:28:14.377" v="567" actId="692"/>
        <pc:sldMkLst>
          <pc:docMk/>
          <pc:sldMk cId="369451216" sldId="256"/>
        </pc:sldMkLst>
        <pc:spChg chg="add mod">
          <ac:chgData name="김 동현" userId="bd1b4fc56c1b27f4" providerId="LiveId" clId="{AE6E2534-BBCA-4875-9BDB-CEF45B328270}" dt="2022-10-08T14:07:19.018" v="45" actId="20577"/>
          <ac:spMkLst>
            <pc:docMk/>
            <pc:sldMk cId="369451216" sldId="256"/>
            <ac:spMk id="2" creationId="{568786F6-4F82-3C2B-6AAD-36F1537C86E6}"/>
          </ac:spMkLst>
        </pc:spChg>
        <pc:spChg chg="add mod">
          <ac:chgData name="김 동현" userId="bd1b4fc56c1b27f4" providerId="LiveId" clId="{AE6E2534-BBCA-4875-9BDB-CEF45B328270}" dt="2022-10-08T14:08:42.370" v="65" actId="14100"/>
          <ac:spMkLst>
            <pc:docMk/>
            <pc:sldMk cId="369451216" sldId="256"/>
            <ac:spMk id="3" creationId="{8A398095-3461-BD8D-56A9-D2A5987266B1}"/>
          </ac:spMkLst>
        </pc:spChg>
        <pc:spChg chg="mod">
          <ac:chgData name="김 동현" userId="bd1b4fc56c1b27f4" providerId="LiveId" clId="{AE6E2534-BBCA-4875-9BDB-CEF45B328270}" dt="2022-10-08T14:25:38.909" v="468" actId="692"/>
          <ac:spMkLst>
            <pc:docMk/>
            <pc:sldMk cId="369451216" sldId="256"/>
            <ac:spMk id="4" creationId="{A34CBA7F-E91B-F43F-2A47-76986BCC6192}"/>
          </ac:spMkLst>
        </pc:spChg>
        <pc:spChg chg="mod">
          <ac:chgData name="김 동현" userId="bd1b4fc56c1b27f4" providerId="LiveId" clId="{AE6E2534-BBCA-4875-9BDB-CEF45B328270}" dt="2022-10-08T14:06:43.379" v="21" actId="1037"/>
          <ac:spMkLst>
            <pc:docMk/>
            <pc:sldMk cId="369451216" sldId="256"/>
            <ac:spMk id="5" creationId="{863BF84E-CF8C-FAD1-7E95-DD7348E21574}"/>
          </ac:spMkLst>
        </pc:spChg>
        <pc:spChg chg="add mod">
          <ac:chgData name="김 동현" userId="bd1b4fc56c1b27f4" providerId="LiveId" clId="{AE6E2534-BBCA-4875-9BDB-CEF45B328270}" dt="2022-10-08T14:12:08.806" v="151" actId="20577"/>
          <ac:spMkLst>
            <pc:docMk/>
            <pc:sldMk cId="369451216" sldId="256"/>
            <ac:spMk id="6" creationId="{405FED67-02FC-7C48-0157-BB13B19863A1}"/>
          </ac:spMkLst>
        </pc:spChg>
        <pc:spChg chg="mod">
          <ac:chgData name="김 동현" userId="bd1b4fc56c1b27f4" providerId="LiveId" clId="{AE6E2534-BBCA-4875-9BDB-CEF45B328270}" dt="2022-10-08T14:06:39.803" v="17" actId="1038"/>
          <ac:spMkLst>
            <pc:docMk/>
            <pc:sldMk cId="369451216" sldId="256"/>
            <ac:spMk id="7" creationId="{90FFEF77-2541-92D4-DFD7-BE06E67E2563}"/>
          </ac:spMkLst>
        </pc:spChg>
        <pc:spChg chg="mod">
          <ac:chgData name="김 동현" userId="bd1b4fc56c1b27f4" providerId="LiveId" clId="{AE6E2534-BBCA-4875-9BDB-CEF45B328270}" dt="2022-10-08T14:06:49.812" v="37" actId="1037"/>
          <ac:spMkLst>
            <pc:docMk/>
            <pc:sldMk cId="369451216" sldId="256"/>
            <ac:spMk id="13" creationId="{45A68CE1-02A7-E195-69E8-91B1EF25001D}"/>
          </ac:spMkLst>
        </pc:spChg>
        <pc:spChg chg="mod">
          <ac:chgData name="김 동현" userId="bd1b4fc56c1b27f4" providerId="LiveId" clId="{AE6E2534-BBCA-4875-9BDB-CEF45B328270}" dt="2022-10-08T14:06:48.554" v="33" actId="1038"/>
          <ac:spMkLst>
            <pc:docMk/>
            <pc:sldMk cId="369451216" sldId="256"/>
            <ac:spMk id="14" creationId="{BD58C299-948D-625E-956E-A8B333D860C8}"/>
          </ac:spMkLst>
        </pc:spChg>
        <pc:spChg chg="add mod">
          <ac:chgData name="김 동현" userId="bd1b4fc56c1b27f4" providerId="LiveId" clId="{AE6E2534-BBCA-4875-9BDB-CEF45B328270}" dt="2022-10-08T14:09:38.191" v="98" actId="1038"/>
          <ac:spMkLst>
            <pc:docMk/>
            <pc:sldMk cId="369451216" sldId="256"/>
            <ac:spMk id="15" creationId="{14187A57-C73B-B92A-413C-B9EB94DEA14C}"/>
          </ac:spMkLst>
        </pc:spChg>
        <pc:spChg chg="mod">
          <ac:chgData name="김 동현" userId="bd1b4fc56c1b27f4" providerId="LiveId" clId="{AE6E2534-BBCA-4875-9BDB-CEF45B328270}" dt="2022-10-08T14:25:53.792" v="475" actId="692"/>
          <ac:spMkLst>
            <pc:docMk/>
            <pc:sldMk cId="369451216" sldId="256"/>
            <ac:spMk id="16" creationId="{BED44711-640F-BBD7-E956-3AD22A2C6953}"/>
          </ac:spMkLst>
        </pc:spChg>
        <pc:spChg chg="mod">
          <ac:chgData name="김 동현" userId="bd1b4fc56c1b27f4" providerId="LiveId" clId="{AE6E2534-BBCA-4875-9BDB-CEF45B328270}" dt="2022-10-08T14:11:14.928" v="130" actId="1038"/>
          <ac:spMkLst>
            <pc:docMk/>
            <pc:sldMk cId="369451216" sldId="256"/>
            <ac:spMk id="17" creationId="{2B17ACB0-8F11-E2D2-4960-501EF59883F0}"/>
          </ac:spMkLst>
        </pc:spChg>
        <pc:spChg chg="mod">
          <ac:chgData name="김 동현" userId="bd1b4fc56c1b27f4" providerId="LiveId" clId="{AE6E2534-BBCA-4875-9BDB-CEF45B328270}" dt="2022-10-08T14:11:14.928" v="130" actId="1038"/>
          <ac:spMkLst>
            <pc:docMk/>
            <pc:sldMk cId="369451216" sldId="256"/>
            <ac:spMk id="18" creationId="{D6CB2040-5C50-E306-08E3-190665232268}"/>
          </ac:spMkLst>
        </pc:spChg>
        <pc:spChg chg="add mod">
          <ac:chgData name="김 동현" userId="bd1b4fc56c1b27f4" providerId="LiveId" clId="{AE6E2534-BBCA-4875-9BDB-CEF45B328270}" dt="2022-10-08T14:09:51.275" v="114" actId="20577"/>
          <ac:spMkLst>
            <pc:docMk/>
            <pc:sldMk cId="369451216" sldId="256"/>
            <ac:spMk id="19" creationId="{D9A031DC-2700-C97B-5075-0BCF31DD079E}"/>
          </ac:spMkLst>
        </pc:spChg>
        <pc:spChg chg="add mod">
          <ac:chgData name="김 동현" userId="bd1b4fc56c1b27f4" providerId="LiveId" clId="{AE6E2534-BBCA-4875-9BDB-CEF45B328270}" dt="2022-10-08T14:10:21.851" v="117" actId="20577"/>
          <ac:spMkLst>
            <pc:docMk/>
            <pc:sldMk cId="369451216" sldId="256"/>
            <ac:spMk id="20" creationId="{BFDA923F-8F19-0C5A-E366-738EA2A852FD}"/>
          </ac:spMkLst>
        </pc:spChg>
        <pc:spChg chg="add mod">
          <ac:chgData name="김 동현" userId="bd1b4fc56c1b27f4" providerId="LiveId" clId="{AE6E2534-BBCA-4875-9BDB-CEF45B328270}" dt="2022-10-08T14:26:03.098" v="482" actId="692"/>
          <ac:spMkLst>
            <pc:docMk/>
            <pc:sldMk cId="369451216" sldId="256"/>
            <ac:spMk id="23" creationId="{FAA5EFBD-0D78-ED7A-B6F6-E9BD1A60252E}"/>
          </ac:spMkLst>
        </pc:spChg>
        <pc:spChg chg="add del mod">
          <ac:chgData name="김 동현" userId="bd1b4fc56c1b27f4" providerId="LiveId" clId="{AE6E2534-BBCA-4875-9BDB-CEF45B328270}" dt="2022-10-08T14:11:53.123" v="144" actId="478"/>
          <ac:spMkLst>
            <pc:docMk/>
            <pc:sldMk cId="369451216" sldId="256"/>
            <ac:spMk id="24" creationId="{5E3C21D3-6B32-0EDE-CD94-2136D8CFC685}"/>
          </ac:spMkLst>
        </pc:spChg>
        <pc:spChg chg="add mod">
          <ac:chgData name="김 동현" userId="bd1b4fc56c1b27f4" providerId="LiveId" clId="{AE6E2534-BBCA-4875-9BDB-CEF45B328270}" dt="2022-10-08T14:12:12.244" v="152" actId="20577"/>
          <ac:spMkLst>
            <pc:docMk/>
            <pc:sldMk cId="369451216" sldId="256"/>
            <ac:spMk id="25" creationId="{58B507F8-1C22-0065-B520-18704EE115EE}"/>
          </ac:spMkLst>
        </pc:spChg>
        <pc:spChg chg="add mod">
          <ac:chgData name="김 동현" userId="bd1b4fc56c1b27f4" providerId="LiveId" clId="{AE6E2534-BBCA-4875-9BDB-CEF45B328270}" dt="2022-10-08T14:12:03.338" v="150" actId="20577"/>
          <ac:spMkLst>
            <pc:docMk/>
            <pc:sldMk cId="369451216" sldId="256"/>
            <ac:spMk id="29" creationId="{A7376272-EE61-7201-FC99-6F8C0FC8AC92}"/>
          </ac:spMkLst>
        </pc:spChg>
        <pc:spChg chg="add mod">
          <ac:chgData name="김 동현" userId="bd1b4fc56c1b27f4" providerId="LiveId" clId="{AE6E2534-BBCA-4875-9BDB-CEF45B328270}" dt="2022-10-08T14:26:49.262" v="506" actId="692"/>
          <ac:spMkLst>
            <pc:docMk/>
            <pc:sldMk cId="369451216" sldId="256"/>
            <ac:spMk id="30" creationId="{1F93FD78-7122-DA75-6E62-C8B6D88C4AF7}"/>
          </ac:spMkLst>
        </pc:spChg>
        <pc:spChg chg="add mod">
          <ac:chgData name="김 동현" userId="bd1b4fc56c1b27f4" providerId="LiveId" clId="{AE6E2534-BBCA-4875-9BDB-CEF45B328270}" dt="2022-10-08T14:12:35.336" v="154" actId="1076"/>
          <ac:spMkLst>
            <pc:docMk/>
            <pc:sldMk cId="369451216" sldId="256"/>
            <ac:spMk id="31" creationId="{F48F05B3-8F7B-0AD1-BA66-FC5CABB1674A}"/>
          </ac:spMkLst>
        </pc:spChg>
        <pc:spChg chg="add mod">
          <ac:chgData name="김 동현" userId="bd1b4fc56c1b27f4" providerId="LiveId" clId="{AE6E2534-BBCA-4875-9BDB-CEF45B328270}" dt="2022-10-08T14:12:42.899" v="155" actId="20577"/>
          <ac:spMkLst>
            <pc:docMk/>
            <pc:sldMk cId="369451216" sldId="256"/>
            <ac:spMk id="32" creationId="{797C6608-8B91-FE53-16F7-382C7E532133}"/>
          </ac:spMkLst>
        </pc:spChg>
        <pc:spChg chg="add mod">
          <ac:chgData name="김 동현" userId="bd1b4fc56c1b27f4" providerId="LiveId" clId="{AE6E2534-BBCA-4875-9BDB-CEF45B328270}" dt="2022-10-08T14:27:33.371" v="543" actId="692"/>
          <ac:spMkLst>
            <pc:docMk/>
            <pc:sldMk cId="369451216" sldId="256"/>
            <ac:spMk id="39" creationId="{FE408FB7-F03B-1EEA-14DE-C96F0F63DCA1}"/>
          </ac:spMkLst>
        </pc:spChg>
        <pc:spChg chg="add mod">
          <ac:chgData name="김 동현" userId="bd1b4fc56c1b27f4" providerId="LiveId" clId="{AE6E2534-BBCA-4875-9BDB-CEF45B328270}" dt="2022-10-08T14:14:41.604" v="189" actId="20577"/>
          <ac:spMkLst>
            <pc:docMk/>
            <pc:sldMk cId="369451216" sldId="256"/>
            <ac:spMk id="40" creationId="{B4B4DDE9-CF76-6D14-90BF-7809B2813616}"/>
          </ac:spMkLst>
        </pc:spChg>
        <pc:spChg chg="add mod">
          <ac:chgData name="김 동현" userId="bd1b4fc56c1b27f4" providerId="LiveId" clId="{AE6E2534-BBCA-4875-9BDB-CEF45B328270}" dt="2022-10-08T14:17:38.410" v="233" actId="20577"/>
          <ac:spMkLst>
            <pc:docMk/>
            <pc:sldMk cId="369451216" sldId="256"/>
            <ac:spMk id="41" creationId="{9AE23D7D-2EC9-DCC2-BC9D-E8F6469F6540}"/>
          </ac:spMkLst>
        </pc:spChg>
        <pc:spChg chg="add mod">
          <ac:chgData name="김 동현" userId="bd1b4fc56c1b27f4" providerId="LiveId" clId="{AE6E2534-BBCA-4875-9BDB-CEF45B328270}" dt="2022-10-08T14:27:17.976" v="529" actId="692"/>
          <ac:spMkLst>
            <pc:docMk/>
            <pc:sldMk cId="369451216" sldId="256"/>
            <ac:spMk id="42" creationId="{7916405E-0C6A-F92A-814B-A8B8247F3A80}"/>
          </ac:spMkLst>
        </pc:spChg>
        <pc:spChg chg="add mod">
          <ac:chgData name="김 동현" userId="bd1b4fc56c1b27f4" providerId="LiveId" clId="{AE6E2534-BBCA-4875-9BDB-CEF45B328270}" dt="2022-10-08T14:14:59.979" v="201" actId="20577"/>
          <ac:spMkLst>
            <pc:docMk/>
            <pc:sldMk cId="369451216" sldId="256"/>
            <ac:spMk id="43" creationId="{6920527C-0E53-6AC9-AE73-F2CF91D7E96E}"/>
          </ac:spMkLst>
        </pc:spChg>
        <pc:spChg chg="add mod">
          <ac:chgData name="김 동현" userId="bd1b4fc56c1b27f4" providerId="LiveId" clId="{AE6E2534-BBCA-4875-9BDB-CEF45B328270}" dt="2022-10-08T14:16:49.590" v="212" actId="20577"/>
          <ac:spMkLst>
            <pc:docMk/>
            <pc:sldMk cId="369451216" sldId="256"/>
            <ac:spMk id="44" creationId="{F224B73F-C0EC-96D3-5EBA-5EC700029341}"/>
          </ac:spMkLst>
        </pc:spChg>
        <pc:spChg chg="add mod">
          <ac:chgData name="김 동현" userId="bd1b4fc56c1b27f4" providerId="LiveId" clId="{AE6E2534-BBCA-4875-9BDB-CEF45B328270}" dt="2022-10-08T14:17:54.798" v="260" actId="1037"/>
          <ac:spMkLst>
            <pc:docMk/>
            <pc:sldMk cId="369451216" sldId="256"/>
            <ac:spMk id="49" creationId="{5CFA65CE-BB79-6CC2-C854-51422E3C281E}"/>
          </ac:spMkLst>
        </pc:spChg>
        <pc:spChg chg="add mod">
          <ac:chgData name="김 동현" userId="bd1b4fc56c1b27f4" providerId="LiveId" clId="{AE6E2534-BBCA-4875-9BDB-CEF45B328270}" dt="2022-10-08T14:17:54.798" v="260" actId="1037"/>
          <ac:spMkLst>
            <pc:docMk/>
            <pc:sldMk cId="369451216" sldId="256"/>
            <ac:spMk id="50" creationId="{85A03879-B122-9855-80E7-47A40867425F}"/>
          </ac:spMkLst>
        </pc:spChg>
        <pc:spChg chg="add mod">
          <ac:chgData name="김 동현" userId="bd1b4fc56c1b27f4" providerId="LiveId" clId="{AE6E2534-BBCA-4875-9BDB-CEF45B328270}" dt="2022-10-08T14:17:54.798" v="260" actId="1037"/>
          <ac:spMkLst>
            <pc:docMk/>
            <pc:sldMk cId="369451216" sldId="256"/>
            <ac:spMk id="51" creationId="{F0898B60-772A-13E0-AC0D-E3EB39315FAD}"/>
          </ac:spMkLst>
        </pc:spChg>
        <pc:spChg chg="add mod">
          <ac:chgData name="김 동현" userId="bd1b4fc56c1b27f4" providerId="LiveId" clId="{AE6E2534-BBCA-4875-9BDB-CEF45B328270}" dt="2022-10-08T14:18:35.424" v="268" actId="20577"/>
          <ac:spMkLst>
            <pc:docMk/>
            <pc:sldMk cId="369451216" sldId="256"/>
            <ac:spMk id="54" creationId="{4AC87D1C-E400-76FB-F757-05552BCA3FED}"/>
          </ac:spMkLst>
        </pc:spChg>
        <pc:spChg chg="add mod">
          <ac:chgData name="김 동현" userId="bd1b4fc56c1b27f4" providerId="LiveId" clId="{AE6E2534-BBCA-4875-9BDB-CEF45B328270}" dt="2022-10-08T14:18:45.876" v="276" actId="20577"/>
          <ac:spMkLst>
            <pc:docMk/>
            <pc:sldMk cId="369451216" sldId="256"/>
            <ac:spMk id="55" creationId="{3C32FF48-538D-7043-B2CC-0B8D7C48755A}"/>
          </ac:spMkLst>
        </pc:spChg>
        <pc:spChg chg="add mod">
          <ac:chgData name="김 동현" userId="bd1b4fc56c1b27f4" providerId="LiveId" clId="{AE6E2534-BBCA-4875-9BDB-CEF45B328270}" dt="2022-10-08T14:23:20.216" v="425" actId="3064"/>
          <ac:spMkLst>
            <pc:docMk/>
            <pc:sldMk cId="369451216" sldId="256"/>
            <ac:spMk id="56" creationId="{F92A80C8-B8D3-379C-F6A7-D330B99A2DB8}"/>
          </ac:spMkLst>
        </pc:spChg>
        <pc:spChg chg="add mod">
          <ac:chgData name="김 동현" userId="bd1b4fc56c1b27f4" providerId="LiveId" clId="{AE6E2534-BBCA-4875-9BDB-CEF45B328270}" dt="2022-10-08T14:27:50.033" v="555" actId="692"/>
          <ac:spMkLst>
            <pc:docMk/>
            <pc:sldMk cId="369451216" sldId="256"/>
            <ac:spMk id="57" creationId="{D4CF87B5-721E-7E6D-D76D-89FF0BD249E2}"/>
          </ac:spMkLst>
        </pc:spChg>
        <pc:spChg chg="add mod">
          <ac:chgData name="김 동현" userId="bd1b4fc56c1b27f4" providerId="LiveId" clId="{AE6E2534-BBCA-4875-9BDB-CEF45B328270}" dt="2022-10-08T14:18:58.460" v="286" actId="20577"/>
          <ac:spMkLst>
            <pc:docMk/>
            <pc:sldMk cId="369451216" sldId="256"/>
            <ac:spMk id="58" creationId="{6998B7DA-8A25-B60C-990D-8C44F34649D7}"/>
          </ac:spMkLst>
        </pc:spChg>
        <pc:spChg chg="add mod">
          <ac:chgData name="김 동현" userId="bd1b4fc56c1b27f4" providerId="LiveId" clId="{AE6E2534-BBCA-4875-9BDB-CEF45B328270}" dt="2022-10-08T14:19:13.789" v="289" actId="3064"/>
          <ac:spMkLst>
            <pc:docMk/>
            <pc:sldMk cId="369451216" sldId="256"/>
            <ac:spMk id="59" creationId="{A62370AB-DF91-0572-D02D-C163D152C7FD}"/>
          </ac:spMkLst>
        </pc:spChg>
        <pc:spChg chg="add mod">
          <ac:chgData name="김 동현" userId="bd1b4fc56c1b27f4" providerId="LiveId" clId="{AE6E2534-BBCA-4875-9BDB-CEF45B328270}" dt="2022-10-08T14:28:14.377" v="567" actId="692"/>
          <ac:spMkLst>
            <pc:docMk/>
            <pc:sldMk cId="369451216" sldId="256"/>
            <ac:spMk id="64" creationId="{CFB2A762-7073-2ED6-A139-7D8AB0A7D66D}"/>
          </ac:spMkLst>
        </pc:spChg>
        <pc:spChg chg="add mod">
          <ac:chgData name="김 동현" userId="bd1b4fc56c1b27f4" providerId="LiveId" clId="{AE6E2534-BBCA-4875-9BDB-CEF45B328270}" dt="2022-10-08T14:21:34.458" v="395" actId="1038"/>
          <ac:spMkLst>
            <pc:docMk/>
            <pc:sldMk cId="369451216" sldId="256"/>
            <ac:spMk id="65" creationId="{CDC2AEA4-869A-EFF7-51A6-DA41090F453D}"/>
          </ac:spMkLst>
        </pc:spChg>
        <pc:spChg chg="add mod">
          <ac:chgData name="김 동현" userId="bd1b4fc56c1b27f4" providerId="LiveId" clId="{AE6E2534-BBCA-4875-9BDB-CEF45B328270}" dt="2022-10-08T14:23:53.995" v="435" actId="20577"/>
          <ac:spMkLst>
            <pc:docMk/>
            <pc:sldMk cId="369451216" sldId="256"/>
            <ac:spMk id="66" creationId="{CE84ED75-138F-CEC4-555C-EE4D7723736B}"/>
          </ac:spMkLst>
        </pc:spChg>
        <pc:spChg chg="add mod">
          <ac:chgData name="김 동현" userId="bd1b4fc56c1b27f4" providerId="LiveId" clId="{AE6E2534-BBCA-4875-9BDB-CEF45B328270}" dt="2022-10-08T14:21:34.458" v="395" actId="1038"/>
          <ac:spMkLst>
            <pc:docMk/>
            <pc:sldMk cId="369451216" sldId="256"/>
            <ac:spMk id="67" creationId="{AA3F067D-BB92-9505-0FD7-BC610A41F2D8}"/>
          </ac:spMkLst>
        </pc:spChg>
        <pc:spChg chg="add mod">
          <ac:chgData name="김 동현" userId="bd1b4fc56c1b27f4" providerId="LiveId" clId="{AE6E2534-BBCA-4875-9BDB-CEF45B328270}" dt="2022-10-08T14:21:34.458" v="395" actId="1038"/>
          <ac:spMkLst>
            <pc:docMk/>
            <pc:sldMk cId="369451216" sldId="256"/>
            <ac:spMk id="68" creationId="{FCBA3DA3-9561-3A5C-55CE-66629E73E47D}"/>
          </ac:spMkLst>
        </pc:spChg>
        <pc:spChg chg="add mod">
          <ac:chgData name="김 동현" userId="bd1b4fc56c1b27f4" providerId="LiveId" clId="{AE6E2534-BBCA-4875-9BDB-CEF45B328270}" dt="2022-10-08T14:21:40.482" v="397" actId="20577"/>
          <ac:spMkLst>
            <pc:docMk/>
            <pc:sldMk cId="369451216" sldId="256"/>
            <ac:spMk id="69" creationId="{89595B24-47DB-5EA0-448C-6BF6C84322D4}"/>
          </ac:spMkLst>
        </pc:spChg>
        <pc:spChg chg="add mod">
          <ac:chgData name="김 동현" userId="bd1b4fc56c1b27f4" providerId="LiveId" clId="{AE6E2534-BBCA-4875-9BDB-CEF45B328270}" dt="2022-10-08T14:22:09.735" v="402" actId="20577"/>
          <ac:spMkLst>
            <pc:docMk/>
            <pc:sldMk cId="369451216" sldId="256"/>
            <ac:spMk id="74" creationId="{7B454605-3787-3989-81EA-DE7202436B4A}"/>
          </ac:spMkLst>
        </pc:spChg>
        <pc:spChg chg="add mod">
          <ac:chgData name="김 동현" userId="bd1b4fc56c1b27f4" providerId="LiveId" clId="{AE6E2534-BBCA-4875-9BDB-CEF45B328270}" dt="2022-10-08T14:22:21.387" v="416" actId="20577"/>
          <ac:spMkLst>
            <pc:docMk/>
            <pc:sldMk cId="369451216" sldId="256"/>
            <ac:spMk id="75" creationId="{AC8FE259-6F60-B136-708A-8F7C0E441675}"/>
          </ac:spMkLst>
        </pc:spChg>
        <pc:spChg chg="add mod">
          <ac:chgData name="김 동현" userId="bd1b4fc56c1b27f4" providerId="LiveId" clId="{AE6E2534-BBCA-4875-9BDB-CEF45B328270}" dt="2022-10-08T14:22:28.731" v="418" actId="6549"/>
          <ac:spMkLst>
            <pc:docMk/>
            <pc:sldMk cId="369451216" sldId="256"/>
            <ac:spMk id="76" creationId="{DBBBB436-70EB-2F0D-9F9B-6F748FEC8958}"/>
          </ac:spMkLst>
        </pc:spChg>
        <pc:spChg chg="add mod">
          <ac:chgData name="김 동현" userId="bd1b4fc56c1b27f4" providerId="LiveId" clId="{AE6E2534-BBCA-4875-9BDB-CEF45B328270}" dt="2022-10-08T14:23:10.624" v="422" actId="20577"/>
          <ac:spMkLst>
            <pc:docMk/>
            <pc:sldMk cId="369451216" sldId="256"/>
            <ac:spMk id="79" creationId="{D879E696-EA27-211B-6EC6-C120C25B07BB}"/>
          </ac:spMkLst>
        </pc:spChg>
        <pc:spChg chg="add mod">
          <ac:chgData name="김 동현" userId="bd1b4fc56c1b27f4" providerId="LiveId" clId="{AE6E2534-BBCA-4875-9BDB-CEF45B328270}" dt="2022-10-08T14:23:34.051" v="432" actId="20577"/>
          <ac:spMkLst>
            <pc:docMk/>
            <pc:sldMk cId="369451216" sldId="256"/>
            <ac:spMk id="80" creationId="{21134055-3D12-4C07-A23E-59CA33C7B08A}"/>
          </ac:spMkLst>
        </pc:spChg>
        <pc:spChg chg="add mod">
          <ac:chgData name="김 동현" userId="bd1b4fc56c1b27f4" providerId="LiveId" clId="{AE6E2534-BBCA-4875-9BDB-CEF45B328270}" dt="2022-10-08T14:23:00.980" v="420" actId="1076"/>
          <ac:spMkLst>
            <pc:docMk/>
            <pc:sldMk cId="369451216" sldId="256"/>
            <ac:spMk id="81" creationId="{50EBE777-BE1F-132F-A575-BB7E2C8B6D29}"/>
          </ac:spMkLst>
        </pc:spChg>
        <pc:spChg chg="add mod">
          <ac:chgData name="김 동현" userId="bd1b4fc56c1b27f4" providerId="LiveId" clId="{AE6E2534-BBCA-4875-9BDB-CEF45B328270}" dt="2022-10-08T14:28:14.377" v="567" actId="692"/>
          <ac:spMkLst>
            <pc:docMk/>
            <pc:sldMk cId="369451216" sldId="256"/>
            <ac:spMk id="84" creationId="{95A66E53-CD78-E821-FD78-51B0E768EF11}"/>
          </ac:spMkLst>
        </pc:spChg>
        <pc:spChg chg="add mod">
          <ac:chgData name="김 동현" userId="bd1b4fc56c1b27f4" providerId="LiveId" clId="{AE6E2534-BBCA-4875-9BDB-CEF45B328270}" dt="2022-10-08T14:24:18.565" v="444" actId="20577"/>
          <ac:spMkLst>
            <pc:docMk/>
            <pc:sldMk cId="369451216" sldId="256"/>
            <ac:spMk id="85" creationId="{81D83422-C1DF-4106-9534-6D84285B3CA1}"/>
          </ac:spMkLst>
        </pc:spChg>
        <pc:spChg chg="add mod">
          <ac:chgData name="김 동현" userId="bd1b4fc56c1b27f4" providerId="LiveId" clId="{AE6E2534-BBCA-4875-9BDB-CEF45B328270}" dt="2022-10-08T14:24:21.983" v="446" actId="20577"/>
          <ac:spMkLst>
            <pc:docMk/>
            <pc:sldMk cId="369451216" sldId="256"/>
            <ac:spMk id="86" creationId="{EE0BC41C-5952-CCA7-C1E2-BB9CD033D828}"/>
          </ac:spMkLst>
        </pc:spChg>
        <pc:spChg chg="add mod">
          <ac:chgData name="김 동현" userId="bd1b4fc56c1b27f4" providerId="LiveId" clId="{AE6E2534-BBCA-4875-9BDB-CEF45B328270}" dt="2022-10-08T14:28:14.377" v="567" actId="692"/>
          <ac:spMkLst>
            <pc:docMk/>
            <pc:sldMk cId="369451216" sldId="256"/>
            <ac:spMk id="89" creationId="{5BD34DE9-287F-81E1-3677-D16E757F5907}"/>
          </ac:spMkLst>
        </pc:spChg>
        <pc:spChg chg="add mod">
          <ac:chgData name="김 동현" userId="bd1b4fc56c1b27f4" providerId="LiveId" clId="{AE6E2534-BBCA-4875-9BDB-CEF45B328270}" dt="2022-10-08T14:24:51.659" v="461" actId="20577"/>
          <ac:spMkLst>
            <pc:docMk/>
            <pc:sldMk cId="369451216" sldId="256"/>
            <ac:spMk id="90" creationId="{4A11CDFE-327D-D603-1A96-F28F5F541510}"/>
          </ac:spMkLst>
        </pc:spChg>
        <pc:spChg chg="add mod">
          <ac:chgData name="김 동현" userId="bd1b4fc56c1b27f4" providerId="LiveId" clId="{AE6E2534-BBCA-4875-9BDB-CEF45B328270}" dt="2022-10-08T14:24:39.583" v="451" actId="20577"/>
          <ac:spMkLst>
            <pc:docMk/>
            <pc:sldMk cId="369451216" sldId="256"/>
            <ac:spMk id="91" creationId="{2C36EFCD-7BFE-3058-99A5-6BBE8805598C}"/>
          </ac:spMkLst>
        </pc:spChg>
        <pc:cxnChg chg="add">
          <ac:chgData name="김 동현" userId="bd1b4fc56c1b27f4" providerId="LiveId" clId="{AE6E2534-BBCA-4875-9BDB-CEF45B328270}" dt="2022-10-08T14:07:07.476" v="40" actId="11529"/>
          <ac:cxnSpMkLst>
            <pc:docMk/>
            <pc:sldMk cId="369451216" sldId="256"/>
            <ac:cxnSpMk id="10" creationId="{49DA890A-4546-5022-EA8E-68CDB769FE32}"/>
          </ac:cxnSpMkLst>
        </pc:cxnChg>
        <pc:cxnChg chg="mod">
          <ac:chgData name="김 동현" userId="bd1b4fc56c1b27f4" providerId="LiveId" clId="{AE6E2534-BBCA-4875-9BDB-CEF45B328270}" dt="2022-10-08T14:26:16.094" v="487" actId="692"/>
          <ac:cxnSpMkLst>
            <pc:docMk/>
            <pc:sldMk cId="369451216" sldId="256"/>
            <ac:cxnSpMk id="11" creationId="{81C2C620-8B93-C454-144C-CEF0AC172473}"/>
          </ac:cxnSpMkLst>
        </pc:cxnChg>
        <pc:cxnChg chg="add mod">
          <ac:chgData name="김 동현" userId="bd1b4fc56c1b27f4" providerId="LiveId" clId="{AE6E2534-BBCA-4875-9BDB-CEF45B328270}" dt="2022-10-08T14:09:38.191" v="98" actId="1038"/>
          <ac:cxnSpMkLst>
            <pc:docMk/>
            <pc:sldMk cId="369451216" sldId="256"/>
            <ac:cxnSpMk id="22" creationId="{77465203-A77D-3FB1-EED2-270E909A2328}"/>
          </ac:cxnSpMkLst>
        </pc:cxnChg>
        <pc:cxnChg chg="add mod">
          <ac:chgData name="김 동현" userId="bd1b4fc56c1b27f4" providerId="LiveId" clId="{AE6E2534-BBCA-4875-9BDB-CEF45B328270}" dt="2022-10-08T14:26:23.892" v="492" actId="692"/>
          <ac:cxnSpMkLst>
            <pc:docMk/>
            <pc:sldMk cId="369451216" sldId="256"/>
            <ac:cxnSpMk id="28" creationId="{DFCDD7A2-C073-D183-DB3C-CF2FD30E968B}"/>
          </ac:cxnSpMkLst>
        </pc:cxnChg>
        <pc:cxnChg chg="add mod">
          <ac:chgData name="김 동현" userId="bd1b4fc56c1b27f4" providerId="LiveId" clId="{AE6E2534-BBCA-4875-9BDB-CEF45B328270}" dt="2022-10-08T14:13:25.289" v="163" actId="692"/>
          <ac:cxnSpMkLst>
            <pc:docMk/>
            <pc:sldMk cId="369451216" sldId="256"/>
            <ac:cxnSpMk id="34" creationId="{65E95B6F-240D-2E3D-ED50-BCD6C628FB83}"/>
          </ac:cxnSpMkLst>
        </pc:cxnChg>
        <pc:cxnChg chg="add mod">
          <ac:chgData name="김 동현" userId="bd1b4fc56c1b27f4" providerId="LiveId" clId="{AE6E2534-BBCA-4875-9BDB-CEF45B328270}" dt="2022-10-08T14:13:25.289" v="163" actId="692"/>
          <ac:cxnSpMkLst>
            <pc:docMk/>
            <pc:sldMk cId="369451216" sldId="256"/>
            <ac:cxnSpMk id="36" creationId="{8260C022-F329-C258-50C5-6BC2328B87FA}"/>
          </ac:cxnSpMkLst>
        </pc:cxnChg>
        <pc:cxnChg chg="add mod">
          <ac:chgData name="김 동현" userId="bd1b4fc56c1b27f4" providerId="LiveId" clId="{AE6E2534-BBCA-4875-9BDB-CEF45B328270}" dt="2022-10-08T14:26:34.354" v="497" actId="692"/>
          <ac:cxnSpMkLst>
            <pc:docMk/>
            <pc:sldMk cId="369451216" sldId="256"/>
            <ac:cxnSpMk id="38" creationId="{32887230-2FA7-9190-73D0-FB65328BEF7D}"/>
          </ac:cxnSpMkLst>
        </pc:cxnChg>
        <pc:cxnChg chg="add mod">
          <ac:chgData name="김 동현" userId="bd1b4fc56c1b27f4" providerId="LiveId" clId="{AE6E2534-BBCA-4875-9BDB-CEF45B328270}" dt="2022-10-08T14:27:25.682" v="536" actId="692"/>
          <ac:cxnSpMkLst>
            <pc:docMk/>
            <pc:sldMk cId="369451216" sldId="256"/>
            <ac:cxnSpMk id="46" creationId="{25E65C58-3443-BFAE-4E37-DD08BEDCA63D}"/>
          </ac:cxnSpMkLst>
        </pc:cxnChg>
        <pc:cxnChg chg="add mod">
          <ac:chgData name="김 동현" userId="bd1b4fc56c1b27f4" providerId="LiveId" clId="{AE6E2534-BBCA-4875-9BDB-CEF45B328270}" dt="2022-10-08T14:27:19.173" v="531" actId="692"/>
          <ac:cxnSpMkLst>
            <pc:docMk/>
            <pc:sldMk cId="369451216" sldId="256"/>
            <ac:cxnSpMk id="48" creationId="{4782F09C-50C9-1971-0BF2-67CE2906CBA2}"/>
          </ac:cxnSpMkLst>
        </pc:cxnChg>
        <pc:cxnChg chg="add mod">
          <ac:chgData name="김 동현" userId="bd1b4fc56c1b27f4" providerId="LiveId" clId="{AE6E2534-BBCA-4875-9BDB-CEF45B328270}" dt="2022-10-08T14:27:17.084" v="527" actId="692"/>
          <ac:cxnSpMkLst>
            <pc:docMk/>
            <pc:sldMk cId="369451216" sldId="256"/>
            <ac:cxnSpMk id="53" creationId="{55DDCC02-F159-5D8E-1E11-A464CF82E41A}"/>
          </ac:cxnSpMkLst>
        </pc:cxnChg>
        <pc:cxnChg chg="add">
          <ac:chgData name="김 동현" userId="bd1b4fc56c1b27f4" providerId="LiveId" clId="{AE6E2534-BBCA-4875-9BDB-CEF45B328270}" dt="2022-10-08T14:18:10.936" v="263" actId="11529"/>
          <ac:cxnSpMkLst>
            <pc:docMk/>
            <pc:sldMk cId="369451216" sldId="256"/>
            <ac:cxnSpMk id="61" creationId="{1F7BAE74-013D-1CD5-E124-975BF5D2BC4B}"/>
          </ac:cxnSpMkLst>
        </pc:cxnChg>
        <pc:cxnChg chg="add mod">
          <ac:chgData name="김 동현" userId="bd1b4fc56c1b27f4" providerId="LiveId" clId="{AE6E2534-BBCA-4875-9BDB-CEF45B328270}" dt="2022-10-08T14:27:42.326" v="548" actId="692"/>
          <ac:cxnSpMkLst>
            <pc:docMk/>
            <pc:sldMk cId="369451216" sldId="256"/>
            <ac:cxnSpMk id="63" creationId="{F4D75ADA-7066-E0F8-2977-FDA49FE1EDC9}"/>
          </ac:cxnSpMkLst>
        </pc:cxnChg>
        <pc:cxnChg chg="add mod">
          <ac:chgData name="김 동현" userId="bd1b4fc56c1b27f4" providerId="LiveId" clId="{AE6E2534-BBCA-4875-9BDB-CEF45B328270}" dt="2022-10-08T14:28:04.333" v="560" actId="692"/>
          <ac:cxnSpMkLst>
            <pc:docMk/>
            <pc:sldMk cId="369451216" sldId="256"/>
            <ac:cxnSpMk id="71" creationId="{D15A34AC-6443-A67F-CB88-DA13786F3553}"/>
          </ac:cxnSpMkLst>
        </pc:cxnChg>
        <pc:cxnChg chg="add mod">
          <ac:chgData name="김 동현" userId="bd1b4fc56c1b27f4" providerId="LiveId" clId="{AE6E2534-BBCA-4875-9BDB-CEF45B328270}" dt="2022-10-08T14:21:34.458" v="395" actId="1038"/>
          <ac:cxnSpMkLst>
            <pc:docMk/>
            <pc:sldMk cId="369451216" sldId="256"/>
            <ac:cxnSpMk id="73" creationId="{D6D79FA7-B2FB-C222-236B-0CE604F1B521}"/>
          </ac:cxnSpMkLst>
        </pc:cxnChg>
        <pc:cxnChg chg="add">
          <ac:chgData name="김 동현" userId="bd1b4fc56c1b27f4" providerId="LiveId" clId="{AE6E2534-BBCA-4875-9BDB-CEF45B328270}" dt="2022-10-08T14:22:06.162" v="400" actId="11529"/>
          <ac:cxnSpMkLst>
            <pc:docMk/>
            <pc:sldMk cId="369451216" sldId="256"/>
            <ac:cxnSpMk id="78" creationId="{180A4682-B303-F76E-745B-C2A9F12EAEEA}"/>
          </ac:cxnSpMkLst>
        </pc:cxnChg>
        <pc:cxnChg chg="add">
          <ac:chgData name="김 동현" userId="bd1b4fc56c1b27f4" providerId="LiveId" clId="{AE6E2534-BBCA-4875-9BDB-CEF45B328270}" dt="2022-10-08T14:23:45.250" v="433" actId="11529"/>
          <ac:cxnSpMkLst>
            <pc:docMk/>
            <pc:sldMk cId="369451216" sldId="256"/>
            <ac:cxnSpMk id="83" creationId="{C122D1FD-585D-869B-2285-22124B97A2A6}"/>
          </ac:cxnSpMkLst>
        </pc:cxnChg>
        <pc:cxnChg chg="add mod">
          <ac:chgData name="김 동현" userId="bd1b4fc56c1b27f4" providerId="LiveId" clId="{AE6E2534-BBCA-4875-9BDB-CEF45B328270}" dt="2022-10-08T14:28:04.333" v="560" actId="692"/>
          <ac:cxnSpMkLst>
            <pc:docMk/>
            <pc:sldMk cId="369451216" sldId="256"/>
            <ac:cxnSpMk id="88" creationId="{F7D2736D-407C-C8C3-436F-29234E7DE75D}"/>
          </ac:cxnSpMkLst>
        </pc:cxnChg>
        <pc:cxnChg chg="add mod">
          <ac:chgData name="김 동현" userId="bd1b4fc56c1b27f4" providerId="LiveId" clId="{AE6E2534-BBCA-4875-9BDB-CEF45B328270}" dt="2022-10-08T14:28:04.333" v="560" actId="692"/>
          <ac:cxnSpMkLst>
            <pc:docMk/>
            <pc:sldMk cId="369451216" sldId="256"/>
            <ac:cxnSpMk id="93" creationId="{E5B01A82-BFC7-727E-2816-D2901428306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8B42F-005F-418E-AD74-FC6F5F3F4B60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96EC8-C76C-4EA2-97FA-F66AE38EB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422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8B42F-005F-418E-AD74-FC6F5F3F4B60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96EC8-C76C-4EA2-97FA-F66AE38EB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822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8B42F-005F-418E-AD74-FC6F5F3F4B60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96EC8-C76C-4EA2-97FA-F66AE38EB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596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8B42F-005F-418E-AD74-FC6F5F3F4B60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96EC8-C76C-4EA2-97FA-F66AE38EB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353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8B42F-005F-418E-AD74-FC6F5F3F4B60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96EC8-C76C-4EA2-97FA-F66AE38EB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394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8B42F-005F-418E-AD74-FC6F5F3F4B60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96EC8-C76C-4EA2-97FA-F66AE38EB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070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8B42F-005F-418E-AD74-FC6F5F3F4B60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96EC8-C76C-4EA2-97FA-F66AE38EB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32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8B42F-005F-418E-AD74-FC6F5F3F4B60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96EC8-C76C-4EA2-97FA-F66AE38EB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29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8B42F-005F-418E-AD74-FC6F5F3F4B60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96EC8-C76C-4EA2-97FA-F66AE38EB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651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8B42F-005F-418E-AD74-FC6F5F3F4B60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96EC8-C76C-4EA2-97FA-F66AE38EB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406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8B42F-005F-418E-AD74-FC6F5F3F4B60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96EC8-C76C-4EA2-97FA-F66AE38EB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397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8B42F-005F-418E-AD74-FC6F5F3F4B60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6EC8-C76C-4EA2-97FA-F66AE38EB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973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34CBA7F-E91B-F43F-2A47-76986BCC6192}"/>
              </a:ext>
            </a:extLst>
          </p:cNvPr>
          <p:cNvSpPr/>
          <p:nvPr/>
        </p:nvSpPr>
        <p:spPr>
          <a:xfrm>
            <a:off x="3002280" y="268224"/>
            <a:ext cx="557784" cy="256032"/>
          </a:xfrm>
          <a:prstGeom prst="roundRect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(0, 0)</a:t>
            </a:r>
            <a:endParaRPr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3BF84E-CF8C-FAD1-7E95-DD7348E21574}"/>
              </a:ext>
            </a:extLst>
          </p:cNvPr>
          <p:cNvSpPr/>
          <p:nvPr/>
        </p:nvSpPr>
        <p:spPr>
          <a:xfrm>
            <a:off x="3596640" y="268224"/>
            <a:ext cx="557784" cy="2560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5.66</a:t>
            </a:r>
            <a:endParaRPr lang="ko-KR" altLang="en-US" sz="1400" dirty="0"/>
          </a:p>
        </p:txBody>
      </p:sp>
      <p:sp>
        <p:nvSpPr>
          <p:cNvPr id="7" name="사각형: 둥근 대각선 방향 모서리 6">
            <a:extLst>
              <a:ext uri="{FF2B5EF4-FFF2-40B4-BE49-F238E27FC236}">
                <a16:creationId xmlns:a16="http://schemas.microsoft.com/office/drawing/2014/main" id="{90FFEF77-2541-92D4-DFD7-BE06E67E2563}"/>
              </a:ext>
            </a:extLst>
          </p:cNvPr>
          <p:cNvSpPr/>
          <p:nvPr/>
        </p:nvSpPr>
        <p:spPr>
          <a:xfrm>
            <a:off x="2624328" y="268224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54E8453-69E2-B10F-23E5-7AB3C4638F13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1807464" y="524256"/>
            <a:ext cx="1473708" cy="573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1C2C620-8B93-C454-144C-CEF0AC172473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>
            <a:off x="3281172" y="524256"/>
            <a:ext cx="699516" cy="57302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479B21A-FC29-6AA4-41DB-4CF6696D1562}"/>
              </a:ext>
            </a:extLst>
          </p:cNvPr>
          <p:cNvSpPr/>
          <p:nvPr/>
        </p:nvSpPr>
        <p:spPr>
          <a:xfrm>
            <a:off x="1528572" y="1097280"/>
            <a:ext cx="557784" cy="256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(0, 1)</a:t>
            </a:r>
            <a:endParaRPr lang="ko-KR" altLang="en-US" sz="14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5A68CE1-02A7-E195-69E8-91B1EF25001D}"/>
              </a:ext>
            </a:extLst>
          </p:cNvPr>
          <p:cNvSpPr/>
          <p:nvPr/>
        </p:nvSpPr>
        <p:spPr>
          <a:xfrm>
            <a:off x="2122932" y="1097280"/>
            <a:ext cx="647700" cy="2560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1+5=6</a:t>
            </a:r>
            <a:endParaRPr lang="ko-KR" altLang="en-US" sz="1400" dirty="0"/>
          </a:p>
        </p:txBody>
      </p:sp>
      <p:sp>
        <p:nvSpPr>
          <p:cNvPr id="14" name="사각형: 둥근 대각선 방향 모서리 13">
            <a:extLst>
              <a:ext uri="{FF2B5EF4-FFF2-40B4-BE49-F238E27FC236}">
                <a16:creationId xmlns:a16="http://schemas.microsoft.com/office/drawing/2014/main" id="{BD58C299-948D-625E-956E-A8B333D860C8}"/>
              </a:ext>
            </a:extLst>
          </p:cNvPr>
          <p:cNvSpPr/>
          <p:nvPr/>
        </p:nvSpPr>
        <p:spPr>
          <a:xfrm>
            <a:off x="1150620" y="1097280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ED44711-640F-BBD7-E956-3AD22A2C6953}"/>
              </a:ext>
            </a:extLst>
          </p:cNvPr>
          <p:cNvSpPr/>
          <p:nvPr/>
        </p:nvSpPr>
        <p:spPr>
          <a:xfrm>
            <a:off x="3701796" y="1097280"/>
            <a:ext cx="557784" cy="256032"/>
          </a:xfrm>
          <a:prstGeom prst="roundRect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(1, 0)</a:t>
            </a:r>
            <a:endParaRPr lang="ko-KR" altLang="en-US" sz="14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17ACB0-8F11-E2D2-4960-501EF59883F0}"/>
              </a:ext>
            </a:extLst>
          </p:cNvPr>
          <p:cNvSpPr/>
          <p:nvPr/>
        </p:nvSpPr>
        <p:spPr>
          <a:xfrm>
            <a:off x="4296156" y="1097280"/>
            <a:ext cx="647700" cy="2560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1+5=6</a:t>
            </a:r>
            <a:endParaRPr lang="ko-KR" altLang="en-US" sz="1400" dirty="0"/>
          </a:p>
        </p:txBody>
      </p:sp>
      <p:sp>
        <p:nvSpPr>
          <p:cNvPr id="18" name="사각형: 둥근 대각선 방향 모서리 17">
            <a:extLst>
              <a:ext uri="{FF2B5EF4-FFF2-40B4-BE49-F238E27FC236}">
                <a16:creationId xmlns:a16="http://schemas.microsoft.com/office/drawing/2014/main" id="{D6CB2040-5C50-E306-08E3-190665232268}"/>
              </a:ext>
            </a:extLst>
          </p:cNvPr>
          <p:cNvSpPr/>
          <p:nvPr/>
        </p:nvSpPr>
        <p:spPr>
          <a:xfrm>
            <a:off x="3323844" y="1097280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68786F6-4F82-3C2B-6AAD-36F1537C86E6}"/>
              </a:ext>
            </a:extLst>
          </p:cNvPr>
          <p:cNvSpPr/>
          <p:nvPr/>
        </p:nvSpPr>
        <p:spPr>
          <a:xfrm>
            <a:off x="1528572" y="1798320"/>
            <a:ext cx="557784" cy="256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(1, 1)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398095-3461-BD8D-56A9-D2A5987266B1}"/>
              </a:ext>
            </a:extLst>
          </p:cNvPr>
          <p:cNvSpPr/>
          <p:nvPr/>
        </p:nvSpPr>
        <p:spPr>
          <a:xfrm>
            <a:off x="2122932" y="1798321"/>
            <a:ext cx="842772" cy="256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normAutofit fontScale="92500" lnSpcReduction="20000"/>
          </a:bodyPr>
          <a:lstStyle/>
          <a:p>
            <a:pPr algn="ctr"/>
            <a:r>
              <a:rPr lang="en-US" altLang="ko-KR" sz="1400" dirty="0"/>
              <a:t>2+4.2=6.2</a:t>
            </a:r>
            <a:endParaRPr lang="ko-KR" altLang="en-US" sz="1400" dirty="0"/>
          </a:p>
        </p:txBody>
      </p:sp>
      <p:sp>
        <p:nvSpPr>
          <p:cNvPr id="6" name="사각형: 둥근 대각선 방향 모서리 5">
            <a:extLst>
              <a:ext uri="{FF2B5EF4-FFF2-40B4-BE49-F238E27FC236}">
                <a16:creationId xmlns:a16="http://schemas.microsoft.com/office/drawing/2014/main" id="{405FED67-02FC-7C48-0157-BB13B19863A1}"/>
              </a:ext>
            </a:extLst>
          </p:cNvPr>
          <p:cNvSpPr/>
          <p:nvPr/>
        </p:nvSpPr>
        <p:spPr>
          <a:xfrm>
            <a:off x="1150620" y="1798320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9DA890A-4546-5022-EA8E-68CDB769FE32}"/>
              </a:ext>
            </a:extLst>
          </p:cNvPr>
          <p:cNvCxnSpPr>
            <a:stCxn id="12" idx="2"/>
            <a:endCxn id="2" idx="0"/>
          </p:cNvCxnSpPr>
          <p:nvPr/>
        </p:nvCxnSpPr>
        <p:spPr>
          <a:xfrm>
            <a:off x="1807464" y="1353312"/>
            <a:ext cx="0" cy="445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4187A57-C73B-B92A-413C-B9EB94DEA14C}"/>
              </a:ext>
            </a:extLst>
          </p:cNvPr>
          <p:cNvSpPr/>
          <p:nvPr/>
        </p:nvSpPr>
        <p:spPr>
          <a:xfrm>
            <a:off x="1534668" y="2499361"/>
            <a:ext cx="557784" cy="256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(2, 1)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9A031DC-2700-C97B-5075-0BCF31DD079E}"/>
              </a:ext>
            </a:extLst>
          </p:cNvPr>
          <p:cNvSpPr/>
          <p:nvPr/>
        </p:nvSpPr>
        <p:spPr>
          <a:xfrm>
            <a:off x="2129028" y="2499362"/>
            <a:ext cx="842772" cy="256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normAutofit fontScale="92500" lnSpcReduction="20000"/>
          </a:bodyPr>
          <a:lstStyle/>
          <a:p>
            <a:pPr algn="ctr"/>
            <a:r>
              <a:rPr lang="en-US" altLang="ko-KR" sz="1400" dirty="0"/>
              <a:t>3+3.6=6.6</a:t>
            </a:r>
            <a:endParaRPr lang="ko-KR" altLang="en-US" sz="1400" dirty="0"/>
          </a:p>
        </p:txBody>
      </p:sp>
      <p:sp>
        <p:nvSpPr>
          <p:cNvPr id="20" name="사각형: 둥근 대각선 방향 모서리 19">
            <a:extLst>
              <a:ext uri="{FF2B5EF4-FFF2-40B4-BE49-F238E27FC236}">
                <a16:creationId xmlns:a16="http://schemas.microsoft.com/office/drawing/2014/main" id="{BFDA923F-8F19-0C5A-E366-738EA2A852FD}"/>
              </a:ext>
            </a:extLst>
          </p:cNvPr>
          <p:cNvSpPr/>
          <p:nvPr/>
        </p:nvSpPr>
        <p:spPr>
          <a:xfrm>
            <a:off x="1156716" y="2499361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7465203-A77D-3FB1-EED2-270E909A2328}"/>
              </a:ext>
            </a:extLst>
          </p:cNvPr>
          <p:cNvCxnSpPr>
            <a:stCxn id="2" idx="2"/>
            <a:endCxn id="15" idx="0"/>
          </p:cNvCxnSpPr>
          <p:nvPr/>
        </p:nvCxnSpPr>
        <p:spPr>
          <a:xfrm>
            <a:off x="1807464" y="2054352"/>
            <a:ext cx="6096" cy="445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AA5EFBD-0D78-ED7A-B6F6-E9BD1A60252E}"/>
              </a:ext>
            </a:extLst>
          </p:cNvPr>
          <p:cNvSpPr/>
          <p:nvPr/>
        </p:nvSpPr>
        <p:spPr>
          <a:xfrm>
            <a:off x="3700272" y="1798320"/>
            <a:ext cx="557784" cy="256032"/>
          </a:xfrm>
          <a:prstGeom prst="roundRect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(2, 0)</a:t>
            </a:r>
            <a:endParaRPr lang="ko-KR" altLang="en-US" sz="1400" dirty="0"/>
          </a:p>
        </p:txBody>
      </p:sp>
      <p:sp>
        <p:nvSpPr>
          <p:cNvPr id="25" name="사각형: 둥근 대각선 방향 모서리 24">
            <a:extLst>
              <a:ext uri="{FF2B5EF4-FFF2-40B4-BE49-F238E27FC236}">
                <a16:creationId xmlns:a16="http://schemas.microsoft.com/office/drawing/2014/main" id="{58B507F8-1C22-0065-B520-18704EE115EE}"/>
              </a:ext>
            </a:extLst>
          </p:cNvPr>
          <p:cNvSpPr/>
          <p:nvPr/>
        </p:nvSpPr>
        <p:spPr>
          <a:xfrm>
            <a:off x="3322320" y="1798320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FCDD7A2-C073-D183-DB3C-CF2FD30E968B}"/>
              </a:ext>
            </a:extLst>
          </p:cNvPr>
          <p:cNvCxnSpPr>
            <a:stCxn id="16" idx="2"/>
            <a:endCxn id="23" idx="0"/>
          </p:cNvCxnSpPr>
          <p:nvPr/>
        </p:nvCxnSpPr>
        <p:spPr>
          <a:xfrm flipH="1">
            <a:off x="3979164" y="1353312"/>
            <a:ext cx="1524" cy="4450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7376272-EE61-7201-FC99-6F8C0FC8AC92}"/>
              </a:ext>
            </a:extLst>
          </p:cNvPr>
          <p:cNvSpPr/>
          <p:nvPr/>
        </p:nvSpPr>
        <p:spPr>
          <a:xfrm>
            <a:off x="4294632" y="1798321"/>
            <a:ext cx="842772" cy="256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normAutofit fontScale="92500" lnSpcReduction="20000"/>
          </a:bodyPr>
          <a:lstStyle/>
          <a:p>
            <a:pPr algn="ctr"/>
            <a:r>
              <a:rPr lang="en-US" altLang="ko-KR" sz="1400" dirty="0"/>
              <a:t>2+4.5=6.5</a:t>
            </a:r>
            <a:endParaRPr lang="ko-KR" altLang="en-US" sz="1400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F93FD78-7122-DA75-6E62-C8B6D88C4AF7}"/>
              </a:ext>
            </a:extLst>
          </p:cNvPr>
          <p:cNvSpPr/>
          <p:nvPr/>
        </p:nvSpPr>
        <p:spPr>
          <a:xfrm>
            <a:off x="3697224" y="2499360"/>
            <a:ext cx="557784" cy="256032"/>
          </a:xfrm>
          <a:prstGeom prst="roundRect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(2, 1)</a:t>
            </a:r>
            <a:endParaRPr lang="ko-KR" altLang="en-US" sz="14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8F05B3-8F7B-0AD1-BA66-FC5CABB1674A}"/>
              </a:ext>
            </a:extLst>
          </p:cNvPr>
          <p:cNvSpPr/>
          <p:nvPr/>
        </p:nvSpPr>
        <p:spPr>
          <a:xfrm>
            <a:off x="4291584" y="2499361"/>
            <a:ext cx="842772" cy="256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normAutofit fontScale="92500" lnSpcReduction="20000"/>
          </a:bodyPr>
          <a:lstStyle/>
          <a:p>
            <a:pPr algn="ctr"/>
            <a:r>
              <a:rPr lang="en-US" altLang="ko-KR" sz="1400" dirty="0"/>
              <a:t>3+3.6=6.6</a:t>
            </a:r>
            <a:endParaRPr lang="ko-KR" altLang="en-US" sz="1400" dirty="0"/>
          </a:p>
        </p:txBody>
      </p:sp>
      <p:sp>
        <p:nvSpPr>
          <p:cNvPr id="32" name="사각형: 둥근 대각선 방향 모서리 31">
            <a:extLst>
              <a:ext uri="{FF2B5EF4-FFF2-40B4-BE49-F238E27FC236}">
                <a16:creationId xmlns:a16="http://schemas.microsoft.com/office/drawing/2014/main" id="{797C6608-8B91-FE53-16F7-382C7E532133}"/>
              </a:ext>
            </a:extLst>
          </p:cNvPr>
          <p:cNvSpPr/>
          <p:nvPr/>
        </p:nvSpPr>
        <p:spPr>
          <a:xfrm>
            <a:off x="3319272" y="2499360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6</a:t>
            </a:r>
            <a:endParaRPr lang="ko-KR" altLang="en-US" sz="1400" dirty="0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5E95B6F-240D-2E3D-ED50-BCD6C628FB83}"/>
              </a:ext>
            </a:extLst>
          </p:cNvPr>
          <p:cNvCxnSpPr/>
          <p:nvPr/>
        </p:nvCxnSpPr>
        <p:spPr>
          <a:xfrm flipH="1">
            <a:off x="1243584" y="2304288"/>
            <a:ext cx="1527048" cy="633984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260C022-F329-C258-50C5-6BC2328B87FA}"/>
              </a:ext>
            </a:extLst>
          </p:cNvPr>
          <p:cNvCxnSpPr/>
          <p:nvPr/>
        </p:nvCxnSpPr>
        <p:spPr>
          <a:xfrm flipH="1" flipV="1">
            <a:off x="1243584" y="2304288"/>
            <a:ext cx="1527048" cy="633984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32887230-2FA7-9190-73D0-FB65328BEF7D}"/>
              </a:ext>
            </a:extLst>
          </p:cNvPr>
          <p:cNvCxnSpPr>
            <a:stCxn id="23" idx="2"/>
            <a:endCxn id="30" idx="0"/>
          </p:cNvCxnSpPr>
          <p:nvPr/>
        </p:nvCxnSpPr>
        <p:spPr>
          <a:xfrm flipH="1">
            <a:off x="3976116" y="2054352"/>
            <a:ext cx="3048" cy="4450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E408FB7-F03B-1EEA-14DE-C96F0F63DCA1}"/>
              </a:ext>
            </a:extLst>
          </p:cNvPr>
          <p:cNvSpPr/>
          <p:nvPr/>
        </p:nvSpPr>
        <p:spPr>
          <a:xfrm>
            <a:off x="1710690" y="3517391"/>
            <a:ext cx="557784" cy="256032"/>
          </a:xfrm>
          <a:prstGeom prst="roundRect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(3, 1)</a:t>
            </a:r>
            <a:endParaRPr lang="ko-KR" altLang="en-US" sz="14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4B4DDE9-CF76-6D14-90BF-7809B2813616}"/>
              </a:ext>
            </a:extLst>
          </p:cNvPr>
          <p:cNvSpPr/>
          <p:nvPr/>
        </p:nvSpPr>
        <p:spPr>
          <a:xfrm>
            <a:off x="2305050" y="3517392"/>
            <a:ext cx="842772" cy="256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normAutofit fontScale="92500" lnSpcReduction="20000"/>
          </a:bodyPr>
          <a:lstStyle/>
          <a:p>
            <a:pPr algn="ctr"/>
            <a:r>
              <a:rPr lang="en-US" altLang="ko-KR" sz="1400" dirty="0"/>
              <a:t>4+3.2=7.2</a:t>
            </a:r>
            <a:endParaRPr lang="ko-KR" altLang="en-US" sz="1400" dirty="0"/>
          </a:p>
        </p:txBody>
      </p:sp>
      <p:sp>
        <p:nvSpPr>
          <p:cNvPr id="41" name="사각형: 둥근 대각선 방향 모서리 40">
            <a:extLst>
              <a:ext uri="{FF2B5EF4-FFF2-40B4-BE49-F238E27FC236}">
                <a16:creationId xmlns:a16="http://schemas.microsoft.com/office/drawing/2014/main" id="{9AE23D7D-2EC9-DCC2-BC9D-E8F6469F6540}"/>
              </a:ext>
            </a:extLst>
          </p:cNvPr>
          <p:cNvSpPr/>
          <p:nvPr/>
        </p:nvSpPr>
        <p:spPr>
          <a:xfrm>
            <a:off x="1332738" y="3517391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9</a:t>
            </a:r>
            <a:endParaRPr lang="ko-KR" altLang="en-US" sz="1400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916405E-0C6A-F92A-814B-A8B8247F3A80}"/>
              </a:ext>
            </a:extLst>
          </p:cNvPr>
          <p:cNvSpPr/>
          <p:nvPr/>
        </p:nvSpPr>
        <p:spPr>
          <a:xfrm>
            <a:off x="4118610" y="3517391"/>
            <a:ext cx="557784" cy="256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(2, 2)</a:t>
            </a:r>
            <a:endParaRPr lang="ko-KR" altLang="en-US" sz="14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920527C-0E53-6AC9-AE73-F2CF91D7E96E}"/>
              </a:ext>
            </a:extLst>
          </p:cNvPr>
          <p:cNvSpPr/>
          <p:nvPr/>
        </p:nvSpPr>
        <p:spPr>
          <a:xfrm>
            <a:off x="4712970" y="3517392"/>
            <a:ext cx="842772" cy="256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normAutofit fontScale="92500" lnSpcReduction="20000"/>
          </a:bodyPr>
          <a:lstStyle/>
          <a:p>
            <a:pPr algn="ctr"/>
            <a:r>
              <a:rPr lang="en-US" altLang="ko-KR" sz="1400" dirty="0"/>
              <a:t>4+2.8=6.8</a:t>
            </a:r>
            <a:endParaRPr lang="ko-KR" altLang="en-US" sz="1400" dirty="0"/>
          </a:p>
        </p:txBody>
      </p:sp>
      <p:sp>
        <p:nvSpPr>
          <p:cNvPr id="44" name="사각형: 둥근 대각선 방향 모서리 43">
            <a:extLst>
              <a:ext uri="{FF2B5EF4-FFF2-40B4-BE49-F238E27FC236}">
                <a16:creationId xmlns:a16="http://schemas.microsoft.com/office/drawing/2014/main" id="{F224B73F-C0EC-96D3-5EBA-5EC700029341}"/>
              </a:ext>
            </a:extLst>
          </p:cNvPr>
          <p:cNvSpPr/>
          <p:nvPr/>
        </p:nvSpPr>
        <p:spPr>
          <a:xfrm>
            <a:off x="3740658" y="3517391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8</a:t>
            </a:r>
            <a:endParaRPr lang="ko-KR" altLang="en-US" sz="1400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25E65C58-3443-BFAE-4E37-DD08BEDCA63D}"/>
              </a:ext>
            </a:extLst>
          </p:cNvPr>
          <p:cNvCxnSpPr>
            <a:stCxn id="30" idx="2"/>
            <a:endCxn id="39" idx="0"/>
          </p:cNvCxnSpPr>
          <p:nvPr/>
        </p:nvCxnSpPr>
        <p:spPr>
          <a:xfrm flipH="1">
            <a:off x="1989582" y="2755392"/>
            <a:ext cx="1986534" cy="7619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4782F09C-50C9-1971-0BF2-67CE2906CBA2}"/>
              </a:ext>
            </a:extLst>
          </p:cNvPr>
          <p:cNvCxnSpPr>
            <a:stCxn id="30" idx="2"/>
            <a:endCxn id="42" idx="0"/>
          </p:cNvCxnSpPr>
          <p:nvPr/>
        </p:nvCxnSpPr>
        <p:spPr>
          <a:xfrm>
            <a:off x="3976116" y="2755392"/>
            <a:ext cx="421386" cy="761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CFA65CE-BB79-6CC2-C854-51422E3C281E}"/>
              </a:ext>
            </a:extLst>
          </p:cNvPr>
          <p:cNvSpPr/>
          <p:nvPr/>
        </p:nvSpPr>
        <p:spPr>
          <a:xfrm>
            <a:off x="4916424" y="4218431"/>
            <a:ext cx="557784" cy="256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(1, 2)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5A03879-B122-9855-80E7-47A40867425F}"/>
              </a:ext>
            </a:extLst>
          </p:cNvPr>
          <p:cNvSpPr/>
          <p:nvPr/>
        </p:nvSpPr>
        <p:spPr>
          <a:xfrm>
            <a:off x="5510784" y="4218432"/>
            <a:ext cx="842772" cy="256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normAutofit fontScale="92500" lnSpcReduction="20000"/>
          </a:bodyPr>
          <a:lstStyle/>
          <a:p>
            <a:pPr algn="ctr"/>
            <a:r>
              <a:rPr lang="en-US" altLang="ko-KR" sz="1400" dirty="0"/>
              <a:t>5+3.6=8.6</a:t>
            </a:r>
            <a:endParaRPr lang="ko-KR" altLang="en-US" sz="1400" dirty="0"/>
          </a:p>
        </p:txBody>
      </p:sp>
      <p:sp>
        <p:nvSpPr>
          <p:cNvPr id="51" name="사각형: 둥근 대각선 방향 모서리 50">
            <a:extLst>
              <a:ext uri="{FF2B5EF4-FFF2-40B4-BE49-F238E27FC236}">
                <a16:creationId xmlns:a16="http://schemas.microsoft.com/office/drawing/2014/main" id="{F0898B60-772A-13E0-AC0D-E3EB39315FAD}"/>
              </a:ext>
            </a:extLst>
          </p:cNvPr>
          <p:cNvSpPr/>
          <p:nvPr/>
        </p:nvSpPr>
        <p:spPr>
          <a:xfrm>
            <a:off x="4538472" y="4218431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55DDCC02-F159-5D8E-1E11-A464CF82E41A}"/>
              </a:ext>
            </a:extLst>
          </p:cNvPr>
          <p:cNvCxnSpPr>
            <a:stCxn id="42" idx="2"/>
            <a:endCxn id="49" idx="0"/>
          </p:cNvCxnSpPr>
          <p:nvPr/>
        </p:nvCxnSpPr>
        <p:spPr>
          <a:xfrm>
            <a:off x="4397502" y="3773423"/>
            <a:ext cx="797814" cy="445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4AC87D1C-E400-76FB-F757-05552BCA3FED}"/>
              </a:ext>
            </a:extLst>
          </p:cNvPr>
          <p:cNvSpPr/>
          <p:nvPr/>
        </p:nvSpPr>
        <p:spPr>
          <a:xfrm>
            <a:off x="592836" y="4218431"/>
            <a:ext cx="557784" cy="256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(4, 1)</a:t>
            </a:r>
            <a:endParaRPr lang="ko-KR" altLang="en-US" sz="1400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C32FF48-538D-7043-B2CC-0B8D7C48755A}"/>
              </a:ext>
            </a:extLst>
          </p:cNvPr>
          <p:cNvSpPr/>
          <p:nvPr/>
        </p:nvSpPr>
        <p:spPr>
          <a:xfrm>
            <a:off x="1187196" y="4218432"/>
            <a:ext cx="842772" cy="256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normAutofit fontScale="92500" lnSpcReduction="20000"/>
          </a:bodyPr>
          <a:lstStyle/>
          <a:p>
            <a:pPr algn="ctr"/>
            <a:r>
              <a:rPr lang="en-US" altLang="ko-KR" sz="1400" dirty="0"/>
              <a:t>5+3=8</a:t>
            </a:r>
            <a:endParaRPr lang="ko-KR" altLang="en-US" sz="1400" dirty="0"/>
          </a:p>
        </p:txBody>
      </p:sp>
      <p:sp>
        <p:nvSpPr>
          <p:cNvPr id="56" name="사각형: 둥근 대각선 방향 모서리 55">
            <a:extLst>
              <a:ext uri="{FF2B5EF4-FFF2-40B4-BE49-F238E27FC236}">
                <a16:creationId xmlns:a16="http://schemas.microsoft.com/office/drawing/2014/main" id="{F92A80C8-B8D3-379C-F6A7-D330B99A2DB8}"/>
              </a:ext>
            </a:extLst>
          </p:cNvPr>
          <p:cNvSpPr/>
          <p:nvPr/>
        </p:nvSpPr>
        <p:spPr>
          <a:xfrm>
            <a:off x="214884" y="4218431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dirty="0"/>
              <a:t>12</a:t>
            </a:r>
            <a:endParaRPr lang="ko-KR" altLang="en-US" sz="1400" dirty="0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4CF87B5-721E-7E6D-D76D-89FF0BD249E2}"/>
              </a:ext>
            </a:extLst>
          </p:cNvPr>
          <p:cNvSpPr/>
          <p:nvPr/>
        </p:nvSpPr>
        <p:spPr>
          <a:xfrm>
            <a:off x="2646426" y="4212336"/>
            <a:ext cx="557784" cy="256032"/>
          </a:xfrm>
          <a:prstGeom prst="roundRect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(3, 2)</a:t>
            </a:r>
            <a:endParaRPr lang="ko-KR" altLang="en-US" sz="14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98B7DA-8A25-B60C-990D-8C44F34649D7}"/>
              </a:ext>
            </a:extLst>
          </p:cNvPr>
          <p:cNvSpPr/>
          <p:nvPr/>
        </p:nvSpPr>
        <p:spPr>
          <a:xfrm>
            <a:off x="3240786" y="4212337"/>
            <a:ext cx="842772" cy="256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normAutofit fontScale="92500" lnSpcReduction="20000"/>
          </a:bodyPr>
          <a:lstStyle/>
          <a:p>
            <a:pPr algn="ctr"/>
            <a:r>
              <a:rPr lang="en-US" altLang="ko-KR" sz="1400" dirty="0"/>
              <a:t>5+2.2=7.2</a:t>
            </a:r>
            <a:endParaRPr lang="ko-KR" altLang="en-US" sz="1400" dirty="0"/>
          </a:p>
        </p:txBody>
      </p:sp>
      <p:sp>
        <p:nvSpPr>
          <p:cNvPr id="59" name="사각형: 둥근 대각선 방향 모서리 58">
            <a:extLst>
              <a:ext uri="{FF2B5EF4-FFF2-40B4-BE49-F238E27FC236}">
                <a16:creationId xmlns:a16="http://schemas.microsoft.com/office/drawing/2014/main" id="{A62370AB-DF91-0572-D02D-C163D152C7FD}"/>
              </a:ext>
            </a:extLst>
          </p:cNvPr>
          <p:cNvSpPr/>
          <p:nvPr/>
        </p:nvSpPr>
        <p:spPr>
          <a:xfrm>
            <a:off x="2268474" y="4212336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dirty="0"/>
              <a:t>10</a:t>
            </a:r>
            <a:endParaRPr lang="ko-KR" altLang="en-US" sz="1400" dirty="0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1F7BAE74-013D-1CD5-E124-975BF5D2BC4B}"/>
              </a:ext>
            </a:extLst>
          </p:cNvPr>
          <p:cNvCxnSpPr>
            <a:stCxn id="39" idx="2"/>
            <a:endCxn id="54" idx="0"/>
          </p:cNvCxnSpPr>
          <p:nvPr/>
        </p:nvCxnSpPr>
        <p:spPr>
          <a:xfrm flipH="1">
            <a:off x="871728" y="3773423"/>
            <a:ext cx="1117854" cy="445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F4D75ADA-7066-E0F8-2977-FDA49FE1EDC9}"/>
              </a:ext>
            </a:extLst>
          </p:cNvPr>
          <p:cNvCxnSpPr>
            <a:stCxn id="39" idx="2"/>
            <a:endCxn id="57" idx="0"/>
          </p:cNvCxnSpPr>
          <p:nvPr/>
        </p:nvCxnSpPr>
        <p:spPr>
          <a:xfrm>
            <a:off x="1989582" y="3773423"/>
            <a:ext cx="935736" cy="43891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CFB2A762-7073-2ED6-A139-7D8AB0A7D66D}"/>
              </a:ext>
            </a:extLst>
          </p:cNvPr>
          <p:cNvSpPr/>
          <p:nvPr/>
        </p:nvSpPr>
        <p:spPr>
          <a:xfrm>
            <a:off x="2662428" y="5035297"/>
            <a:ext cx="557784" cy="256032"/>
          </a:xfrm>
          <a:prstGeom prst="roundRect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(4, 2)</a:t>
            </a:r>
            <a:endParaRPr lang="ko-KR" altLang="en-US" sz="14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DC2AEA4-869A-EFF7-51A6-DA41090F453D}"/>
              </a:ext>
            </a:extLst>
          </p:cNvPr>
          <p:cNvSpPr/>
          <p:nvPr/>
        </p:nvSpPr>
        <p:spPr>
          <a:xfrm>
            <a:off x="3256788" y="5035298"/>
            <a:ext cx="842772" cy="256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normAutofit fontScale="92500" lnSpcReduction="20000"/>
          </a:bodyPr>
          <a:lstStyle/>
          <a:p>
            <a:pPr algn="ctr"/>
            <a:r>
              <a:rPr lang="en-US" altLang="ko-KR" sz="1400" dirty="0"/>
              <a:t>6+2=8</a:t>
            </a:r>
            <a:endParaRPr lang="ko-KR" altLang="en-US" sz="1400" dirty="0"/>
          </a:p>
        </p:txBody>
      </p:sp>
      <p:sp>
        <p:nvSpPr>
          <p:cNvPr id="66" name="사각형: 둥근 대각선 방향 모서리 65">
            <a:extLst>
              <a:ext uri="{FF2B5EF4-FFF2-40B4-BE49-F238E27FC236}">
                <a16:creationId xmlns:a16="http://schemas.microsoft.com/office/drawing/2014/main" id="{CE84ED75-138F-CEC4-555C-EE4D7723736B}"/>
              </a:ext>
            </a:extLst>
          </p:cNvPr>
          <p:cNvSpPr/>
          <p:nvPr/>
        </p:nvSpPr>
        <p:spPr>
          <a:xfrm>
            <a:off x="2284476" y="5035297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dirty="0"/>
              <a:t>13</a:t>
            </a:r>
            <a:endParaRPr lang="ko-KR" altLang="en-US" sz="14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A3F067D-BB92-9505-0FD7-BC610A41F2D8}"/>
              </a:ext>
            </a:extLst>
          </p:cNvPr>
          <p:cNvSpPr/>
          <p:nvPr/>
        </p:nvSpPr>
        <p:spPr>
          <a:xfrm>
            <a:off x="4797552" y="5029201"/>
            <a:ext cx="557784" cy="256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(3, 3)</a:t>
            </a:r>
            <a:endParaRPr lang="ko-KR" altLang="en-US" sz="140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CBA3DA3-9561-3A5C-55CE-66629E73E47D}"/>
              </a:ext>
            </a:extLst>
          </p:cNvPr>
          <p:cNvSpPr/>
          <p:nvPr/>
        </p:nvSpPr>
        <p:spPr>
          <a:xfrm>
            <a:off x="5391912" y="5029202"/>
            <a:ext cx="842772" cy="256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normAutofit fontScale="92500" lnSpcReduction="20000"/>
          </a:bodyPr>
          <a:lstStyle/>
          <a:p>
            <a:pPr algn="ctr"/>
            <a:r>
              <a:rPr lang="en-US" altLang="ko-KR" sz="1400" dirty="0"/>
              <a:t>6+1.4=7.4</a:t>
            </a:r>
            <a:endParaRPr lang="ko-KR" altLang="en-US" sz="1400" dirty="0"/>
          </a:p>
        </p:txBody>
      </p:sp>
      <p:sp>
        <p:nvSpPr>
          <p:cNvPr id="69" name="사각형: 둥근 대각선 방향 모서리 68">
            <a:extLst>
              <a:ext uri="{FF2B5EF4-FFF2-40B4-BE49-F238E27FC236}">
                <a16:creationId xmlns:a16="http://schemas.microsoft.com/office/drawing/2014/main" id="{89595B24-47DB-5EA0-448C-6BF6C84322D4}"/>
              </a:ext>
            </a:extLst>
          </p:cNvPr>
          <p:cNvSpPr/>
          <p:nvPr/>
        </p:nvSpPr>
        <p:spPr>
          <a:xfrm>
            <a:off x="4419600" y="5029201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dirty="0"/>
              <a:t>11</a:t>
            </a:r>
            <a:endParaRPr lang="ko-KR" altLang="en-US" sz="1400" dirty="0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D15A34AC-6443-A67F-CB88-DA13786F3553}"/>
              </a:ext>
            </a:extLst>
          </p:cNvPr>
          <p:cNvCxnSpPr>
            <a:stCxn id="57" idx="2"/>
            <a:endCxn id="64" idx="0"/>
          </p:cNvCxnSpPr>
          <p:nvPr/>
        </p:nvCxnSpPr>
        <p:spPr>
          <a:xfrm>
            <a:off x="2925318" y="4468368"/>
            <a:ext cx="16002" cy="56692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6D79FA7-B2FB-C222-236B-0CE604F1B521}"/>
              </a:ext>
            </a:extLst>
          </p:cNvPr>
          <p:cNvCxnSpPr>
            <a:stCxn id="57" idx="2"/>
            <a:endCxn id="67" idx="0"/>
          </p:cNvCxnSpPr>
          <p:nvPr/>
        </p:nvCxnSpPr>
        <p:spPr>
          <a:xfrm>
            <a:off x="2925318" y="4468368"/>
            <a:ext cx="2151126" cy="560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7B454605-3787-3989-81EA-DE7202436B4A}"/>
              </a:ext>
            </a:extLst>
          </p:cNvPr>
          <p:cNvSpPr/>
          <p:nvPr/>
        </p:nvSpPr>
        <p:spPr>
          <a:xfrm>
            <a:off x="4797552" y="5711955"/>
            <a:ext cx="557784" cy="256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(2, 3)</a:t>
            </a:r>
            <a:endParaRPr lang="ko-KR" altLang="en-US" sz="1400" dirty="0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C8FE259-6F60-B136-708A-8F7C0E441675}"/>
              </a:ext>
            </a:extLst>
          </p:cNvPr>
          <p:cNvSpPr/>
          <p:nvPr/>
        </p:nvSpPr>
        <p:spPr>
          <a:xfrm>
            <a:off x="5391912" y="5711956"/>
            <a:ext cx="842772" cy="256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normAutofit fontScale="92500" lnSpcReduction="20000"/>
          </a:bodyPr>
          <a:lstStyle/>
          <a:p>
            <a:pPr algn="ctr"/>
            <a:r>
              <a:rPr lang="en-US" altLang="ko-KR" sz="1400" dirty="0"/>
              <a:t>7+2.2=9.2</a:t>
            </a:r>
            <a:endParaRPr lang="ko-KR" altLang="en-US" sz="1400" dirty="0"/>
          </a:p>
        </p:txBody>
      </p:sp>
      <p:sp>
        <p:nvSpPr>
          <p:cNvPr id="76" name="사각형: 둥근 대각선 방향 모서리 75">
            <a:extLst>
              <a:ext uri="{FF2B5EF4-FFF2-40B4-BE49-F238E27FC236}">
                <a16:creationId xmlns:a16="http://schemas.microsoft.com/office/drawing/2014/main" id="{DBBBB436-70EB-2F0D-9F9B-6F748FEC8958}"/>
              </a:ext>
            </a:extLst>
          </p:cNvPr>
          <p:cNvSpPr/>
          <p:nvPr/>
        </p:nvSpPr>
        <p:spPr>
          <a:xfrm>
            <a:off x="4419600" y="5711955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80A4682-B303-F76E-745B-C2A9F12EAEEA}"/>
              </a:ext>
            </a:extLst>
          </p:cNvPr>
          <p:cNvCxnSpPr>
            <a:stCxn id="67" idx="2"/>
            <a:endCxn id="74" idx="0"/>
          </p:cNvCxnSpPr>
          <p:nvPr/>
        </p:nvCxnSpPr>
        <p:spPr>
          <a:xfrm>
            <a:off x="5076444" y="5285233"/>
            <a:ext cx="0" cy="426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D879E696-EA27-211B-6EC6-C120C25B07BB}"/>
              </a:ext>
            </a:extLst>
          </p:cNvPr>
          <p:cNvSpPr/>
          <p:nvPr/>
        </p:nvSpPr>
        <p:spPr>
          <a:xfrm>
            <a:off x="592836" y="5041388"/>
            <a:ext cx="557784" cy="2560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(4, 0)</a:t>
            </a:r>
            <a:endParaRPr lang="ko-KR" altLang="en-US" sz="1400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21134055-3D12-4C07-A23E-59CA33C7B08A}"/>
              </a:ext>
            </a:extLst>
          </p:cNvPr>
          <p:cNvSpPr/>
          <p:nvPr/>
        </p:nvSpPr>
        <p:spPr>
          <a:xfrm>
            <a:off x="1187196" y="5041389"/>
            <a:ext cx="842772" cy="256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normAutofit fontScale="92500" lnSpcReduction="20000"/>
          </a:bodyPr>
          <a:lstStyle/>
          <a:p>
            <a:pPr algn="ctr"/>
            <a:r>
              <a:rPr lang="en-US" altLang="ko-KR" sz="1400" dirty="0"/>
              <a:t>6+4=10</a:t>
            </a:r>
            <a:endParaRPr lang="ko-KR" altLang="en-US" sz="1400" dirty="0"/>
          </a:p>
        </p:txBody>
      </p:sp>
      <p:sp>
        <p:nvSpPr>
          <p:cNvPr id="81" name="사각형: 둥근 대각선 방향 모서리 80">
            <a:extLst>
              <a:ext uri="{FF2B5EF4-FFF2-40B4-BE49-F238E27FC236}">
                <a16:creationId xmlns:a16="http://schemas.microsoft.com/office/drawing/2014/main" id="{50EBE777-BE1F-132F-A575-BB7E2C8B6D29}"/>
              </a:ext>
            </a:extLst>
          </p:cNvPr>
          <p:cNvSpPr/>
          <p:nvPr/>
        </p:nvSpPr>
        <p:spPr>
          <a:xfrm>
            <a:off x="214884" y="5041388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C122D1FD-585D-869B-2285-22124B97A2A6}"/>
              </a:ext>
            </a:extLst>
          </p:cNvPr>
          <p:cNvCxnSpPr>
            <a:stCxn id="54" idx="2"/>
            <a:endCxn id="79" idx="0"/>
          </p:cNvCxnSpPr>
          <p:nvPr/>
        </p:nvCxnSpPr>
        <p:spPr>
          <a:xfrm>
            <a:off x="871728" y="4474463"/>
            <a:ext cx="0" cy="566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95A66E53-CD78-E821-FD78-51B0E768EF11}"/>
              </a:ext>
            </a:extLst>
          </p:cNvPr>
          <p:cNvSpPr/>
          <p:nvPr/>
        </p:nvSpPr>
        <p:spPr>
          <a:xfrm>
            <a:off x="2662428" y="5681474"/>
            <a:ext cx="557784" cy="256032"/>
          </a:xfrm>
          <a:prstGeom prst="roundRect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(4, 3)</a:t>
            </a:r>
            <a:endParaRPr lang="ko-KR" altLang="en-US" sz="1400" dirty="0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1D83422-C1DF-4106-9534-6D84285B3CA1}"/>
              </a:ext>
            </a:extLst>
          </p:cNvPr>
          <p:cNvSpPr/>
          <p:nvPr/>
        </p:nvSpPr>
        <p:spPr>
          <a:xfrm>
            <a:off x="3256788" y="5681475"/>
            <a:ext cx="842772" cy="256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normAutofit fontScale="92500" lnSpcReduction="20000"/>
          </a:bodyPr>
          <a:lstStyle/>
          <a:p>
            <a:pPr algn="ctr"/>
            <a:r>
              <a:rPr lang="en-US" altLang="ko-KR" sz="1400" dirty="0"/>
              <a:t>7+1=8</a:t>
            </a:r>
            <a:endParaRPr lang="ko-KR" altLang="en-US" sz="1400" dirty="0"/>
          </a:p>
        </p:txBody>
      </p:sp>
      <p:sp>
        <p:nvSpPr>
          <p:cNvPr id="86" name="사각형: 둥근 대각선 방향 모서리 85">
            <a:extLst>
              <a:ext uri="{FF2B5EF4-FFF2-40B4-BE49-F238E27FC236}">
                <a16:creationId xmlns:a16="http://schemas.microsoft.com/office/drawing/2014/main" id="{EE0BC41C-5952-CCA7-C1E2-BB9CD033D828}"/>
              </a:ext>
            </a:extLst>
          </p:cNvPr>
          <p:cNvSpPr/>
          <p:nvPr/>
        </p:nvSpPr>
        <p:spPr>
          <a:xfrm>
            <a:off x="2284476" y="5681474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dirty="0"/>
              <a:t>14</a:t>
            </a:r>
            <a:endParaRPr lang="ko-KR" altLang="en-US" sz="1400" dirty="0"/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F7D2736D-407C-C8C3-436F-29234E7DE75D}"/>
              </a:ext>
            </a:extLst>
          </p:cNvPr>
          <p:cNvCxnSpPr>
            <a:stCxn id="64" idx="2"/>
            <a:endCxn id="84" idx="0"/>
          </p:cNvCxnSpPr>
          <p:nvPr/>
        </p:nvCxnSpPr>
        <p:spPr>
          <a:xfrm>
            <a:off x="2941320" y="5291329"/>
            <a:ext cx="0" cy="39014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5BD34DE9-287F-81E1-3677-D16E757F5907}"/>
              </a:ext>
            </a:extLst>
          </p:cNvPr>
          <p:cNvSpPr/>
          <p:nvPr/>
        </p:nvSpPr>
        <p:spPr>
          <a:xfrm>
            <a:off x="2663952" y="6480050"/>
            <a:ext cx="557784" cy="256032"/>
          </a:xfrm>
          <a:prstGeom prst="roundRect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(4, 4)</a:t>
            </a:r>
            <a:endParaRPr lang="ko-KR" altLang="en-US" sz="1400" dirty="0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A11CDFE-327D-D603-1A96-F28F5F541510}"/>
              </a:ext>
            </a:extLst>
          </p:cNvPr>
          <p:cNvSpPr/>
          <p:nvPr/>
        </p:nvSpPr>
        <p:spPr>
          <a:xfrm>
            <a:off x="3258312" y="6480051"/>
            <a:ext cx="842772" cy="256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>
            <a:normAutofit fontScale="92500" lnSpcReduction="20000"/>
          </a:bodyPr>
          <a:lstStyle/>
          <a:p>
            <a:pPr algn="ctr"/>
            <a:r>
              <a:rPr lang="en-US" altLang="ko-KR" sz="1400" dirty="0"/>
              <a:t>8+0=8</a:t>
            </a:r>
            <a:endParaRPr lang="ko-KR" altLang="en-US" sz="1400" dirty="0"/>
          </a:p>
        </p:txBody>
      </p:sp>
      <p:sp>
        <p:nvSpPr>
          <p:cNvPr id="91" name="사각형: 둥근 대각선 방향 모서리 90">
            <a:extLst>
              <a:ext uri="{FF2B5EF4-FFF2-40B4-BE49-F238E27FC236}">
                <a16:creationId xmlns:a16="http://schemas.microsoft.com/office/drawing/2014/main" id="{2C36EFCD-7BFE-3058-99A5-6BBE8805598C}"/>
              </a:ext>
            </a:extLst>
          </p:cNvPr>
          <p:cNvSpPr/>
          <p:nvPr/>
        </p:nvSpPr>
        <p:spPr>
          <a:xfrm>
            <a:off x="2286000" y="6480050"/>
            <a:ext cx="341376" cy="256032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dirty="0"/>
              <a:t>15</a:t>
            </a:r>
            <a:endParaRPr lang="ko-KR" altLang="en-US" sz="1400" dirty="0"/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E5B01A82-BFC7-727E-2816-D29014283064}"/>
              </a:ext>
            </a:extLst>
          </p:cNvPr>
          <p:cNvCxnSpPr>
            <a:stCxn id="84" idx="2"/>
            <a:endCxn id="89" idx="0"/>
          </p:cNvCxnSpPr>
          <p:nvPr/>
        </p:nvCxnSpPr>
        <p:spPr>
          <a:xfrm>
            <a:off x="2941320" y="5937506"/>
            <a:ext cx="1524" cy="54254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51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122</Words>
  <Application>Microsoft Office PowerPoint</Application>
  <PresentationFormat>A4 용지(210x297mm)</PresentationFormat>
  <Paragraphs>50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동현</dc:creator>
  <cp:lastModifiedBy>김 동현</cp:lastModifiedBy>
  <cp:revision>1</cp:revision>
  <dcterms:created xsi:type="dcterms:W3CDTF">2022-10-08T13:45:13Z</dcterms:created>
  <dcterms:modified xsi:type="dcterms:W3CDTF">2022-10-08T14:28:16Z</dcterms:modified>
</cp:coreProperties>
</file>